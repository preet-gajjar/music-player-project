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7" r:id="rId1"/>
  </p:sldMasterIdLst>
  <p:notesMasterIdLst>
    <p:notesMasterId r:id="rId64"/>
  </p:notesMasterIdLst>
  <p:sldIdLst>
    <p:sldId id="256" r:id="rId2"/>
    <p:sldId id="258" r:id="rId3"/>
    <p:sldId id="328" r:id="rId4"/>
    <p:sldId id="332" r:id="rId5"/>
    <p:sldId id="259" r:id="rId6"/>
    <p:sldId id="257" r:id="rId7"/>
    <p:sldId id="311" r:id="rId8"/>
    <p:sldId id="267" r:id="rId9"/>
    <p:sldId id="312" r:id="rId10"/>
    <p:sldId id="320" r:id="rId11"/>
    <p:sldId id="314" r:id="rId12"/>
    <p:sldId id="315" r:id="rId13"/>
    <p:sldId id="316" r:id="rId14"/>
    <p:sldId id="317" r:id="rId15"/>
    <p:sldId id="324" r:id="rId16"/>
    <p:sldId id="318" r:id="rId17"/>
    <p:sldId id="319" r:id="rId18"/>
    <p:sldId id="321" r:id="rId19"/>
    <p:sldId id="322" r:id="rId20"/>
    <p:sldId id="329" r:id="rId21"/>
    <p:sldId id="323" r:id="rId22"/>
    <p:sldId id="260" r:id="rId23"/>
    <p:sldId id="325" r:id="rId24"/>
    <p:sldId id="331" r:id="rId25"/>
    <p:sldId id="272" r:id="rId26"/>
    <p:sldId id="326" r:id="rId27"/>
    <p:sldId id="327" r:id="rId28"/>
    <p:sldId id="261" r:id="rId29"/>
    <p:sldId id="333" r:id="rId30"/>
    <p:sldId id="341" r:id="rId31"/>
    <p:sldId id="342" r:id="rId32"/>
    <p:sldId id="343" r:id="rId33"/>
    <p:sldId id="262" r:id="rId34"/>
    <p:sldId id="334" r:id="rId35"/>
    <p:sldId id="345" r:id="rId36"/>
    <p:sldId id="263" r:id="rId37"/>
    <p:sldId id="335" r:id="rId38"/>
    <p:sldId id="264" r:id="rId39"/>
    <p:sldId id="336" r:id="rId40"/>
    <p:sldId id="339" r:id="rId41"/>
    <p:sldId id="265" r:id="rId42"/>
    <p:sldId id="337" r:id="rId43"/>
    <p:sldId id="340" r:id="rId44"/>
    <p:sldId id="278" r:id="rId45"/>
    <p:sldId id="338" r:id="rId46"/>
    <p:sldId id="346" r:id="rId47"/>
    <p:sldId id="266" r:id="rId48"/>
    <p:sldId id="349" r:id="rId49"/>
    <p:sldId id="348" r:id="rId50"/>
    <p:sldId id="357" r:id="rId51"/>
    <p:sldId id="350" r:id="rId52"/>
    <p:sldId id="356" r:id="rId53"/>
    <p:sldId id="351" r:id="rId54"/>
    <p:sldId id="352" r:id="rId55"/>
    <p:sldId id="353" r:id="rId56"/>
    <p:sldId id="354" r:id="rId57"/>
    <p:sldId id="355" r:id="rId58"/>
    <p:sldId id="359" r:id="rId59"/>
    <p:sldId id="358" r:id="rId60"/>
    <p:sldId id="347" r:id="rId61"/>
    <p:sldId id="271" r:id="rId62"/>
    <p:sldId id="290" r:id="rId63"/>
  </p:sldIdLst>
  <p:sldSz cx="9144000" cy="5143500" type="screen16x9"/>
  <p:notesSz cx="6858000" cy="9144000"/>
  <p:embeddedFontLst>
    <p:embeddedFont>
      <p:font typeface="Actor" panose="020F0502020204030204" pitchFamily="34" charset="0"/>
      <p:regular r:id="rId65"/>
      <p:bold r:id="rId66"/>
      <p:italic r:id="rId67"/>
      <p:boldItalic r:id="rId68"/>
    </p:embeddedFont>
    <p:embeddedFont>
      <p:font typeface="Baloo 2" pitchFamily="2" charset="77"/>
      <p:regular r:id="rId69"/>
      <p:bold r:id="rId70"/>
    </p:embeddedFont>
    <p:embeddedFont>
      <p:font typeface="El Messiri" pitchFamily="2" charset="-78"/>
      <p:regular r:id="rId71"/>
      <p:bold r:id="rId72"/>
    </p:embeddedFont>
    <p:embeddedFont>
      <p:font typeface="Nunito" pitchFamily="2" charset="77"/>
      <p:regular r:id="rId73"/>
      <p:bold r:id="rId74"/>
      <p:italic r:id="rId75"/>
      <p:boldItalic r:id="rId76"/>
    </p:embeddedFont>
    <p:embeddedFont>
      <p:font typeface="Roboto Condensed Light" panose="020F0302020204030204" pitchFamily="34" charset="0"/>
      <p:regular r:id="rId77"/>
      <p: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4708C63-3C71-499C-8422-AC662B6C027D}">
  <a:tblStyle styleId="{94708C63-3C71-499C-8422-AC662B6C027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FFCC51-1D09-435C-827F-87726D458F95}"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7E8"/>
          </a:solidFill>
        </a:fill>
      </a:tcStyle>
    </a:wholeTbl>
    <a:band1H>
      <a:tcTxStyle/>
      <a:tcStyle>
        <a:tcBdr/>
        <a:fill>
          <a:solidFill>
            <a:srgbClr val="CECBCF"/>
          </a:solidFill>
        </a:fill>
      </a:tcStyle>
    </a:band1H>
    <a:band2H>
      <a:tcTxStyle/>
      <a:tcStyle>
        <a:tcBdr/>
      </a:tcStyle>
    </a:band2H>
    <a:band1V>
      <a:tcTxStyle/>
      <a:tcStyle>
        <a:tcBdr/>
        <a:fill>
          <a:solidFill>
            <a:srgbClr val="CECBCF"/>
          </a:solidFill>
        </a:fill>
      </a:tcStyle>
    </a:band1V>
    <a:band2V>
      <a:tcTxStyle/>
      <a:tcStyle>
        <a:tcBdr/>
      </a:tcStyle>
    </a:band2V>
    <a:lastCol>
      <a:tcTxStyle b="on" i="off">
        <a:font>
          <a:latin typeface="Calibri"/>
          <a:ea typeface="Calibri"/>
          <a:cs typeface="Calibri"/>
        </a:font>
        <a:srgbClr val="FFFFFF"/>
      </a:tcTxStyle>
      <a:tcStyle>
        <a:tcBdr/>
        <a:fill>
          <a:solidFill>
            <a:srgbClr val="EC3A3B"/>
          </a:solidFill>
        </a:fill>
      </a:tcStyle>
    </a:lastCol>
    <a:firstCol>
      <a:tcTxStyle b="on" i="off">
        <a:font>
          <a:latin typeface="Calibri"/>
          <a:ea typeface="Calibri"/>
          <a:cs typeface="Calibri"/>
        </a:font>
        <a:srgbClr val="FFFFFF"/>
      </a:tcTxStyle>
      <a:tcStyle>
        <a:tcBdr/>
        <a:fill>
          <a:solidFill>
            <a:srgbClr val="EC3A3B"/>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EC3A3B"/>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EC3A3B"/>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95"/>
    <p:restoredTop sz="72515" autoAdjust="0"/>
  </p:normalViewPr>
  <p:slideViewPr>
    <p:cSldViewPr snapToGrid="0">
      <p:cViewPr varScale="1">
        <p:scale>
          <a:sx n="165" d="100"/>
          <a:sy n="165" d="100"/>
        </p:scale>
        <p:origin x="224" y="184"/>
      </p:cViewPr>
      <p:guideLst>
        <p:guide orient="horz" pos="1620"/>
        <p:guide pos="2880"/>
      </p:guideLst>
    </p:cSldViewPr>
  </p:slideViewPr>
  <p:outlineViewPr>
    <p:cViewPr>
      <p:scale>
        <a:sx n="33" d="100"/>
        <a:sy n="33" d="100"/>
      </p:scale>
      <p:origin x="0" y="-5432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0.fntdata"/><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77" Type="http://schemas.openxmlformats.org/officeDocument/2006/relationships/font" Target="fonts/font1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font" Target="fonts/font9.fntdata"/><Relationship Id="rId78" Type="http://schemas.openxmlformats.org/officeDocument/2006/relationships/font" Target="fonts/font14.fntdata"/><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2.fntdata"/><Relationship Id="rId7" Type="http://schemas.openxmlformats.org/officeDocument/2006/relationships/slide" Target="slides/slide6.xml"/><Relationship Id="rId71" Type="http://schemas.openxmlformats.org/officeDocument/2006/relationships/font" Target="fonts/font7.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ed143d564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ed143d564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ec8bb10418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ec8bb10418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ec8bb10418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ec8bb10418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210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ec8bb10418_0_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ec8bb10418_0_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589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ec8bb10418_0_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ec8bb10418_0_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ed143d5643_2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ed143d5643_2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ed143d5643_2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ed143d5643_2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0460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ed143d5643_2_14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ed143d5643_2_14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ed143d5643_2_14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1" name="Google Shape;831;ged143d5643_2_14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1741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ed143d5643_2_14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ed143d5643_2_14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9908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gec8bb10418_0_6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 name="Google Shape;459;gec8bb10418_0_6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ed143d5643_2_146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1" name="Google Shape;981;ged143d5643_2_146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ec8bb10418_0_8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ec8bb10418_0_8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4848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ed143d5643_2_14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6" name="Google Shape;596;ged143d5643_2_14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17440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ed143d5643_2_14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ed143d5643_2_14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ed143d5643_2_14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7" name="Google Shape;717;ged143d5643_2_14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ed143d5643_2_14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ed143d5643_2_14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ged143d5643_2_150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7" name="Google Shape;1277;ged143d5643_2_150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14300" indent="0">
              <a:buNone/>
            </a:pPr>
            <a:endParaRPr lang="en-IN" dirty="0"/>
          </a:p>
        </p:txBody>
      </p:sp>
    </p:spTree>
    <p:extLst>
      <p:ext uri="{BB962C8B-B14F-4D97-AF65-F5344CB8AC3E}">
        <p14:creationId xmlns:p14="http://schemas.microsoft.com/office/powerpoint/2010/main" val="27200158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ed143d5643_2_143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ed143d5643_2_14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336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7526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6175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1505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73666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27304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3729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4117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02270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344396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943802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21885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8241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ed143d5643_2_14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1" name="Google Shape;971;ged143d5643_2_14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8"/>
        <p:cNvGrpSpPr/>
        <p:nvPr/>
      </p:nvGrpSpPr>
      <p:grpSpPr>
        <a:xfrm>
          <a:off x="0" y="0"/>
          <a:ext cx="0" cy="0"/>
          <a:chOff x="0" y="0"/>
          <a:chExt cx="0" cy="0"/>
        </a:xfrm>
      </p:grpSpPr>
      <p:sp>
        <p:nvSpPr>
          <p:cNvPr id="1679" name="Google Shape;1679;ged143d5643_2_16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0" name="Google Shape;1680;ged143d5643_2_16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13225" y="940862"/>
            <a:ext cx="4832100" cy="21321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4600" b="1">
                <a:latin typeface="El Messiri"/>
                <a:ea typeface="El Messiri"/>
                <a:cs typeface="El Messiri"/>
                <a:sym typeface="El Messiri"/>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13225" y="3109738"/>
            <a:ext cx="4832100" cy="483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a:solidFill>
                  <a:schemeClr val="dk1"/>
                </a:solidFill>
                <a:latin typeface="Baloo 2"/>
                <a:ea typeface="Baloo 2"/>
                <a:cs typeface="Baloo 2"/>
                <a:sym typeface="Baloo 2"/>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cxnSp>
        <p:nvCxnSpPr>
          <p:cNvPr id="12" name="Google Shape;12;p2"/>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flipH="1">
            <a:off x="4412275" y="2257736"/>
            <a:ext cx="40185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000" b="1"/>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ubTitle" idx="1"/>
          </p:nvPr>
        </p:nvSpPr>
        <p:spPr>
          <a:xfrm flipH="1">
            <a:off x="5371075" y="3099525"/>
            <a:ext cx="3059700" cy="70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 name="Google Shape;16;p3"/>
          <p:cNvSpPr txBox="1">
            <a:spLocks noGrp="1"/>
          </p:cNvSpPr>
          <p:nvPr>
            <p:ph type="title" idx="2" hasCustomPrompt="1"/>
          </p:nvPr>
        </p:nvSpPr>
        <p:spPr>
          <a:xfrm flipH="1">
            <a:off x="6525175" y="1035674"/>
            <a:ext cx="1905600" cy="123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8900"/>
              <a:buNone/>
              <a:defRPr sz="8900">
                <a:solidFill>
                  <a:schemeClr val="lt2"/>
                </a:solidFill>
              </a:defRPr>
            </a:lvl1pPr>
            <a:lvl2pPr lvl="1" algn="ctr" rtl="0">
              <a:spcBef>
                <a:spcPts val="0"/>
              </a:spcBef>
              <a:spcAft>
                <a:spcPts val="0"/>
              </a:spcAft>
              <a:buClr>
                <a:schemeClr val="lt1"/>
              </a:buClr>
              <a:buSzPts val="8900"/>
              <a:buNone/>
              <a:defRPr sz="8900">
                <a:solidFill>
                  <a:schemeClr val="lt1"/>
                </a:solidFill>
              </a:defRPr>
            </a:lvl2pPr>
            <a:lvl3pPr lvl="2" algn="ctr" rtl="0">
              <a:spcBef>
                <a:spcPts val="0"/>
              </a:spcBef>
              <a:spcAft>
                <a:spcPts val="0"/>
              </a:spcAft>
              <a:buClr>
                <a:schemeClr val="lt1"/>
              </a:buClr>
              <a:buSzPts val="8900"/>
              <a:buNone/>
              <a:defRPr sz="8900">
                <a:solidFill>
                  <a:schemeClr val="lt1"/>
                </a:solidFill>
              </a:defRPr>
            </a:lvl3pPr>
            <a:lvl4pPr lvl="3" algn="ctr" rtl="0">
              <a:spcBef>
                <a:spcPts val="0"/>
              </a:spcBef>
              <a:spcAft>
                <a:spcPts val="0"/>
              </a:spcAft>
              <a:buClr>
                <a:schemeClr val="lt1"/>
              </a:buClr>
              <a:buSzPts val="8900"/>
              <a:buNone/>
              <a:defRPr sz="8900">
                <a:solidFill>
                  <a:schemeClr val="lt1"/>
                </a:solidFill>
              </a:defRPr>
            </a:lvl4pPr>
            <a:lvl5pPr lvl="4" algn="ctr" rtl="0">
              <a:spcBef>
                <a:spcPts val="0"/>
              </a:spcBef>
              <a:spcAft>
                <a:spcPts val="0"/>
              </a:spcAft>
              <a:buClr>
                <a:schemeClr val="lt1"/>
              </a:buClr>
              <a:buSzPts val="8900"/>
              <a:buNone/>
              <a:defRPr sz="8900">
                <a:solidFill>
                  <a:schemeClr val="lt1"/>
                </a:solidFill>
              </a:defRPr>
            </a:lvl5pPr>
            <a:lvl6pPr lvl="5" algn="ctr" rtl="0">
              <a:spcBef>
                <a:spcPts val="0"/>
              </a:spcBef>
              <a:spcAft>
                <a:spcPts val="0"/>
              </a:spcAft>
              <a:buClr>
                <a:schemeClr val="lt1"/>
              </a:buClr>
              <a:buSzPts val="8900"/>
              <a:buNone/>
              <a:defRPr sz="8900">
                <a:solidFill>
                  <a:schemeClr val="lt1"/>
                </a:solidFill>
              </a:defRPr>
            </a:lvl6pPr>
            <a:lvl7pPr lvl="6" algn="ctr" rtl="0">
              <a:spcBef>
                <a:spcPts val="0"/>
              </a:spcBef>
              <a:spcAft>
                <a:spcPts val="0"/>
              </a:spcAft>
              <a:buClr>
                <a:schemeClr val="lt1"/>
              </a:buClr>
              <a:buSzPts val="8900"/>
              <a:buNone/>
              <a:defRPr sz="8900">
                <a:solidFill>
                  <a:schemeClr val="lt1"/>
                </a:solidFill>
              </a:defRPr>
            </a:lvl7pPr>
            <a:lvl8pPr lvl="7" algn="ctr" rtl="0">
              <a:spcBef>
                <a:spcPts val="0"/>
              </a:spcBef>
              <a:spcAft>
                <a:spcPts val="0"/>
              </a:spcAft>
              <a:buClr>
                <a:schemeClr val="lt1"/>
              </a:buClr>
              <a:buSzPts val="8900"/>
              <a:buNone/>
              <a:defRPr sz="8900">
                <a:solidFill>
                  <a:schemeClr val="lt1"/>
                </a:solidFill>
              </a:defRPr>
            </a:lvl8pPr>
            <a:lvl9pPr lvl="8" algn="ctr" rtl="0">
              <a:spcBef>
                <a:spcPts val="0"/>
              </a:spcBef>
              <a:spcAft>
                <a:spcPts val="0"/>
              </a:spcAft>
              <a:buClr>
                <a:schemeClr val="lt1"/>
              </a:buClr>
              <a:buSzPts val="8900"/>
              <a:buNone/>
              <a:defRPr sz="8900">
                <a:solidFill>
                  <a:schemeClr val="lt1"/>
                </a:solidFill>
              </a:defRPr>
            </a:lvl9pPr>
          </a:lstStyle>
          <a:p>
            <a:r>
              <a:t>xx%</a:t>
            </a:r>
          </a:p>
        </p:txBody>
      </p:sp>
      <p:cxnSp>
        <p:nvCxnSpPr>
          <p:cNvPr id="17" name="Google Shape;17;p3"/>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grpSp>
        <p:nvGrpSpPr>
          <p:cNvPr id="18" name="Google Shape;18;p3"/>
          <p:cNvGrpSpPr/>
          <p:nvPr/>
        </p:nvGrpSpPr>
        <p:grpSpPr>
          <a:xfrm>
            <a:off x="7748824" y="4263975"/>
            <a:ext cx="636900" cy="322800"/>
            <a:chOff x="790074" y="3806775"/>
            <a:chExt cx="636900" cy="322800"/>
          </a:xfrm>
        </p:grpSpPr>
        <p:sp>
          <p:nvSpPr>
            <p:cNvPr id="19" name="Google Shape;19;p3"/>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 name="Google Shape;20;p3"/>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1"/>
        <p:cNvGrpSpPr/>
        <p:nvPr/>
      </p:nvGrpSpPr>
      <p:grpSpPr>
        <a:xfrm>
          <a:off x="0" y="0"/>
          <a:ext cx="0" cy="0"/>
          <a:chOff x="0" y="0"/>
          <a:chExt cx="0" cy="0"/>
        </a:xfrm>
      </p:grpSpPr>
      <p:sp>
        <p:nvSpPr>
          <p:cNvPr id="22" name="Google Shape;22;p4"/>
          <p:cNvSpPr txBox="1">
            <a:spLocks noGrp="1"/>
          </p:cNvSpPr>
          <p:nvPr>
            <p:ph type="body" idx="1"/>
          </p:nvPr>
        </p:nvSpPr>
        <p:spPr>
          <a:xfrm>
            <a:off x="713225" y="1085200"/>
            <a:ext cx="7717500" cy="3456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lt2"/>
              </a:buClr>
              <a:buSzPts val="1200"/>
              <a:buAutoNum type="arabicPeriod"/>
              <a:defRPr sz="1200"/>
            </a:lvl1pPr>
            <a:lvl2pPr marL="914400" lvl="1" indent="-304800" rtl="0">
              <a:spcBef>
                <a:spcPts val="0"/>
              </a:spcBef>
              <a:spcAft>
                <a:spcPts val="0"/>
              </a:spcAft>
              <a:buClr>
                <a:srgbClr val="434343"/>
              </a:buClr>
              <a:buSzPts val="1200"/>
              <a:buFont typeface="Roboto Condensed Light"/>
              <a:buAutoNum type="alphaLcPeriod"/>
              <a:defRPr/>
            </a:lvl2pPr>
            <a:lvl3pPr marL="1371600" lvl="2" indent="-304800" rtl="0">
              <a:spcBef>
                <a:spcPts val="0"/>
              </a:spcBef>
              <a:spcAft>
                <a:spcPts val="0"/>
              </a:spcAft>
              <a:buClr>
                <a:srgbClr val="434343"/>
              </a:buClr>
              <a:buSzPts val="1200"/>
              <a:buFont typeface="Roboto Condensed Light"/>
              <a:buAutoNum type="romanLcPeriod"/>
              <a:defRPr/>
            </a:lvl3pPr>
            <a:lvl4pPr marL="1828800" lvl="3" indent="-304800" rtl="0">
              <a:spcBef>
                <a:spcPts val="0"/>
              </a:spcBef>
              <a:spcAft>
                <a:spcPts val="0"/>
              </a:spcAft>
              <a:buClr>
                <a:srgbClr val="434343"/>
              </a:buClr>
              <a:buSzPts val="1200"/>
              <a:buFont typeface="Roboto Condensed Light"/>
              <a:buAutoNum type="arabicPeriod"/>
              <a:defRPr/>
            </a:lvl4pPr>
            <a:lvl5pPr marL="2286000" lvl="4" indent="-304800" rtl="0">
              <a:spcBef>
                <a:spcPts val="0"/>
              </a:spcBef>
              <a:spcAft>
                <a:spcPts val="0"/>
              </a:spcAft>
              <a:buClr>
                <a:srgbClr val="434343"/>
              </a:buClr>
              <a:buSzPts val="1200"/>
              <a:buFont typeface="Roboto Condensed Light"/>
              <a:buAutoNum type="alphaLcPeriod"/>
              <a:defRPr/>
            </a:lvl5pPr>
            <a:lvl6pPr marL="2743200" lvl="5" indent="-304800" rtl="0">
              <a:spcBef>
                <a:spcPts val="0"/>
              </a:spcBef>
              <a:spcAft>
                <a:spcPts val="0"/>
              </a:spcAft>
              <a:buClr>
                <a:srgbClr val="434343"/>
              </a:buClr>
              <a:buSzPts val="1200"/>
              <a:buFont typeface="Roboto Condensed Light"/>
              <a:buAutoNum type="romanLcPeriod"/>
              <a:defRPr/>
            </a:lvl6pPr>
            <a:lvl7pPr marL="3200400" lvl="6" indent="-304800" rtl="0">
              <a:spcBef>
                <a:spcPts val="0"/>
              </a:spcBef>
              <a:spcAft>
                <a:spcPts val="0"/>
              </a:spcAft>
              <a:buClr>
                <a:srgbClr val="434343"/>
              </a:buClr>
              <a:buSzPts val="1200"/>
              <a:buFont typeface="Roboto Condensed Light"/>
              <a:buAutoNum type="arabicPeriod"/>
              <a:defRPr/>
            </a:lvl7pPr>
            <a:lvl8pPr marL="3657600" lvl="7" indent="-304800" rtl="0">
              <a:spcBef>
                <a:spcPts val="0"/>
              </a:spcBef>
              <a:spcAft>
                <a:spcPts val="0"/>
              </a:spcAft>
              <a:buClr>
                <a:srgbClr val="434343"/>
              </a:buClr>
              <a:buSzPts val="1200"/>
              <a:buFont typeface="Roboto Condensed Light"/>
              <a:buAutoNum type="alphaLcPeriod"/>
              <a:defRPr/>
            </a:lvl8pPr>
            <a:lvl9pPr marL="4114800" lvl="8" indent="-304800" rtl="0">
              <a:spcBef>
                <a:spcPts val="0"/>
              </a:spcBef>
              <a:spcAft>
                <a:spcPts val="0"/>
              </a:spcAft>
              <a:buClr>
                <a:srgbClr val="434343"/>
              </a:buClr>
              <a:buSzPts val="1200"/>
              <a:buFont typeface="Roboto Condensed Light"/>
              <a:buAutoNum type="romanLcPeriod"/>
              <a:defRPr/>
            </a:lvl9pPr>
          </a:lstStyle>
          <a:p>
            <a:endParaRPr/>
          </a:p>
        </p:txBody>
      </p:sp>
      <p:sp>
        <p:nvSpPr>
          <p:cNvPr id="23" name="Google Shape;23;p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4" name="Google Shape;24;p4"/>
          <p:cNvSpPr/>
          <p:nvPr/>
        </p:nvSpPr>
        <p:spPr>
          <a:xfrm>
            <a:off x="6208675" y="43994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 name="Google Shape;25;p4"/>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8" name="Google Shape;28;p5"/>
          <p:cNvSpPr txBox="1">
            <a:spLocks noGrp="1"/>
          </p:cNvSpPr>
          <p:nvPr>
            <p:ph type="subTitle" idx="1"/>
          </p:nvPr>
        </p:nvSpPr>
        <p:spPr>
          <a:xfrm>
            <a:off x="713225" y="1479550"/>
            <a:ext cx="35031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9" name="Google Shape;29;p5"/>
          <p:cNvSpPr txBox="1">
            <a:spLocks noGrp="1"/>
          </p:cNvSpPr>
          <p:nvPr>
            <p:ph type="subTitle" idx="2"/>
          </p:nvPr>
        </p:nvSpPr>
        <p:spPr>
          <a:xfrm>
            <a:off x="713225" y="2816525"/>
            <a:ext cx="35031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 name="Google Shape;30;p5"/>
          <p:cNvSpPr txBox="1">
            <a:spLocks noGrp="1"/>
          </p:cNvSpPr>
          <p:nvPr>
            <p:ph type="subTitle" idx="3"/>
          </p:nvPr>
        </p:nvSpPr>
        <p:spPr>
          <a:xfrm>
            <a:off x="713225" y="1904125"/>
            <a:ext cx="3503100" cy="6366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1" name="Google Shape;31;p5"/>
          <p:cNvSpPr txBox="1">
            <a:spLocks noGrp="1"/>
          </p:cNvSpPr>
          <p:nvPr>
            <p:ph type="subTitle" idx="4"/>
          </p:nvPr>
        </p:nvSpPr>
        <p:spPr>
          <a:xfrm>
            <a:off x="713225" y="3241100"/>
            <a:ext cx="3503100" cy="6366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32" name="Google Shape;32;p5"/>
          <p:cNvCxnSpPr/>
          <p:nvPr/>
        </p:nvCxnSpPr>
        <p:spPr>
          <a:xfrm>
            <a:off x="211980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4824050" y="1354750"/>
            <a:ext cx="3606900" cy="1441200"/>
          </a:xfrm>
          <a:prstGeom prst="rect">
            <a:avLst/>
          </a:prstGeom>
        </p:spPr>
        <p:txBody>
          <a:bodyPr spcFirstLastPara="1" wrap="square" lIns="91425" tIns="91425" rIns="91425" bIns="91425" anchor="ctr" anchorCtr="0">
            <a:noAutofit/>
          </a:bodyPr>
          <a:lstStyle>
            <a:lvl1pPr lvl="0" algn="r">
              <a:spcBef>
                <a:spcPts val="0"/>
              </a:spcBef>
              <a:spcAft>
                <a:spcPts val="0"/>
              </a:spcAft>
              <a:buSzPts val="2400"/>
              <a:buNone/>
              <a:defRPr sz="3300" b="1"/>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8" name="Google Shape;38;p7"/>
          <p:cNvSpPr txBox="1">
            <a:spLocks noGrp="1"/>
          </p:cNvSpPr>
          <p:nvPr>
            <p:ph type="subTitle" idx="1"/>
          </p:nvPr>
        </p:nvSpPr>
        <p:spPr>
          <a:xfrm>
            <a:off x="4823900" y="3009013"/>
            <a:ext cx="3606900" cy="7701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9" name="Google Shape;39;p7"/>
          <p:cNvGrpSpPr/>
          <p:nvPr/>
        </p:nvGrpSpPr>
        <p:grpSpPr>
          <a:xfrm>
            <a:off x="7748824" y="632675"/>
            <a:ext cx="636900" cy="322800"/>
            <a:chOff x="790074" y="3806775"/>
            <a:chExt cx="636900" cy="322800"/>
          </a:xfrm>
        </p:grpSpPr>
        <p:sp>
          <p:nvSpPr>
            <p:cNvPr id="40" name="Google Shape;40;p7"/>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7"/>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42" name="Google Shape;42;p7"/>
          <p:cNvCxnSpPr/>
          <p:nvPr/>
        </p:nvCxnSpPr>
        <p:spPr>
          <a:xfrm>
            <a:off x="211980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4431200" y="1473100"/>
            <a:ext cx="3999900" cy="8295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4200"/>
              <a:buNone/>
              <a:defRPr sz="5400" b="1"/>
            </a:lvl1pPr>
            <a:lvl2pPr lvl="1" algn="r" rtl="0">
              <a:spcBef>
                <a:spcPts val="0"/>
              </a:spcBef>
              <a:spcAft>
                <a:spcPts val="0"/>
              </a:spcAft>
              <a:buSzPts val="4200"/>
              <a:buNone/>
              <a:defRPr sz="4200"/>
            </a:lvl2pPr>
            <a:lvl3pPr lvl="2" algn="r" rtl="0">
              <a:spcBef>
                <a:spcPts val="0"/>
              </a:spcBef>
              <a:spcAft>
                <a:spcPts val="0"/>
              </a:spcAft>
              <a:buSzPts val="4200"/>
              <a:buNone/>
              <a:defRPr sz="4200"/>
            </a:lvl3pPr>
            <a:lvl4pPr lvl="3" algn="r" rtl="0">
              <a:spcBef>
                <a:spcPts val="0"/>
              </a:spcBef>
              <a:spcAft>
                <a:spcPts val="0"/>
              </a:spcAft>
              <a:buSzPts val="4200"/>
              <a:buNone/>
              <a:defRPr sz="4200"/>
            </a:lvl4pPr>
            <a:lvl5pPr lvl="4" algn="r" rtl="0">
              <a:spcBef>
                <a:spcPts val="0"/>
              </a:spcBef>
              <a:spcAft>
                <a:spcPts val="0"/>
              </a:spcAft>
              <a:buSzPts val="4200"/>
              <a:buNone/>
              <a:defRPr sz="4200"/>
            </a:lvl5pPr>
            <a:lvl6pPr lvl="5" algn="r" rtl="0">
              <a:spcBef>
                <a:spcPts val="0"/>
              </a:spcBef>
              <a:spcAft>
                <a:spcPts val="0"/>
              </a:spcAft>
              <a:buSzPts val="4200"/>
              <a:buNone/>
              <a:defRPr sz="4200"/>
            </a:lvl6pPr>
            <a:lvl7pPr lvl="6" algn="r" rtl="0">
              <a:spcBef>
                <a:spcPts val="0"/>
              </a:spcBef>
              <a:spcAft>
                <a:spcPts val="0"/>
              </a:spcAft>
              <a:buSzPts val="4200"/>
              <a:buNone/>
              <a:defRPr sz="4200"/>
            </a:lvl7pPr>
            <a:lvl8pPr lvl="7" algn="r" rtl="0">
              <a:spcBef>
                <a:spcPts val="0"/>
              </a:spcBef>
              <a:spcAft>
                <a:spcPts val="0"/>
              </a:spcAft>
              <a:buSzPts val="4200"/>
              <a:buNone/>
              <a:defRPr sz="4200"/>
            </a:lvl8pPr>
            <a:lvl9pPr lvl="8" algn="r" rtl="0">
              <a:spcBef>
                <a:spcPts val="0"/>
              </a:spcBef>
              <a:spcAft>
                <a:spcPts val="0"/>
              </a:spcAft>
              <a:buSzPts val="4200"/>
              <a:buNone/>
              <a:defRPr sz="4200"/>
            </a:lvl9pPr>
          </a:lstStyle>
          <a:p>
            <a:endParaRPr/>
          </a:p>
        </p:txBody>
      </p:sp>
      <p:sp>
        <p:nvSpPr>
          <p:cNvPr id="48" name="Google Shape;48;p9"/>
          <p:cNvSpPr txBox="1">
            <a:spLocks noGrp="1"/>
          </p:cNvSpPr>
          <p:nvPr>
            <p:ph type="subTitle" idx="1"/>
          </p:nvPr>
        </p:nvSpPr>
        <p:spPr>
          <a:xfrm>
            <a:off x="4431200" y="2347125"/>
            <a:ext cx="3999900" cy="1323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a:solidFill>
                  <a:schemeClr val="dk1"/>
                </a:solidFill>
              </a:defRPr>
            </a:lvl1pPr>
            <a:lvl2pPr lvl="1" algn="r" rtl="0">
              <a:lnSpc>
                <a:spcPct val="100000"/>
              </a:lnSpc>
              <a:spcBef>
                <a:spcPts val="0"/>
              </a:spcBef>
              <a:spcAft>
                <a:spcPts val="0"/>
              </a:spcAft>
              <a:buSzPts val="2100"/>
              <a:buNone/>
              <a:defRPr sz="2100"/>
            </a:lvl2pPr>
            <a:lvl3pPr lvl="2" algn="r" rtl="0">
              <a:lnSpc>
                <a:spcPct val="100000"/>
              </a:lnSpc>
              <a:spcBef>
                <a:spcPts val="0"/>
              </a:spcBef>
              <a:spcAft>
                <a:spcPts val="0"/>
              </a:spcAft>
              <a:buSzPts val="2100"/>
              <a:buNone/>
              <a:defRPr sz="2100"/>
            </a:lvl3pPr>
            <a:lvl4pPr lvl="3" algn="r" rtl="0">
              <a:lnSpc>
                <a:spcPct val="100000"/>
              </a:lnSpc>
              <a:spcBef>
                <a:spcPts val="0"/>
              </a:spcBef>
              <a:spcAft>
                <a:spcPts val="0"/>
              </a:spcAft>
              <a:buSzPts val="2100"/>
              <a:buNone/>
              <a:defRPr sz="2100"/>
            </a:lvl4pPr>
            <a:lvl5pPr lvl="4" algn="r" rtl="0">
              <a:lnSpc>
                <a:spcPct val="100000"/>
              </a:lnSpc>
              <a:spcBef>
                <a:spcPts val="0"/>
              </a:spcBef>
              <a:spcAft>
                <a:spcPts val="0"/>
              </a:spcAft>
              <a:buSzPts val="2100"/>
              <a:buNone/>
              <a:defRPr sz="2100"/>
            </a:lvl5pPr>
            <a:lvl6pPr lvl="5" algn="r" rtl="0">
              <a:lnSpc>
                <a:spcPct val="100000"/>
              </a:lnSpc>
              <a:spcBef>
                <a:spcPts val="0"/>
              </a:spcBef>
              <a:spcAft>
                <a:spcPts val="0"/>
              </a:spcAft>
              <a:buSzPts val="2100"/>
              <a:buNone/>
              <a:defRPr sz="2100"/>
            </a:lvl6pPr>
            <a:lvl7pPr lvl="6" algn="r" rtl="0">
              <a:lnSpc>
                <a:spcPct val="100000"/>
              </a:lnSpc>
              <a:spcBef>
                <a:spcPts val="0"/>
              </a:spcBef>
              <a:spcAft>
                <a:spcPts val="0"/>
              </a:spcAft>
              <a:buSzPts val="2100"/>
              <a:buNone/>
              <a:defRPr sz="2100"/>
            </a:lvl7pPr>
            <a:lvl8pPr lvl="7" algn="r" rtl="0">
              <a:lnSpc>
                <a:spcPct val="100000"/>
              </a:lnSpc>
              <a:spcBef>
                <a:spcPts val="0"/>
              </a:spcBef>
              <a:spcAft>
                <a:spcPts val="0"/>
              </a:spcAft>
              <a:buSzPts val="2100"/>
              <a:buNone/>
              <a:defRPr sz="2100"/>
            </a:lvl8pPr>
            <a:lvl9pPr lvl="8" algn="r" rtl="0">
              <a:lnSpc>
                <a:spcPct val="100000"/>
              </a:lnSpc>
              <a:spcBef>
                <a:spcPts val="0"/>
              </a:spcBef>
              <a:spcAft>
                <a:spcPts val="0"/>
              </a:spcAft>
              <a:buSzPts val="2100"/>
              <a:buNone/>
              <a:defRPr sz="2100"/>
            </a:lvl9pPr>
          </a:lstStyle>
          <a:p>
            <a:endParaRPr/>
          </a:p>
        </p:txBody>
      </p:sp>
      <p:cxnSp>
        <p:nvCxnSpPr>
          <p:cNvPr id="49" name="Google Shape;49;p9"/>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grpSp>
        <p:nvGrpSpPr>
          <p:cNvPr id="50" name="Google Shape;50;p9"/>
          <p:cNvGrpSpPr/>
          <p:nvPr/>
        </p:nvGrpSpPr>
        <p:grpSpPr>
          <a:xfrm>
            <a:off x="7748824" y="4263975"/>
            <a:ext cx="636900" cy="322800"/>
            <a:chOff x="790074" y="3806775"/>
            <a:chExt cx="636900" cy="322800"/>
          </a:xfrm>
        </p:grpSpPr>
        <p:sp>
          <p:nvSpPr>
            <p:cNvPr id="51" name="Google Shape;51;p9"/>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 name="Google Shape;52;p9"/>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3"/>
        <p:cNvGrpSpPr/>
        <p:nvPr/>
      </p:nvGrpSpPr>
      <p:grpSpPr>
        <a:xfrm>
          <a:off x="0" y="0"/>
          <a:ext cx="0" cy="0"/>
          <a:chOff x="0" y="0"/>
          <a:chExt cx="0" cy="0"/>
        </a:xfrm>
      </p:grpSpPr>
      <p:sp>
        <p:nvSpPr>
          <p:cNvPr id="54" name="Google Shape;54;p10"/>
          <p:cNvSpPr/>
          <p:nvPr/>
        </p:nvSpPr>
        <p:spPr>
          <a:xfrm>
            <a:off x="-17350" y="-1275"/>
            <a:ext cx="9161400" cy="5178600"/>
          </a:xfrm>
          <a:prstGeom prst="rect">
            <a:avLst/>
          </a:prstGeom>
          <a:solidFill>
            <a:srgbClr val="8E7CC3">
              <a:alpha val="21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title"/>
          </p:nvPr>
        </p:nvSpPr>
        <p:spPr>
          <a:xfrm>
            <a:off x="713225" y="3044225"/>
            <a:ext cx="3330300" cy="1417500"/>
          </a:xfrm>
          <a:prstGeom prst="rect">
            <a:avLst/>
          </a:prstGeom>
        </p:spPr>
        <p:txBody>
          <a:bodyPr spcFirstLastPara="1" wrap="square" lIns="91425" tIns="91425" rIns="91425" bIns="91425" anchor="ctr" anchorCtr="0">
            <a:noAutofit/>
          </a:bodyPr>
          <a:lstStyle>
            <a:lvl1pPr lvl="0">
              <a:spcBef>
                <a:spcPts val="0"/>
              </a:spcBef>
              <a:spcAft>
                <a:spcPts val="0"/>
              </a:spcAft>
              <a:buSzPts val="3300"/>
              <a:buNone/>
              <a:defRPr sz="3300" b="1"/>
            </a:lvl1pPr>
            <a:lvl2pPr lvl="1">
              <a:spcBef>
                <a:spcPts val="0"/>
              </a:spcBef>
              <a:spcAft>
                <a:spcPts val="0"/>
              </a:spcAft>
              <a:buSzPts val="3300"/>
              <a:buNone/>
              <a:defRPr>
                <a:latin typeface="Baloo 2"/>
                <a:ea typeface="Baloo 2"/>
                <a:cs typeface="Baloo 2"/>
                <a:sym typeface="Baloo 2"/>
              </a:defRPr>
            </a:lvl2pPr>
            <a:lvl3pPr lvl="2">
              <a:spcBef>
                <a:spcPts val="0"/>
              </a:spcBef>
              <a:spcAft>
                <a:spcPts val="0"/>
              </a:spcAft>
              <a:buSzPts val="3300"/>
              <a:buNone/>
              <a:defRPr>
                <a:latin typeface="Baloo 2"/>
                <a:ea typeface="Baloo 2"/>
                <a:cs typeface="Baloo 2"/>
                <a:sym typeface="Baloo 2"/>
              </a:defRPr>
            </a:lvl3pPr>
            <a:lvl4pPr lvl="3">
              <a:spcBef>
                <a:spcPts val="0"/>
              </a:spcBef>
              <a:spcAft>
                <a:spcPts val="0"/>
              </a:spcAft>
              <a:buSzPts val="3300"/>
              <a:buNone/>
              <a:defRPr>
                <a:latin typeface="Baloo 2"/>
                <a:ea typeface="Baloo 2"/>
                <a:cs typeface="Baloo 2"/>
                <a:sym typeface="Baloo 2"/>
              </a:defRPr>
            </a:lvl4pPr>
            <a:lvl5pPr lvl="4">
              <a:spcBef>
                <a:spcPts val="0"/>
              </a:spcBef>
              <a:spcAft>
                <a:spcPts val="0"/>
              </a:spcAft>
              <a:buSzPts val="3300"/>
              <a:buNone/>
              <a:defRPr>
                <a:latin typeface="Baloo 2"/>
                <a:ea typeface="Baloo 2"/>
                <a:cs typeface="Baloo 2"/>
                <a:sym typeface="Baloo 2"/>
              </a:defRPr>
            </a:lvl5pPr>
            <a:lvl6pPr lvl="5">
              <a:spcBef>
                <a:spcPts val="0"/>
              </a:spcBef>
              <a:spcAft>
                <a:spcPts val="0"/>
              </a:spcAft>
              <a:buSzPts val="3300"/>
              <a:buNone/>
              <a:defRPr>
                <a:latin typeface="Baloo 2"/>
                <a:ea typeface="Baloo 2"/>
                <a:cs typeface="Baloo 2"/>
                <a:sym typeface="Baloo 2"/>
              </a:defRPr>
            </a:lvl6pPr>
            <a:lvl7pPr lvl="6">
              <a:spcBef>
                <a:spcPts val="0"/>
              </a:spcBef>
              <a:spcAft>
                <a:spcPts val="0"/>
              </a:spcAft>
              <a:buSzPts val="3300"/>
              <a:buNone/>
              <a:defRPr>
                <a:latin typeface="Baloo 2"/>
                <a:ea typeface="Baloo 2"/>
                <a:cs typeface="Baloo 2"/>
                <a:sym typeface="Baloo 2"/>
              </a:defRPr>
            </a:lvl7pPr>
            <a:lvl8pPr lvl="7">
              <a:spcBef>
                <a:spcPts val="0"/>
              </a:spcBef>
              <a:spcAft>
                <a:spcPts val="0"/>
              </a:spcAft>
              <a:buSzPts val="3300"/>
              <a:buNone/>
              <a:defRPr>
                <a:latin typeface="Baloo 2"/>
                <a:ea typeface="Baloo 2"/>
                <a:cs typeface="Baloo 2"/>
                <a:sym typeface="Baloo 2"/>
              </a:defRPr>
            </a:lvl8pPr>
            <a:lvl9pPr lvl="8">
              <a:spcBef>
                <a:spcPts val="0"/>
              </a:spcBef>
              <a:spcAft>
                <a:spcPts val="0"/>
              </a:spcAft>
              <a:buSzPts val="3300"/>
              <a:buNone/>
              <a:defRPr>
                <a:latin typeface="Baloo 2"/>
                <a:ea typeface="Baloo 2"/>
                <a:cs typeface="Baloo 2"/>
                <a:sym typeface="Baloo 2"/>
              </a:defRPr>
            </a:lvl9pPr>
          </a:lstStyle>
          <a:p>
            <a:endParaRPr/>
          </a:p>
        </p:txBody>
      </p:sp>
      <p:cxnSp>
        <p:nvCxnSpPr>
          <p:cNvPr id="56" name="Google Shape;56;p10"/>
          <p:cNvCxnSpPr/>
          <p:nvPr/>
        </p:nvCxnSpPr>
        <p:spPr>
          <a:xfrm>
            <a:off x="211985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350175" y="1492250"/>
            <a:ext cx="4080600" cy="1437300"/>
          </a:xfrm>
          <a:prstGeom prst="rect">
            <a:avLst/>
          </a:prstGeom>
        </p:spPr>
        <p:txBody>
          <a:bodyPr spcFirstLastPara="1" wrap="square" lIns="91425" tIns="91425" rIns="91425" bIns="91425" anchor="ctr" anchorCtr="0">
            <a:noAutofit/>
          </a:bodyPr>
          <a:lstStyle>
            <a:lvl1pPr lvl="0" algn="r">
              <a:spcBef>
                <a:spcPts val="0"/>
              </a:spcBef>
              <a:spcAft>
                <a:spcPts val="0"/>
              </a:spcAft>
              <a:buSzPts val="12000"/>
              <a:buNone/>
              <a:defRPr sz="10600" b="1">
                <a:solidFill>
                  <a:schemeClr val="lt2"/>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subTitle" idx="1"/>
          </p:nvPr>
        </p:nvSpPr>
        <p:spPr>
          <a:xfrm>
            <a:off x="4350175" y="2929450"/>
            <a:ext cx="4080600" cy="721800"/>
          </a:xfrm>
          <a:prstGeom prst="rect">
            <a:avLst/>
          </a:prstGeom>
        </p:spPr>
        <p:txBody>
          <a:bodyPr spcFirstLastPara="1" wrap="square" lIns="91425" tIns="91425" rIns="91425" bIns="91425" anchor="t" anchorCtr="0">
            <a:noAutofit/>
          </a:bodyPr>
          <a:lstStyle>
            <a:lvl1pPr lvl="0" algn="r">
              <a:spcBef>
                <a:spcPts val="0"/>
              </a:spcBef>
              <a:spcAft>
                <a:spcPts val="0"/>
              </a:spcAft>
              <a:buSzPts val="18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60" name="Google Shape;60;p11"/>
          <p:cNvGrpSpPr/>
          <p:nvPr/>
        </p:nvGrpSpPr>
        <p:grpSpPr>
          <a:xfrm>
            <a:off x="7748824" y="632675"/>
            <a:ext cx="636900" cy="322800"/>
            <a:chOff x="790074" y="3806775"/>
            <a:chExt cx="636900" cy="322800"/>
          </a:xfrm>
        </p:grpSpPr>
        <p:sp>
          <p:nvSpPr>
            <p:cNvPr id="61" name="Google Shape;61;p11"/>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11"/>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63" name="Google Shape;63;p11"/>
          <p:cNvCxnSpPr/>
          <p:nvPr/>
        </p:nvCxnSpPr>
        <p:spPr>
          <a:xfrm>
            <a:off x="211980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4"/>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5"/>
        <p:cNvGrpSpPr/>
        <p:nvPr/>
      </p:nvGrpSpPr>
      <p:grpSpPr>
        <a:xfrm>
          <a:off x="0" y="0"/>
          <a:ext cx="0" cy="0"/>
          <a:chOff x="0" y="0"/>
          <a:chExt cx="0" cy="0"/>
        </a:xfrm>
      </p:grpSpPr>
      <p:cxnSp>
        <p:nvCxnSpPr>
          <p:cNvPr id="66" name="Google Shape;66;p13"/>
          <p:cNvCxnSpPr/>
          <p:nvPr/>
        </p:nvCxnSpPr>
        <p:spPr>
          <a:xfrm>
            <a:off x="2119800" y="4721225"/>
            <a:ext cx="7024200" cy="0"/>
          </a:xfrm>
          <a:prstGeom prst="straightConnector1">
            <a:avLst/>
          </a:prstGeom>
          <a:noFill/>
          <a:ln w="9525" cap="flat" cmpd="sng">
            <a:solidFill>
              <a:schemeClr val="dk1"/>
            </a:solidFill>
            <a:prstDash val="solid"/>
            <a:round/>
            <a:headEnd type="none" w="med" len="med"/>
            <a:tailEnd type="none" w="med" len="med"/>
          </a:ln>
        </p:spPr>
      </p:cxnSp>
      <p:sp>
        <p:nvSpPr>
          <p:cNvPr id="67" name="Google Shape;67;p13"/>
          <p:cNvSpPr/>
          <p:nvPr/>
        </p:nvSpPr>
        <p:spPr>
          <a:xfrm>
            <a:off x="-607381" y="157152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33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69" name="Google Shape;69;p13"/>
          <p:cNvSpPr txBox="1">
            <a:spLocks noGrp="1"/>
          </p:cNvSpPr>
          <p:nvPr>
            <p:ph type="subTitle" idx="1"/>
          </p:nvPr>
        </p:nvSpPr>
        <p:spPr>
          <a:xfrm>
            <a:off x="1982400" y="1394900"/>
            <a:ext cx="24009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0" name="Google Shape;70;p13"/>
          <p:cNvSpPr txBox="1">
            <a:spLocks noGrp="1"/>
          </p:cNvSpPr>
          <p:nvPr>
            <p:ph type="subTitle" idx="2"/>
          </p:nvPr>
        </p:nvSpPr>
        <p:spPr>
          <a:xfrm>
            <a:off x="5724250" y="1394900"/>
            <a:ext cx="24009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 name="Google Shape;71;p13"/>
          <p:cNvSpPr txBox="1">
            <a:spLocks noGrp="1"/>
          </p:cNvSpPr>
          <p:nvPr>
            <p:ph type="subTitle" idx="3"/>
          </p:nvPr>
        </p:nvSpPr>
        <p:spPr>
          <a:xfrm>
            <a:off x="1982400" y="2876503"/>
            <a:ext cx="24009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72" name="Google Shape;72;p13"/>
          <p:cNvGrpSpPr/>
          <p:nvPr/>
        </p:nvGrpSpPr>
        <p:grpSpPr>
          <a:xfrm flipH="1">
            <a:off x="230447" y="2027120"/>
            <a:ext cx="822346" cy="3123261"/>
            <a:chOff x="2330682" y="1468700"/>
            <a:chExt cx="538184" cy="2044019"/>
          </a:xfrm>
        </p:grpSpPr>
        <p:sp>
          <p:nvSpPr>
            <p:cNvPr id="73" name="Google Shape;73;p13"/>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4" name="Google Shape;74;p13"/>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3"/>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13"/>
          <p:cNvSpPr txBox="1">
            <a:spLocks noGrp="1"/>
          </p:cNvSpPr>
          <p:nvPr>
            <p:ph type="subTitle" idx="4"/>
          </p:nvPr>
        </p:nvSpPr>
        <p:spPr>
          <a:xfrm>
            <a:off x="5724250" y="2876503"/>
            <a:ext cx="2400900" cy="4545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 name="Google Shape;77;p13"/>
          <p:cNvSpPr txBox="1">
            <a:spLocks noGrp="1"/>
          </p:cNvSpPr>
          <p:nvPr>
            <p:ph type="subTitle" idx="5"/>
          </p:nvPr>
        </p:nvSpPr>
        <p:spPr>
          <a:xfrm>
            <a:off x="1982400" y="1785625"/>
            <a:ext cx="2400900" cy="636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8" name="Google Shape;78;p13"/>
          <p:cNvSpPr txBox="1">
            <a:spLocks noGrp="1"/>
          </p:cNvSpPr>
          <p:nvPr>
            <p:ph type="subTitle" idx="6"/>
          </p:nvPr>
        </p:nvSpPr>
        <p:spPr>
          <a:xfrm>
            <a:off x="5724250" y="1785625"/>
            <a:ext cx="2400900" cy="636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79" name="Google Shape;79;p13"/>
          <p:cNvSpPr txBox="1">
            <a:spLocks noGrp="1"/>
          </p:cNvSpPr>
          <p:nvPr>
            <p:ph type="subTitle" idx="7"/>
          </p:nvPr>
        </p:nvSpPr>
        <p:spPr>
          <a:xfrm>
            <a:off x="1982400" y="3264400"/>
            <a:ext cx="2400900" cy="636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0" name="Google Shape;80;p13"/>
          <p:cNvSpPr txBox="1">
            <a:spLocks noGrp="1"/>
          </p:cNvSpPr>
          <p:nvPr>
            <p:ph type="subTitle" idx="8"/>
          </p:nvPr>
        </p:nvSpPr>
        <p:spPr>
          <a:xfrm>
            <a:off x="5724250" y="3264400"/>
            <a:ext cx="2400900" cy="6366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81" name="Google Shape;81;p13"/>
          <p:cNvSpPr txBox="1">
            <a:spLocks noGrp="1"/>
          </p:cNvSpPr>
          <p:nvPr>
            <p:ph type="title" idx="9" hasCustomPrompt="1"/>
          </p:nvPr>
        </p:nvSpPr>
        <p:spPr>
          <a:xfrm>
            <a:off x="1018800" y="1552474"/>
            <a:ext cx="963600" cy="74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5000">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82" name="Google Shape;82;p13"/>
          <p:cNvSpPr txBox="1">
            <a:spLocks noGrp="1"/>
          </p:cNvSpPr>
          <p:nvPr>
            <p:ph type="title" idx="13" hasCustomPrompt="1"/>
          </p:nvPr>
        </p:nvSpPr>
        <p:spPr>
          <a:xfrm>
            <a:off x="4760650" y="1552474"/>
            <a:ext cx="963600" cy="74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5000">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83" name="Google Shape;83;p13"/>
          <p:cNvSpPr txBox="1">
            <a:spLocks noGrp="1"/>
          </p:cNvSpPr>
          <p:nvPr>
            <p:ph type="title" idx="14" hasCustomPrompt="1"/>
          </p:nvPr>
        </p:nvSpPr>
        <p:spPr>
          <a:xfrm>
            <a:off x="1018800" y="3030486"/>
            <a:ext cx="963600" cy="74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5000">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84" name="Google Shape;84;p13"/>
          <p:cNvSpPr txBox="1">
            <a:spLocks noGrp="1"/>
          </p:cNvSpPr>
          <p:nvPr>
            <p:ph type="title" idx="15" hasCustomPrompt="1"/>
          </p:nvPr>
        </p:nvSpPr>
        <p:spPr>
          <a:xfrm>
            <a:off x="4760650" y="3030486"/>
            <a:ext cx="963600" cy="74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800"/>
              <a:buNone/>
              <a:defRPr sz="5000">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flipH="1">
            <a:off x="713275" y="3275100"/>
            <a:ext cx="3503100" cy="395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1800"/>
              <a:buNone/>
              <a:defRPr sz="1900" b="1"/>
            </a:lvl1pPr>
            <a:lvl2pPr lvl="1" rtl="0">
              <a:spcBef>
                <a:spcPts val="0"/>
              </a:spcBef>
              <a:spcAft>
                <a:spcPts val="0"/>
              </a:spcAft>
              <a:buClr>
                <a:schemeClr val="accent2"/>
              </a:buClr>
              <a:buSzPts val="1800"/>
              <a:buNone/>
              <a:defRPr sz="1800">
                <a:solidFill>
                  <a:schemeClr val="accent2"/>
                </a:solidFill>
              </a:defRPr>
            </a:lvl2pPr>
            <a:lvl3pPr lvl="2" rtl="0">
              <a:spcBef>
                <a:spcPts val="0"/>
              </a:spcBef>
              <a:spcAft>
                <a:spcPts val="0"/>
              </a:spcAft>
              <a:buClr>
                <a:schemeClr val="accent2"/>
              </a:buClr>
              <a:buSzPts val="1800"/>
              <a:buNone/>
              <a:defRPr sz="1800">
                <a:solidFill>
                  <a:schemeClr val="accent2"/>
                </a:solidFill>
              </a:defRPr>
            </a:lvl3pPr>
            <a:lvl4pPr lvl="3" rtl="0">
              <a:spcBef>
                <a:spcPts val="0"/>
              </a:spcBef>
              <a:spcAft>
                <a:spcPts val="0"/>
              </a:spcAft>
              <a:buClr>
                <a:schemeClr val="accent2"/>
              </a:buClr>
              <a:buSzPts val="1800"/>
              <a:buNone/>
              <a:defRPr sz="1800">
                <a:solidFill>
                  <a:schemeClr val="accent2"/>
                </a:solidFill>
              </a:defRPr>
            </a:lvl4pPr>
            <a:lvl5pPr lvl="4" rtl="0">
              <a:spcBef>
                <a:spcPts val="0"/>
              </a:spcBef>
              <a:spcAft>
                <a:spcPts val="0"/>
              </a:spcAft>
              <a:buClr>
                <a:schemeClr val="accent2"/>
              </a:buClr>
              <a:buSzPts val="1800"/>
              <a:buNone/>
              <a:defRPr sz="1800">
                <a:solidFill>
                  <a:schemeClr val="accent2"/>
                </a:solidFill>
              </a:defRPr>
            </a:lvl5pPr>
            <a:lvl6pPr lvl="5" rtl="0">
              <a:spcBef>
                <a:spcPts val="0"/>
              </a:spcBef>
              <a:spcAft>
                <a:spcPts val="0"/>
              </a:spcAft>
              <a:buClr>
                <a:schemeClr val="accent2"/>
              </a:buClr>
              <a:buSzPts val="1800"/>
              <a:buNone/>
              <a:defRPr sz="1800">
                <a:solidFill>
                  <a:schemeClr val="accent2"/>
                </a:solidFill>
              </a:defRPr>
            </a:lvl6pPr>
            <a:lvl7pPr lvl="6" rtl="0">
              <a:spcBef>
                <a:spcPts val="0"/>
              </a:spcBef>
              <a:spcAft>
                <a:spcPts val="0"/>
              </a:spcAft>
              <a:buClr>
                <a:schemeClr val="accent2"/>
              </a:buClr>
              <a:buSzPts val="1800"/>
              <a:buNone/>
              <a:defRPr sz="1800">
                <a:solidFill>
                  <a:schemeClr val="accent2"/>
                </a:solidFill>
              </a:defRPr>
            </a:lvl7pPr>
            <a:lvl8pPr lvl="7" rtl="0">
              <a:spcBef>
                <a:spcPts val="0"/>
              </a:spcBef>
              <a:spcAft>
                <a:spcPts val="0"/>
              </a:spcAft>
              <a:buClr>
                <a:schemeClr val="accent2"/>
              </a:buClr>
              <a:buSzPts val="1800"/>
              <a:buNone/>
              <a:defRPr sz="1800">
                <a:solidFill>
                  <a:schemeClr val="accent2"/>
                </a:solidFill>
              </a:defRPr>
            </a:lvl8pPr>
            <a:lvl9pPr lvl="8" rtl="0">
              <a:spcBef>
                <a:spcPts val="0"/>
              </a:spcBef>
              <a:spcAft>
                <a:spcPts val="0"/>
              </a:spcAft>
              <a:buClr>
                <a:schemeClr val="accent2"/>
              </a:buClr>
              <a:buSzPts val="1800"/>
              <a:buNone/>
              <a:defRPr sz="1800">
                <a:solidFill>
                  <a:schemeClr val="accent2"/>
                </a:solidFill>
              </a:defRPr>
            </a:lvl9pPr>
          </a:lstStyle>
          <a:p>
            <a:endParaRPr/>
          </a:p>
        </p:txBody>
      </p:sp>
      <p:sp>
        <p:nvSpPr>
          <p:cNvPr id="87" name="Google Shape;87;p14"/>
          <p:cNvSpPr txBox="1">
            <a:spLocks noGrp="1"/>
          </p:cNvSpPr>
          <p:nvPr>
            <p:ph type="subTitle" idx="1"/>
          </p:nvPr>
        </p:nvSpPr>
        <p:spPr>
          <a:xfrm flipH="1">
            <a:off x="713275" y="840000"/>
            <a:ext cx="3503100" cy="2361600"/>
          </a:xfrm>
          <a:prstGeom prst="rect">
            <a:avLst/>
          </a:prstGeom>
        </p:spPr>
        <p:txBody>
          <a:bodyPr spcFirstLastPara="1" wrap="square" lIns="91425" tIns="91425" rIns="91425" bIns="91425" anchor="ctr" anchorCtr="0">
            <a:noAutofit/>
          </a:bodyPr>
          <a:lstStyle>
            <a:lvl1pPr lvl="0" rtl="0">
              <a:spcBef>
                <a:spcPts val="0"/>
              </a:spcBef>
              <a:spcAft>
                <a:spcPts val="0"/>
              </a:spcAft>
              <a:buSzPts val="1800"/>
              <a:buNone/>
              <a:defRPr sz="2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88" name="Google Shape;88;p14"/>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5">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766350" y="2257736"/>
            <a:ext cx="40185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2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1" name="Google Shape;91;p15"/>
          <p:cNvSpPr txBox="1">
            <a:spLocks noGrp="1"/>
          </p:cNvSpPr>
          <p:nvPr>
            <p:ph type="subTitle" idx="1"/>
          </p:nvPr>
        </p:nvSpPr>
        <p:spPr>
          <a:xfrm>
            <a:off x="766350" y="3099525"/>
            <a:ext cx="3059700" cy="70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2" name="Google Shape;92;p15"/>
          <p:cNvSpPr txBox="1">
            <a:spLocks noGrp="1"/>
          </p:cNvSpPr>
          <p:nvPr>
            <p:ph type="title" idx="2" hasCustomPrompt="1"/>
          </p:nvPr>
        </p:nvSpPr>
        <p:spPr>
          <a:xfrm>
            <a:off x="766350" y="1035674"/>
            <a:ext cx="1905600" cy="1239900"/>
          </a:xfrm>
          <a:prstGeom prst="rect">
            <a:avLst/>
          </a:prstGeom>
        </p:spPr>
        <p:txBody>
          <a:bodyPr spcFirstLastPara="1" wrap="square" lIns="91425" tIns="91425" rIns="91425" bIns="91425" anchor="t" anchorCtr="0">
            <a:noAutofit/>
          </a:bodyPr>
          <a:lstStyle>
            <a:lvl1pPr lvl="0" rtl="0">
              <a:spcBef>
                <a:spcPts val="0"/>
              </a:spcBef>
              <a:spcAft>
                <a:spcPts val="0"/>
              </a:spcAft>
              <a:buSzPts val="8900"/>
              <a:buNone/>
              <a:defRPr sz="8900">
                <a:solidFill>
                  <a:schemeClr val="lt2"/>
                </a:solidFill>
              </a:defRPr>
            </a:lvl1pPr>
            <a:lvl2pPr lvl="1" rtl="0">
              <a:spcBef>
                <a:spcPts val="0"/>
              </a:spcBef>
              <a:spcAft>
                <a:spcPts val="0"/>
              </a:spcAft>
              <a:buClr>
                <a:schemeClr val="lt1"/>
              </a:buClr>
              <a:buSzPts val="8900"/>
              <a:buNone/>
              <a:defRPr sz="8900">
                <a:solidFill>
                  <a:schemeClr val="lt1"/>
                </a:solidFill>
              </a:defRPr>
            </a:lvl2pPr>
            <a:lvl3pPr lvl="2" rtl="0">
              <a:spcBef>
                <a:spcPts val="0"/>
              </a:spcBef>
              <a:spcAft>
                <a:spcPts val="0"/>
              </a:spcAft>
              <a:buClr>
                <a:schemeClr val="lt1"/>
              </a:buClr>
              <a:buSzPts val="8900"/>
              <a:buNone/>
              <a:defRPr sz="8900">
                <a:solidFill>
                  <a:schemeClr val="lt1"/>
                </a:solidFill>
              </a:defRPr>
            </a:lvl3pPr>
            <a:lvl4pPr lvl="3" rtl="0">
              <a:spcBef>
                <a:spcPts val="0"/>
              </a:spcBef>
              <a:spcAft>
                <a:spcPts val="0"/>
              </a:spcAft>
              <a:buClr>
                <a:schemeClr val="lt1"/>
              </a:buClr>
              <a:buSzPts val="8900"/>
              <a:buNone/>
              <a:defRPr sz="8900">
                <a:solidFill>
                  <a:schemeClr val="lt1"/>
                </a:solidFill>
              </a:defRPr>
            </a:lvl4pPr>
            <a:lvl5pPr lvl="4" rtl="0">
              <a:spcBef>
                <a:spcPts val="0"/>
              </a:spcBef>
              <a:spcAft>
                <a:spcPts val="0"/>
              </a:spcAft>
              <a:buClr>
                <a:schemeClr val="lt1"/>
              </a:buClr>
              <a:buSzPts val="8900"/>
              <a:buNone/>
              <a:defRPr sz="8900">
                <a:solidFill>
                  <a:schemeClr val="lt1"/>
                </a:solidFill>
              </a:defRPr>
            </a:lvl5pPr>
            <a:lvl6pPr lvl="5" rtl="0">
              <a:spcBef>
                <a:spcPts val="0"/>
              </a:spcBef>
              <a:spcAft>
                <a:spcPts val="0"/>
              </a:spcAft>
              <a:buClr>
                <a:schemeClr val="lt1"/>
              </a:buClr>
              <a:buSzPts val="8900"/>
              <a:buNone/>
              <a:defRPr sz="8900">
                <a:solidFill>
                  <a:schemeClr val="lt1"/>
                </a:solidFill>
              </a:defRPr>
            </a:lvl6pPr>
            <a:lvl7pPr lvl="6" rtl="0">
              <a:spcBef>
                <a:spcPts val="0"/>
              </a:spcBef>
              <a:spcAft>
                <a:spcPts val="0"/>
              </a:spcAft>
              <a:buClr>
                <a:schemeClr val="lt1"/>
              </a:buClr>
              <a:buSzPts val="8900"/>
              <a:buNone/>
              <a:defRPr sz="8900">
                <a:solidFill>
                  <a:schemeClr val="lt1"/>
                </a:solidFill>
              </a:defRPr>
            </a:lvl7pPr>
            <a:lvl8pPr lvl="7" rtl="0">
              <a:spcBef>
                <a:spcPts val="0"/>
              </a:spcBef>
              <a:spcAft>
                <a:spcPts val="0"/>
              </a:spcAft>
              <a:buClr>
                <a:schemeClr val="lt1"/>
              </a:buClr>
              <a:buSzPts val="8900"/>
              <a:buNone/>
              <a:defRPr sz="8900">
                <a:solidFill>
                  <a:schemeClr val="lt1"/>
                </a:solidFill>
              </a:defRPr>
            </a:lvl8pPr>
            <a:lvl9pPr lvl="8" rtl="0">
              <a:spcBef>
                <a:spcPts val="0"/>
              </a:spcBef>
              <a:spcAft>
                <a:spcPts val="0"/>
              </a:spcAft>
              <a:buClr>
                <a:schemeClr val="lt1"/>
              </a:buClr>
              <a:buSzPts val="8900"/>
              <a:buNone/>
              <a:defRPr sz="8900">
                <a:solidFill>
                  <a:schemeClr val="lt1"/>
                </a:solidFill>
              </a:defRPr>
            </a:lvl9pPr>
          </a:lstStyle>
          <a:p>
            <a:r>
              <a:t>xx%</a:t>
            </a:r>
          </a:p>
        </p:txBody>
      </p:sp>
      <p:grpSp>
        <p:nvGrpSpPr>
          <p:cNvPr id="93" name="Google Shape;93;p15"/>
          <p:cNvGrpSpPr/>
          <p:nvPr/>
        </p:nvGrpSpPr>
        <p:grpSpPr>
          <a:xfrm>
            <a:off x="790074" y="4263975"/>
            <a:ext cx="636900" cy="322800"/>
            <a:chOff x="790074" y="3806775"/>
            <a:chExt cx="636900" cy="322800"/>
          </a:xfrm>
        </p:grpSpPr>
        <p:sp>
          <p:nvSpPr>
            <p:cNvPr id="94" name="Google Shape;94;p15"/>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5" name="Google Shape;95;p15"/>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96" name="Google Shape;96;p15"/>
          <p:cNvCxnSpPr/>
          <p:nvPr/>
        </p:nvCxnSpPr>
        <p:spPr>
          <a:xfrm>
            <a:off x="211980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CUSTOM_7">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a:off x="4938950" y="2257726"/>
            <a:ext cx="34917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5200" b="1"/>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9" name="Google Shape;99;p16"/>
          <p:cNvSpPr txBox="1">
            <a:spLocks noGrp="1"/>
          </p:cNvSpPr>
          <p:nvPr>
            <p:ph type="subTitle" idx="1"/>
          </p:nvPr>
        </p:nvSpPr>
        <p:spPr>
          <a:xfrm>
            <a:off x="4938950" y="3099525"/>
            <a:ext cx="3128400" cy="7035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6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16"/>
          <p:cNvSpPr txBox="1">
            <a:spLocks noGrp="1"/>
          </p:cNvSpPr>
          <p:nvPr>
            <p:ph type="title" idx="2" hasCustomPrompt="1"/>
          </p:nvPr>
        </p:nvSpPr>
        <p:spPr>
          <a:xfrm>
            <a:off x="4938950" y="1035675"/>
            <a:ext cx="1948500" cy="1239900"/>
          </a:xfrm>
          <a:prstGeom prst="rect">
            <a:avLst/>
          </a:prstGeom>
        </p:spPr>
        <p:txBody>
          <a:bodyPr spcFirstLastPara="1" wrap="square" lIns="91425" tIns="91425" rIns="91425" bIns="91425" anchor="t" anchorCtr="0">
            <a:noAutofit/>
          </a:bodyPr>
          <a:lstStyle>
            <a:lvl1pPr lvl="0" rtl="0">
              <a:spcBef>
                <a:spcPts val="0"/>
              </a:spcBef>
              <a:spcAft>
                <a:spcPts val="0"/>
              </a:spcAft>
              <a:buSzPts val="8900"/>
              <a:buNone/>
              <a:defRPr sz="8900">
                <a:solidFill>
                  <a:schemeClr val="lt2"/>
                </a:solidFill>
              </a:defRPr>
            </a:lvl1pPr>
            <a:lvl2pPr lvl="1" rtl="0">
              <a:spcBef>
                <a:spcPts val="0"/>
              </a:spcBef>
              <a:spcAft>
                <a:spcPts val="0"/>
              </a:spcAft>
              <a:buClr>
                <a:schemeClr val="lt1"/>
              </a:buClr>
              <a:buSzPts val="8900"/>
              <a:buNone/>
              <a:defRPr sz="8900">
                <a:solidFill>
                  <a:schemeClr val="lt1"/>
                </a:solidFill>
              </a:defRPr>
            </a:lvl2pPr>
            <a:lvl3pPr lvl="2" rtl="0">
              <a:spcBef>
                <a:spcPts val="0"/>
              </a:spcBef>
              <a:spcAft>
                <a:spcPts val="0"/>
              </a:spcAft>
              <a:buClr>
                <a:schemeClr val="lt1"/>
              </a:buClr>
              <a:buSzPts val="8900"/>
              <a:buNone/>
              <a:defRPr sz="8900">
                <a:solidFill>
                  <a:schemeClr val="lt1"/>
                </a:solidFill>
              </a:defRPr>
            </a:lvl3pPr>
            <a:lvl4pPr lvl="3" rtl="0">
              <a:spcBef>
                <a:spcPts val="0"/>
              </a:spcBef>
              <a:spcAft>
                <a:spcPts val="0"/>
              </a:spcAft>
              <a:buClr>
                <a:schemeClr val="lt1"/>
              </a:buClr>
              <a:buSzPts val="8900"/>
              <a:buNone/>
              <a:defRPr sz="8900">
                <a:solidFill>
                  <a:schemeClr val="lt1"/>
                </a:solidFill>
              </a:defRPr>
            </a:lvl4pPr>
            <a:lvl5pPr lvl="4" rtl="0">
              <a:spcBef>
                <a:spcPts val="0"/>
              </a:spcBef>
              <a:spcAft>
                <a:spcPts val="0"/>
              </a:spcAft>
              <a:buClr>
                <a:schemeClr val="lt1"/>
              </a:buClr>
              <a:buSzPts val="8900"/>
              <a:buNone/>
              <a:defRPr sz="8900">
                <a:solidFill>
                  <a:schemeClr val="lt1"/>
                </a:solidFill>
              </a:defRPr>
            </a:lvl5pPr>
            <a:lvl6pPr lvl="5" rtl="0">
              <a:spcBef>
                <a:spcPts val="0"/>
              </a:spcBef>
              <a:spcAft>
                <a:spcPts val="0"/>
              </a:spcAft>
              <a:buClr>
                <a:schemeClr val="lt1"/>
              </a:buClr>
              <a:buSzPts val="8900"/>
              <a:buNone/>
              <a:defRPr sz="8900">
                <a:solidFill>
                  <a:schemeClr val="lt1"/>
                </a:solidFill>
              </a:defRPr>
            </a:lvl6pPr>
            <a:lvl7pPr lvl="6" rtl="0">
              <a:spcBef>
                <a:spcPts val="0"/>
              </a:spcBef>
              <a:spcAft>
                <a:spcPts val="0"/>
              </a:spcAft>
              <a:buClr>
                <a:schemeClr val="lt1"/>
              </a:buClr>
              <a:buSzPts val="8900"/>
              <a:buNone/>
              <a:defRPr sz="8900">
                <a:solidFill>
                  <a:schemeClr val="lt1"/>
                </a:solidFill>
              </a:defRPr>
            </a:lvl7pPr>
            <a:lvl8pPr lvl="7" rtl="0">
              <a:spcBef>
                <a:spcPts val="0"/>
              </a:spcBef>
              <a:spcAft>
                <a:spcPts val="0"/>
              </a:spcAft>
              <a:buClr>
                <a:schemeClr val="lt1"/>
              </a:buClr>
              <a:buSzPts val="8900"/>
              <a:buNone/>
              <a:defRPr sz="8900">
                <a:solidFill>
                  <a:schemeClr val="lt1"/>
                </a:solidFill>
              </a:defRPr>
            </a:lvl8pPr>
            <a:lvl9pPr lvl="8" rtl="0">
              <a:spcBef>
                <a:spcPts val="0"/>
              </a:spcBef>
              <a:spcAft>
                <a:spcPts val="0"/>
              </a:spcAft>
              <a:buClr>
                <a:schemeClr val="lt1"/>
              </a:buClr>
              <a:buSzPts val="8900"/>
              <a:buNone/>
              <a:defRPr sz="8900">
                <a:solidFill>
                  <a:schemeClr val="lt1"/>
                </a:solidFill>
              </a:defRPr>
            </a:lvl9pPr>
          </a:lstStyle>
          <a:p>
            <a:r>
              <a:t>xx%</a:t>
            </a:r>
          </a:p>
        </p:txBody>
      </p:sp>
      <p:grpSp>
        <p:nvGrpSpPr>
          <p:cNvPr id="101" name="Google Shape;101;p16"/>
          <p:cNvGrpSpPr/>
          <p:nvPr/>
        </p:nvGrpSpPr>
        <p:grpSpPr>
          <a:xfrm>
            <a:off x="7748824" y="632675"/>
            <a:ext cx="636900" cy="322800"/>
            <a:chOff x="790074" y="3806775"/>
            <a:chExt cx="636900" cy="322800"/>
          </a:xfrm>
        </p:grpSpPr>
        <p:sp>
          <p:nvSpPr>
            <p:cNvPr id="102" name="Google Shape;102;p16"/>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 name="Google Shape;103;p16"/>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104" name="Google Shape;104;p16"/>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CUSTOM_10">
    <p:spTree>
      <p:nvGrpSpPr>
        <p:cNvPr id="1" name="Shape 105"/>
        <p:cNvGrpSpPr/>
        <p:nvPr/>
      </p:nvGrpSpPr>
      <p:grpSpPr>
        <a:xfrm>
          <a:off x="0" y="0"/>
          <a:ext cx="0" cy="0"/>
          <a:chOff x="0" y="0"/>
          <a:chExt cx="0" cy="0"/>
        </a:xfrm>
      </p:grpSpPr>
      <p:sp>
        <p:nvSpPr>
          <p:cNvPr id="106" name="Google Shape;106;p17"/>
          <p:cNvSpPr txBox="1">
            <a:spLocks noGrp="1"/>
          </p:cNvSpPr>
          <p:nvPr>
            <p:ph type="title"/>
          </p:nvPr>
        </p:nvSpPr>
        <p:spPr>
          <a:xfrm flipH="1">
            <a:off x="428525" y="2257725"/>
            <a:ext cx="31284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600"/>
              <a:buNone/>
              <a:defRPr sz="5200" b="1"/>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107" name="Google Shape;107;p17"/>
          <p:cNvSpPr txBox="1">
            <a:spLocks noGrp="1"/>
          </p:cNvSpPr>
          <p:nvPr>
            <p:ph type="subTitle" idx="1"/>
          </p:nvPr>
        </p:nvSpPr>
        <p:spPr>
          <a:xfrm flipH="1">
            <a:off x="428525" y="3099525"/>
            <a:ext cx="3128400" cy="703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800"/>
              <a:buNone/>
              <a:defRPr sz="1600">
                <a:solidFill>
                  <a:schemeClr val="dk1"/>
                </a:solidFill>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sp>
        <p:nvSpPr>
          <p:cNvPr id="108" name="Google Shape;108;p17"/>
          <p:cNvSpPr txBox="1">
            <a:spLocks noGrp="1"/>
          </p:cNvSpPr>
          <p:nvPr>
            <p:ph type="title" idx="2" hasCustomPrompt="1"/>
          </p:nvPr>
        </p:nvSpPr>
        <p:spPr>
          <a:xfrm flipH="1">
            <a:off x="1608425" y="1035675"/>
            <a:ext cx="1948500" cy="1239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8900"/>
              <a:buNone/>
              <a:defRPr sz="8900">
                <a:solidFill>
                  <a:schemeClr val="lt2"/>
                </a:solidFill>
              </a:defRPr>
            </a:lvl1pPr>
            <a:lvl2pPr lvl="1" algn="r" rtl="0">
              <a:spcBef>
                <a:spcPts val="0"/>
              </a:spcBef>
              <a:spcAft>
                <a:spcPts val="0"/>
              </a:spcAft>
              <a:buClr>
                <a:schemeClr val="lt1"/>
              </a:buClr>
              <a:buSzPts val="8900"/>
              <a:buNone/>
              <a:defRPr sz="8900">
                <a:solidFill>
                  <a:schemeClr val="lt1"/>
                </a:solidFill>
              </a:defRPr>
            </a:lvl2pPr>
            <a:lvl3pPr lvl="2" algn="r" rtl="0">
              <a:spcBef>
                <a:spcPts val="0"/>
              </a:spcBef>
              <a:spcAft>
                <a:spcPts val="0"/>
              </a:spcAft>
              <a:buClr>
                <a:schemeClr val="lt1"/>
              </a:buClr>
              <a:buSzPts val="8900"/>
              <a:buNone/>
              <a:defRPr sz="8900">
                <a:solidFill>
                  <a:schemeClr val="lt1"/>
                </a:solidFill>
              </a:defRPr>
            </a:lvl3pPr>
            <a:lvl4pPr lvl="3" algn="r" rtl="0">
              <a:spcBef>
                <a:spcPts val="0"/>
              </a:spcBef>
              <a:spcAft>
                <a:spcPts val="0"/>
              </a:spcAft>
              <a:buClr>
                <a:schemeClr val="lt1"/>
              </a:buClr>
              <a:buSzPts val="8900"/>
              <a:buNone/>
              <a:defRPr sz="8900">
                <a:solidFill>
                  <a:schemeClr val="lt1"/>
                </a:solidFill>
              </a:defRPr>
            </a:lvl4pPr>
            <a:lvl5pPr lvl="4" algn="r" rtl="0">
              <a:spcBef>
                <a:spcPts val="0"/>
              </a:spcBef>
              <a:spcAft>
                <a:spcPts val="0"/>
              </a:spcAft>
              <a:buClr>
                <a:schemeClr val="lt1"/>
              </a:buClr>
              <a:buSzPts val="8900"/>
              <a:buNone/>
              <a:defRPr sz="8900">
                <a:solidFill>
                  <a:schemeClr val="lt1"/>
                </a:solidFill>
              </a:defRPr>
            </a:lvl5pPr>
            <a:lvl6pPr lvl="5" algn="r" rtl="0">
              <a:spcBef>
                <a:spcPts val="0"/>
              </a:spcBef>
              <a:spcAft>
                <a:spcPts val="0"/>
              </a:spcAft>
              <a:buClr>
                <a:schemeClr val="lt1"/>
              </a:buClr>
              <a:buSzPts val="8900"/>
              <a:buNone/>
              <a:defRPr sz="8900">
                <a:solidFill>
                  <a:schemeClr val="lt1"/>
                </a:solidFill>
              </a:defRPr>
            </a:lvl6pPr>
            <a:lvl7pPr lvl="6" algn="r" rtl="0">
              <a:spcBef>
                <a:spcPts val="0"/>
              </a:spcBef>
              <a:spcAft>
                <a:spcPts val="0"/>
              </a:spcAft>
              <a:buClr>
                <a:schemeClr val="lt1"/>
              </a:buClr>
              <a:buSzPts val="8900"/>
              <a:buNone/>
              <a:defRPr sz="8900">
                <a:solidFill>
                  <a:schemeClr val="lt1"/>
                </a:solidFill>
              </a:defRPr>
            </a:lvl7pPr>
            <a:lvl8pPr lvl="7" algn="r" rtl="0">
              <a:spcBef>
                <a:spcPts val="0"/>
              </a:spcBef>
              <a:spcAft>
                <a:spcPts val="0"/>
              </a:spcAft>
              <a:buClr>
                <a:schemeClr val="lt1"/>
              </a:buClr>
              <a:buSzPts val="8900"/>
              <a:buNone/>
              <a:defRPr sz="8900">
                <a:solidFill>
                  <a:schemeClr val="lt1"/>
                </a:solidFill>
              </a:defRPr>
            </a:lvl8pPr>
            <a:lvl9pPr lvl="8" algn="r" rtl="0">
              <a:spcBef>
                <a:spcPts val="0"/>
              </a:spcBef>
              <a:spcAft>
                <a:spcPts val="0"/>
              </a:spcAft>
              <a:buClr>
                <a:schemeClr val="lt1"/>
              </a:buClr>
              <a:buSzPts val="8900"/>
              <a:buNone/>
              <a:defRPr sz="8900">
                <a:solidFill>
                  <a:schemeClr val="lt1"/>
                </a:solidFill>
              </a:defRPr>
            </a:lvl9pPr>
          </a:lstStyle>
          <a:p>
            <a:r>
              <a:t>xx%</a:t>
            </a:r>
          </a:p>
        </p:txBody>
      </p:sp>
      <p:grpSp>
        <p:nvGrpSpPr>
          <p:cNvPr id="109" name="Google Shape;109;p17"/>
          <p:cNvGrpSpPr/>
          <p:nvPr/>
        </p:nvGrpSpPr>
        <p:grpSpPr>
          <a:xfrm>
            <a:off x="790074" y="4263975"/>
            <a:ext cx="636900" cy="322800"/>
            <a:chOff x="790074" y="3806775"/>
            <a:chExt cx="636900" cy="322800"/>
          </a:xfrm>
        </p:grpSpPr>
        <p:sp>
          <p:nvSpPr>
            <p:cNvPr id="110" name="Google Shape;110;p17"/>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1" name="Google Shape;111;p17"/>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112" name="Google Shape;112;p17"/>
          <p:cNvCxnSpPr/>
          <p:nvPr/>
        </p:nvCxnSpPr>
        <p:spPr>
          <a:xfrm>
            <a:off x="211980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
  <p:cSld name="CUSTOM_1_1">
    <p:spTree>
      <p:nvGrpSpPr>
        <p:cNvPr id="1" name="Shape 173"/>
        <p:cNvGrpSpPr/>
        <p:nvPr/>
      </p:nvGrpSpPr>
      <p:grpSpPr>
        <a:xfrm>
          <a:off x="0" y="0"/>
          <a:ext cx="0" cy="0"/>
          <a:chOff x="0" y="0"/>
          <a:chExt cx="0" cy="0"/>
        </a:xfrm>
      </p:grpSpPr>
      <p:sp>
        <p:nvSpPr>
          <p:cNvPr id="174" name="Google Shape;174;p24"/>
          <p:cNvSpPr txBox="1">
            <a:spLocks noGrp="1"/>
          </p:cNvSpPr>
          <p:nvPr>
            <p:ph type="title"/>
          </p:nvPr>
        </p:nvSpPr>
        <p:spPr>
          <a:xfrm>
            <a:off x="713225" y="1338288"/>
            <a:ext cx="3440100" cy="9555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sz="7000" b="1"/>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75" name="Google Shape;175;p24"/>
          <p:cNvSpPr txBox="1">
            <a:spLocks noGrp="1"/>
          </p:cNvSpPr>
          <p:nvPr>
            <p:ph type="subTitle" idx="1"/>
          </p:nvPr>
        </p:nvSpPr>
        <p:spPr>
          <a:xfrm>
            <a:off x="713225" y="2314513"/>
            <a:ext cx="2639400" cy="118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1600">
                <a:solidFill>
                  <a:schemeClr val="dk1"/>
                </a:solidFill>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cxnSp>
        <p:nvCxnSpPr>
          <p:cNvPr id="176" name="Google Shape;176;p24"/>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grpSp>
        <p:nvGrpSpPr>
          <p:cNvPr id="177" name="Google Shape;177;p24"/>
          <p:cNvGrpSpPr/>
          <p:nvPr/>
        </p:nvGrpSpPr>
        <p:grpSpPr>
          <a:xfrm>
            <a:off x="790074" y="632675"/>
            <a:ext cx="636900" cy="322800"/>
            <a:chOff x="790074" y="3806775"/>
            <a:chExt cx="636900" cy="322800"/>
          </a:xfrm>
        </p:grpSpPr>
        <p:sp>
          <p:nvSpPr>
            <p:cNvPr id="178" name="Google Shape;178;p24"/>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9" name="Google Shape;179;p24"/>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Shape 180"/>
        <p:cNvGrpSpPr/>
        <p:nvPr/>
      </p:nvGrpSpPr>
      <p:grpSpPr>
        <a:xfrm>
          <a:off x="0" y="0"/>
          <a:ext cx="0" cy="0"/>
          <a:chOff x="0" y="0"/>
          <a:chExt cx="0" cy="0"/>
        </a:xfrm>
      </p:grpSpPr>
      <p:sp>
        <p:nvSpPr>
          <p:cNvPr id="181" name="Google Shape;181;p25"/>
          <p:cNvSpPr txBox="1">
            <a:spLocks noGrp="1"/>
          </p:cNvSpPr>
          <p:nvPr>
            <p:ph type="title"/>
          </p:nvPr>
        </p:nvSpPr>
        <p:spPr>
          <a:xfrm>
            <a:off x="4438625" y="445025"/>
            <a:ext cx="3457800" cy="1206600"/>
          </a:xfrm>
          <a:prstGeom prst="rect">
            <a:avLst/>
          </a:prstGeom>
        </p:spPr>
        <p:txBody>
          <a:bodyPr spcFirstLastPara="1" wrap="square" lIns="91425" tIns="91425" rIns="91425" bIns="91425" anchor="t" anchorCtr="0">
            <a:noAutofit/>
          </a:bodyPr>
          <a:lstStyle>
            <a:lvl1pPr lvl="0" rtl="0">
              <a:spcBef>
                <a:spcPts val="0"/>
              </a:spcBef>
              <a:spcAft>
                <a:spcPts val="0"/>
              </a:spcAft>
              <a:buSzPts val="3300"/>
              <a:buNone/>
              <a:defRPr sz="33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182" name="Google Shape;182;p25"/>
          <p:cNvSpPr txBox="1">
            <a:spLocks noGrp="1"/>
          </p:cNvSpPr>
          <p:nvPr>
            <p:ph type="subTitle" idx="1"/>
          </p:nvPr>
        </p:nvSpPr>
        <p:spPr>
          <a:xfrm>
            <a:off x="4438625" y="1956325"/>
            <a:ext cx="3992100" cy="241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600"/>
              <a:buFont typeface="Actor"/>
              <a:buChar char="●"/>
              <a:defRPr sz="1600"/>
            </a:lvl1pPr>
            <a:lvl2pPr lvl="1">
              <a:spcBef>
                <a:spcPts val="0"/>
              </a:spcBef>
              <a:spcAft>
                <a:spcPts val="0"/>
              </a:spcAft>
              <a:buClr>
                <a:schemeClr val="lt2"/>
              </a:buClr>
              <a:buSzPts val="1600"/>
              <a:buFont typeface="Nunito"/>
              <a:buChar char="○"/>
              <a:defRPr/>
            </a:lvl2pPr>
            <a:lvl3pPr lvl="2">
              <a:spcBef>
                <a:spcPts val="0"/>
              </a:spcBef>
              <a:spcAft>
                <a:spcPts val="0"/>
              </a:spcAft>
              <a:buClr>
                <a:schemeClr val="lt2"/>
              </a:buClr>
              <a:buSzPts val="1600"/>
              <a:buFont typeface="Nunito"/>
              <a:buChar char="■"/>
              <a:defRPr/>
            </a:lvl3pPr>
            <a:lvl4pPr lvl="3">
              <a:spcBef>
                <a:spcPts val="0"/>
              </a:spcBef>
              <a:spcAft>
                <a:spcPts val="0"/>
              </a:spcAft>
              <a:buClr>
                <a:schemeClr val="lt2"/>
              </a:buClr>
              <a:buSzPts val="1600"/>
              <a:buFont typeface="Nunito"/>
              <a:buChar char="●"/>
              <a:defRPr/>
            </a:lvl4pPr>
            <a:lvl5pPr lvl="4">
              <a:spcBef>
                <a:spcPts val="0"/>
              </a:spcBef>
              <a:spcAft>
                <a:spcPts val="0"/>
              </a:spcAft>
              <a:buClr>
                <a:schemeClr val="lt2"/>
              </a:buClr>
              <a:buSzPts val="1600"/>
              <a:buFont typeface="Nunito"/>
              <a:buChar char="○"/>
              <a:defRPr/>
            </a:lvl5pPr>
            <a:lvl6pPr lvl="5">
              <a:spcBef>
                <a:spcPts val="0"/>
              </a:spcBef>
              <a:spcAft>
                <a:spcPts val="0"/>
              </a:spcAft>
              <a:buClr>
                <a:schemeClr val="lt2"/>
              </a:buClr>
              <a:buSzPts val="1600"/>
              <a:buFont typeface="Nunito"/>
              <a:buChar char="■"/>
              <a:defRPr/>
            </a:lvl6pPr>
            <a:lvl7pPr lvl="6">
              <a:spcBef>
                <a:spcPts val="0"/>
              </a:spcBef>
              <a:spcAft>
                <a:spcPts val="0"/>
              </a:spcAft>
              <a:buClr>
                <a:schemeClr val="lt2"/>
              </a:buClr>
              <a:buSzPts val="1600"/>
              <a:buFont typeface="Nunito"/>
              <a:buChar char="●"/>
              <a:defRPr/>
            </a:lvl7pPr>
            <a:lvl8pPr lvl="7">
              <a:spcBef>
                <a:spcPts val="0"/>
              </a:spcBef>
              <a:spcAft>
                <a:spcPts val="0"/>
              </a:spcAft>
              <a:buClr>
                <a:schemeClr val="lt2"/>
              </a:buClr>
              <a:buSzPts val="1600"/>
              <a:buFont typeface="Nunito"/>
              <a:buChar char="○"/>
              <a:defRPr/>
            </a:lvl8pPr>
            <a:lvl9pPr lvl="8">
              <a:spcBef>
                <a:spcPts val="0"/>
              </a:spcBef>
              <a:spcAft>
                <a:spcPts val="0"/>
              </a:spcAft>
              <a:buClr>
                <a:schemeClr val="lt2"/>
              </a:buClr>
              <a:buSzPts val="1600"/>
              <a:buFont typeface="Nunito"/>
              <a:buChar char="■"/>
              <a:defRPr/>
            </a:lvl9pPr>
          </a:lstStyle>
          <a:p>
            <a:endParaRPr/>
          </a:p>
        </p:txBody>
      </p:sp>
      <p:cxnSp>
        <p:nvCxnSpPr>
          <p:cNvPr id="183" name="Google Shape;183;p25"/>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CUSTOM_1">
    <p:spTree>
      <p:nvGrpSpPr>
        <p:cNvPr id="1" name="Shape 209"/>
        <p:cNvGrpSpPr/>
        <p:nvPr/>
      </p:nvGrpSpPr>
      <p:grpSpPr>
        <a:xfrm>
          <a:off x="0" y="0"/>
          <a:ext cx="0" cy="0"/>
          <a:chOff x="0" y="0"/>
          <a:chExt cx="0" cy="0"/>
        </a:xfrm>
      </p:grpSpPr>
      <p:sp>
        <p:nvSpPr>
          <p:cNvPr id="210" name="Google Shape;210;p30"/>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3300"/>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11" name="Google Shape;211;p30"/>
          <p:cNvSpPr txBox="1">
            <a:spLocks noGrp="1"/>
          </p:cNvSpPr>
          <p:nvPr>
            <p:ph type="subTitle" idx="1"/>
          </p:nvPr>
        </p:nvSpPr>
        <p:spPr>
          <a:xfrm>
            <a:off x="713225" y="1072200"/>
            <a:ext cx="3858900" cy="3460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600"/>
              <a:buChar char="●"/>
              <a:defRPr sz="16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212" name="Google Shape;212;p30"/>
          <p:cNvSpPr txBox="1">
            <a:spLocks noGrp="1"/>
          </p:cNvSpPr>
          <p:nvPr>
            <p:ph type="subTitle" idx="2"/>
          </p:nvPr>
        </p:nvSpPr>
        <p:spPr>
          <a:xfrm>
            <a:off x="4572125" y="1072200"/>
            <a:ext cx="3858900" cy="3460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2"/>
              </a:buClr>
              <a:buSzPts val="1600"/>
              <a:buChar char="●"/>
              <a:defRPr sz="16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cxnSp>
        <p:nvCxnSpPr>
          <p:cNvPr id="213" name="Google Shape;213;p30"/>
          <p:cNvCxnSpPr/>
          <p:nvPr/>
        </p:nvCxnSpPr>
        <p:spPr>
          <a:xfrm>
            <a:off x="211980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
  <p:cSld name="CUSTOM_4">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33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26" name="Google Shape;226;p32"/>
          <p:cNvSpPr txBox="1">
            <a:spLocks noGrp="1"/>
          </p:cNvSpPr>
          <p:nvPr>
            <p:ph type="subTitle" idx="1"/>
          </p:nvPr>
        </p:nvSpPr>
        <p:spPr>
          <a:xfrm flipH="1">
            <a:off x="5284948" y="1255100"/>
            <a:ext cx="2596800" cy="383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7" name="Google Shape;227;p32"/>
          <p:cNvSpPr txBox="1">
            <a:spLocks noGrp="1"/>
          </p:cNvSpPr>
          <p:nvPr>
            <p:ph type="subTitle" idx="2"/>
          </p:nvPr>
        </p:nvSpPr>
        <p:spPr>
          <a:xfrm flipH="1">
            <a:off x="5284948" y="2411565"/>
            <a:ext cx="2596800" cy="383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8" name="Google Shape;228;p32"/>
          <p:cNvSpPr txBox="1">
            <a:spLocks noGrp="1"/>
          </p:cNvSpPr>
          <p:nvPr>
            <p:ph type="subTitle" idx="3"/>
          </p:nvPr>
        </p:nvSpPr>
        <p:spPr>
          <a:xfrm flipH="1">
            <a:off x="5284948" y="1574572"/>
            <a:ext cx="2596800" cy="6366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29" name="Google Shape;229;p32"/>
          <p:cNvSpPr txBox="1">
            <a:spLocks noGrp="1"/>
          </p:cNvSpPr>
          <p:nvPr>
            <p:ph type="subTitle" idx="4"/>
          </p:nvPr>
        </p:nvSpPr>
        <p:spPr>
          <a:xfrm flipH="1">
            <a:off x="5284948" y="2728211"/>
            <a:ext cx="2596800" cy="6366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230" name="Google Shape;230;p32"/>
          <p:cNvSpPr txBox="1">
            <a:spLocks noGrp="1"/>
          </p:cNvSpPr>
          <p:nvPr>
            <p:ph type="subTitle" idx="5"/>
          </p:nvPr>
        </p:nvSpPr>
        <p:spPr>
          <a:xfrm flipH="1">
            <a:off x="5284948" y="3568030"/>
            <a:ext cx="2596800" cy="3834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2200" b="1">
                <a:solidFill>
                  <a:schemeClr val="dk1"/>
                </a:solidFill>
                <a:latin typeface="El Messiri"/>
                <a:ea typeface="El Messiri"/>
                <a:cs typeface="El Messiri"/>
                <a:sym typeface="El Messi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31" name="Google Shape;231;p32"/>
          <p:cNvSpPr txBox="1">
            <a:spLocks noGrp="1"/>
          </p:cNvSpPr>
          <p:nvPr>
            <p:ph type="subTitle" idx="6"/>
          </p:nvPr>
        </p:nvSpPr>
        <p:spPr>
          <a:xfrm flipH="1">
            <a:off x="5284948" y="3884676"/>
            <a:ext cx="2596800" cy="636600"/>
          </a:xfrm>
          <a:prstGeom prst="rect">
            <a:avLst/>
          </a:prstGeom>
          <a:ln>
            <a:noFill/>
          </a:ln>
        </p:spPr>
        <p:txBody>
          <a:bodyPr spcFirstLastPara="1" wrap="square" lIns="91425" tIns="91425" rIns="91425" bIns="91425" anchor="ctr" anchorCtr="0">
            <a:noAutofit/>
          </a:bodyPr>
          <a:lstStyle>
            <a:lvl1pPr lvl="0" algn="r" rtl="0">
              <a:spcBef>
                <a:spcPts val="0"/>
              </a:spcBef>
              <a:spcAft>
                <a:spcPts val="0"/>
              </a:spcAft>
              <a:buSzPts val="1800"/>
              <a:buNone/>
              <a:defRPr sz="1600">
                <a:solidFill>
                  <a:schemeClr val="dk1"/>
                </a:solidFill>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cxnSp>
        <p:nvCxnSpPr>
          <p:cNvPr id="232" name="Google Shape;232;p32"/>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20">
    <p:spTree>
      <p:nvGrpSpPr>
        <p:cNvPr id="1" name="Shape 271"/>
        <p:cNvGrpSpPr/>
        <p:nvPr/>
      </p:nvGrpSpPr>
      <p:grpSpPr>
        <a:xfrm>
          <a:off x="0" y="0"/>
          <a:ext cx="0" cy="0"/>
          <a:chOff x="0" y="0"/>
          <a:chExt cx="0" cy="0"/>
        </a:xfrm>
      </p:grpSpPr>
      <p:sp>
        <p:nvSpPr>
          <p:cNvPr id="272" name="Google Shape;272;p36"/>
          <p:cNvSpPr txBox="1">
            <a:spLocks noGrp="1"/>
          </p:cNvSpPr>
          <p:nvPr>
            <p:ph type="title"/>
          </p:nvPr>
        </p:nvSpPr>
        <p:spPr>
          <a:xfrm>
            <a:off x="4571925" y="676688"/>
            <a:ext cx="3858900" cy="11811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300"/>
              <a:buNone/>
              <a:defRPr sz="8200" b="1"/>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a:endParaRPr/>
          </a:p>
        </p:txBody>
      </p:sp>
      <p:sp>
        <p:nvSpPr>
          <p:cNvPr id="273" name="Google Shape;273;p36"/>
          <p:cNvSpPr txBox="1">
            <a:spLocks noGrp="1"/>
          </p:cNvSpPr>
          <p:nvPr>
            <p:ph type="subTitle" idx="1"/>
          </p:nvPr>
        </p:nvSpPr>
        <p:spPr>
          <a:xfrm>
            <a:off x="4789975" y="1781588"/>
            <a:ext cx="3640800" cy="9051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grpSp>
        <p:nvGrpSpPr>
          <p:cNvPr id="275" name="Google Shape;275;p36"/>
          <p:cNvGrpSpPr/>
          <p:nvPr/>
        </p:nvGrpSpPr>
        <p:grpSpPr>
          <a:xfrm>
            <a:off x="790074" y="4263975"/>
            <a:ext cx="636900" cy="322800"/>
            <a:chOff x="790074" y="3806775"/>
            <a:chExt cx="636900" cy="322800"/>
          </a:xfrm>
        </p:grpSpPr>
        <p:sp>
          <p:nvSpPr>
            <p:cNvPr id="276" name="Google Shape;276;p36"/>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7" name="Google Shape;277;p36"/>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cxnSp>
        <p:nvCxnSpPr>
          <p:cNvPr id="278" name="Google Shape;278;p36"/>
          <p:cNvCxnSpPr/>
          <p:nvPr/>
        </p:nvCxnSpPr>
        <p:spPr>
          <a:xfrm>
            <a:off x="211980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22">
    <p:spTree>
      <p:nvGrpSpPr>
        <p:cNvPr id="1" name="Shape 279"/>
        <p:cNvGrpSpPr/>
        <p:nvPr/>
      </p:nvGrpSpPr>
      <p:grpSpPr>
        <a:xfrm>
          <a:off x="0" y="0"/>
          <a:ext cx="0" cy="0"/>
          <a:chOff x="0" y="0"/>
          <a:chExt cx="0" cy="0"/>
        </a:xfrm>
      </p:grpSpPr>
      <p:grpSp>
        <p:nvGrpSpPr>
          <p:cNvPr id="280" name="Google Shape;280;p37"/>
          <p:cNvGrpSpPr/>
          <p:nvPr/>
        </p:nvGrpSpPr>
        <p:grpSpPr>
          <a:xfrm>
            <a:off x="790074" y="4263975"/>
            <a:ext cx="636900" cy="322800"/>
            <a:chOff x="790074" y="3806775"/>
            <a:chExt cx="636900" cy="322800"/>
          </a:xfrm>
        </p:grpSpPr>
        <p:sp>
          <p:nvSpPr>
            <p:cNvPr id="281" name="Google Shape;281;p37"/>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2" name="Google Shape;282;p37"/>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grpSp>
        <p:nvGrpSpPr>
          <p:cNvPr id="283" name="Google Shape;283;p37"/>
          <p:cNvGrpSpPr/>
          <p:nvPr/>
        </p:nvGrpSpPr>
        <p:grpSpPr>
          <a:xfrm flipH="1">
            <a:off x="7254218" y="2021295"/>
            <a:ext cx="1259755" cy="3123261"/>
            <a:chOff x="2330682" y="1468700"/>
            <a:chExt cx="824447" cy="2044019"/>
          </a:xfrm>
        </p:grpSpPr>
        <p:sp>
          <p:nvSpPr>
            <p:cNvPr id="284" name="Google Shape;284;p37"/>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7"/>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7"/>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7"/>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7"/>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89" name="Google Shape;289;p37"/>
          <p:cNvCxnSpPr/>
          <p:nvPr/>
        </p:nvCxnSpPr>
        <p:spPr>
          <a:xfrm>
            <a:off x="211980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22_1">
    <p:spTree>
      <p:nvGrpSpPr>
        <p:cNvPr id="1" name="Shape 290"/>
        <p:cNvGrpSpPr/>
        <p:nvPr/>
      </p:nvGrpSpPr>
      <p:grpSpPr>
        <a:xfrm>
          <a:off x="0" y="0"/>
          <a:ext cx="0" cy="0"/>
          <a:chOff x="0" y="0"/>
          <a:chExt cx="0" cy="0"/>
        </a:xfrm>
      </p:grpSpPr>
      <p:sp>
        <p:nvSpPr>
          <p:cNvPr id="291" name="Google Shape;291;p38"/>
          <p:cNvSpPr/>
          <p:nvPr/>
        </p:nvSpPr>
        <p:spPr>
          <a:xfrm>
            <a:off x="-517325" y="1618328"/>
            <a:ext cx="2760300" cy="2760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2" name="Google Shape;292;p38"/>
          <p:cNvGrpSpPr/>
          <p:nvPr/>
        </p:nvGrpSpPr>
        <p:grpSpPr>
          <a:xfrm>
            <a:off x="7748824" y="632675"/>
            <a:ext cx="636900" cy="322800"/>
            <a:chOff x="790074" y="3806775"/>
            <a:chExt cx="636900" cy="322800"/>
          </a:xfrm>
        </p:grpSpPr>
        <p:sp>
          <p:nvSpPr>
            <p:cNvPr id="293" name="Google Shape;293;p38"/>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4" name="Google Shape;294;p38"/>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grpSp>
        <p:nvGrpSpPr>
          <p:cNvPr id="295" name="Google Shape;295;p38"/>
          <p:cNvGrpSpPr/>
          <p:nvPr/>
        </p:nvGrpSpPr>
        <p:grpSpPr>
          <a:xfrm flipH="1">
            <a:off x="244674" y="1853382"/>
            <a:ext cx="1628002" cy="3290198"/>
            <a:chOff x="6795049" y="1179275"/>
            <a:chExt cx="916719" cy="1852694"/>
          </a:xfrm>
        </p:grpSpPr>
        <p:sp>
          <p:nvSpPr>
            <p:cNvPr id="296" name="Google Shape;296;p38"/>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8"/>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8"/>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8"/>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8"/>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01" name="Google Shape;301;p38"/>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2">
  <p:cSld name="CUSTOM_22_1_1">
    <p:spTree>
      <p:nvGrpSpPr>
        <p:cNvPr id="1" name="Shape 302"/>
        <p:cNvGrpSpPr/>
        <p:nvPr/>
      </p:nvGrpSpPr>
      <p:grpSpPr>
        <a:xfrm>
          <a:off x="0" y="0"/>
          <a:ext cx="0" cy="0"/>
          <a:chOff x="0" y="0"/>
          <a:chExt cx="0" cy="0"/>
        </a:xfrm>
      </p:grpSpPr>
      <p:grpSp>
        <p:nvGrpSpPr>
          <p:cNvPr id="303" name="Google Shape;303;p39"/>
          <p:cNvGrpSpPr/>
          <p:nvPr/>
        </p:nvGrpSpPr>
        <p:grpSpPr>
          <a:xfrm>
            <a:off x="790074" y="4263975"/>
            <a:ext cx="636900" cy="322800"/>
            <a:chOff x="790074" y="3806775"/>
            <a:chExt cx="636900" cy="322800"/>
          </a:xfrm>
        </p:grpSpPr>
        <p:sp>
          <p:nvSpPr>
            <p:cNvPr id="304" name="Google Shape;304;p39"/>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5" name="Google Shape;305;p39"/>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grpSp>
        <p:nvGrpSpPr>
          <p:cNvPr id="306" name="Google Shape;306;p39"/>
          <p:cNvGrpSpPr/>
          <p:nvPr/>
        </p:nvGrpSpPr>
        <p:grpSpPr>
          <a:xfrm>
            <a:off x="7146121" y="2125283"/>
            <a:ext cx="1150439" cy="3018223"/>
            <a:chOff x="7005588" y="1179275"/>
            <a:chExt cx="706180" cy="1852694"/>
          </a:xfrm>
        </p:grpSpPr>
        <p:sp>
          <p:nvSpPr>
            <p:cNvPr id="307" name="Google Shape;307;p39"/>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9"/>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9"/>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10" name="Google Shape;310;p39"/>
          <p:cNvCxnSpPr/>
          <p:nvPr/>
        </p:nvCxnSpPr>
        <p:spPr>
          <a:xfrm>
            <a:off x="0" y="461975"/>
            <a:ext cx="7024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713225" y="1224450"/>
            <a:ext cx="4855200" cy="2389800"/>
          </a:xfrm>
          <a:prstGeom prst="rect">
            <a:avLst/>
          </a:prstGeom>
        </p:spPr>
        <p:txBody>
          <a:bodyPr spcFirstLastPara="1" wrap="square" lIns="91425" tIns="91425" rIns="91425" bIns="91425" anchor="ctr" anchorCtr="0">
            <a:noAutofit/>
          </a:bodyPr>
          <a:lstStyle>
            <a:lvl1pPr lvl="0" algn="r">
              <a:spcBef>
                <a:spcPts val="0"/>
              </a:spcBef>
              <a:spcAft>
                <a:spcPts val="0"/>
              </a:spcAft>
              <a:buSzPts val="4800"/>
              <a:buNone/>
              <a:defRPr sz="7600" b="1"/>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cxnSp>
        <p:nvCxnSpPr>
          <p:cNvPr id="45" name="Google Shape;45;p8"/>
          <p:cNvCxnSpPr/>
          <p:nvPr/>
        </p:nvCxnSpPr>
        <p:spPr>
          <a:xfrm>
            <a:off x="0" y="4721225"/>
            <a:ext cx="7024200" cy="0"/>
          </a:xfrm>
          <a:prstGeom prst="straightConnector1">
            <a:avLst/>
          </a:prstGeom>
          <a:noFill/>
          <a:ln w="9525"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2101579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1pPr>
            <a:lvl2pPr lvl="1">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2pPr>
            <a:lvl3pPr lvl="2">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3pPr>
            <a:lvl4pPr lvl="3">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4pPr>
            <a:lvl5pPr lvl="4">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5pPr>
            <a:lvl6pPr lvl="5">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6pPr>
            <a:lvl7pPr lvl="6">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7pPr>
            <a:lvl8pPr lvl="7">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8pPr>
            <a:lvl9pPr lvl="8">
              <a:spcBef>
                <a:spcPts val="0"/>
              </a:spcBef>
              <a:spcAft>
                <a:spcPts val="0"/>
              </a:spcAft>
              <a:buClr>
                <a:schemeClr val="dk1"/>
              </a:buClr>
              <a:buSzPts val="3300"/>
              <a:buFont typeface="El Messiri"/>
              <a:buNone/>
              <a:defRPr sz="3300" b="1">
                <a:solidFill>
                  <a:schemeClr val="dk1"/>
                </a:solidFill>
                <a:latin typeface="El Messiri"/>
                <a:ea typeface="El Messiri"/>
                <a:cs typeface="El Messiri"/>
                <a:sym typeface="El Messir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Baloo 2"/>
              <a:buChar char="●"/>
              <a:defRPr sz="1800">
                <a:solidFill>
                  <a:schemeClr val="dk1"/>
                </a:solidFill>
                <a:latin typeface="Baloo 2"/>
                <a:ea typeface="Baloo 2"/>
                <a:cs typeface="Baloo 2"/>
                <a:sym typeface="Baloo 2"/>
              </a:defRPr>
            </a:lvl1pPr>
            <a:lvl2pPr marL="914400" lvl="1"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2pPr>
            <a:lvl3pPr marL="1371600" lvl="2"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3pPr>
            <a:lvl4pPr marL="1828800" lvl="3"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4pPr>
            <a:lvl5pPr marL="2286000" lvl="4"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5pPr>
            <a:lvl6pPr marL="2743200" lvl="5"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6pPr>
            <a:lvl7pPr marL="3200400" lvl="6"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7pPr>
            <a:lvl8pPr marL="3657600" lvl="7"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8pPr>
            <a:lvl9pPr marL="4114800" lvl="8" indent="-317500">
              <a:lnSpc>
                <a:spcPct val="100000"/>
              </a:lnSpc>
              <a:spcBef>
                <a:spcPts val="0"/>
              </a:spcBef>
              <a:spcAft>
                <a:spcPts val="0"/>
              </a:spcAft>
              <a:buClr>
                <a:schemeClr val="dk1"/>
              </a:buClr>
              <a:buSzPts val="1400"/>
              <a:buFont typeface="Baloo 2"/>
              <a:buChar char="■"/>
              <a:defRPr>
                <a:solidFill>
                  <a:schemeClr val="dk1"/>
                </a:solidFill>
                <a:latin typeface="Baloo 2"/>
                <a:ea typeface="Baloo 2"/>
                <a:cs typeface="Baloo 2"/>
                <a:sym typeface="Baloo 2"/>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70" r:id="rId15"/>
    <p:sldLayoutId id="2147483671" r:id="rId16"/>
    <p:sldLayoutId id="2147483676" r:id="rId17"/>
    <p:sldLayoutId id="2147483678" r:id="rId18"/>
    <p:sldLayoutId id="2147483682" r:id="rId19"/>
    <p:sldLayoutId id="2147483683" r:id="rId20"/>
    <p:sldLayoutId id="2147483684" r:id="rId21"/>
    <p:sldLayoutId id="2147483685" r:id="rId22"/>
    <p:sldLayoutId id="2147483688"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E1EE"/>
        </a:solidFill>
        <a:effectLst/>
      </p:bgPr>
    </p:bg>
    <p:spTree>
      <p:nvGrpSpPr>
        <p:cNvPr id="1" name="Shape 318"/>
        <p:cNvGrpSpPr/>
        <p:nvPr/>
      </p:nvGrpSpPr>
      <p:grpSpPr>
        <a:xfrm>
          <a:off x="0" y="0"/>
          <a:ext cx="0" cy="0"/>
          <a:chOff x="0" y="0"/>
          <a:chExt cx="0" cy="0"/>
        </a:xfrm>
      </p:grpSpPr>
      <p:sp>
        <p:nvSpPr>
          <p:cNvPr id="319" name="Google Shape;319;p42"/>
          <p:cNvSpPr/>
          <p:nvPr/>
        </p:nvSpPr>
        <p:spPr>
          <a:xfrm>
            <a:off x="6163475" y="10519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2"/>
          <p:cNvSpPr txBox="1">
            <a:spLocks noGrp="1"/>
          </p:cNvSpPr>
          <p:nvPr>
            <p:ph type="ctrTitle"/>
          </p:nvPr>
        </p:nvSpPr>
        <p:spPr>
          <a:xfrm>
            <a:off x="713225" y="940862"/>
            <a:ext cx="4832100" cy="2132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Python</a:t>
            </a:r>
            <a:br>
              <a:rPr lang="en" dirty="0"/>
            </a:br>
            <a:r>
              <a:rPr lang="en" dirty="0"/>
              <a:t>Music Player</a:t>
            </a:r>
            <a:endParaRPr dirty="0"/>
          </a:p>
        </p:txBody>
      </p:sp>
      <p:sp>
        <p:nvSpPr>
          <p:cNvPr id="321" name="Google Shape;321;p42"/>
          <p:cNvSpPr txBox="1">
            <a:spLocks noGrp="1"/>
          </p:cNvSpPr>
          <p:nvPr>
            <p:ph type="subTitle" idx="1"/>
          </p:nvPr>
        </p:nvSpPr>
        <p:spPr>
          <a:xfrm>
            <a:off x="713225" y="3109738"/>
            <a:ext cx="4832100" cy="48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FFC703"/>
              </a:buClr>
              <a:buSzPts val="1100"/>
              <a:buFont typeface="Arial"/>
              <a:buNone/>
            </a:pPr>
            <a:r>
              <a:rPr lang="en-US" dirty="0"/>
              <a:t>Preet </a:t>
            </a:r>
            <a:r>
              <a:rPr lang="en-US" dirty="0" err="1"/>
              <a:t>Gajjar</a:t>
            </a:r>
            <a:r>
              <a:rPr lang="en-US" dirty="0"/>
              <a:t>, Manit </a:t>
            </a:r>
            <a:r>
              <a:rPr lang="en-US" dirty="0" err="1"/>
              <a:t>Rachh</a:t>
            </a:r>
            <a:r>
              <a:rPr lang="en-US" dirty="0"/>
              <a:t>, Raj Patel</a:t>
            </a:r>
            <a:endParaRPr dirty="0"/>
          </a:p>
          <a:p>
            <a:pPr marL="0" lvl="0" indent="0" algn="l" rtl="0">
              <a:spcBef>
                <a:spcPts val="0"/>
              </a:spcBef>
              <a:spcAft>
                <a:spcPts val="0"/>
              </a:spcAft>
              <a:buNone/>
            </a:pPr>
            <a:endParaRPr dirty="0"/>
          </a:p>
        </p:txBody>
      </p:sp>
      <p:grpSp>
        <p:nvGrpSpPr>
          <p:cNvPr id="322" name="Google Shape;322;p42"/>
          <p:cNvGrpSpPr/>
          <p:nvPr/>
        </p:nvGrpSpPr>
        <p:grpSpPr>
          <a:xfrm>
            <a:off x="790074" y="4071550"/>
            <a:ext cx="636900" cy="322800"/>
            <a:chOff x="790074" y="3806775"/>
            <a:chExt cx="636900" cy="322800"/>
          </a:xfrm>
        </p:grpSpPr>
        <p:sp>
          <p:nvSpPr>
            <p:cNvPr id="323" name="Google Shape;323;p42"/>
            <p:cNvSpPr/>
            <p:nvPr/>
          </p:nvSpPr>
          <p:spPr>
            <a:xfrm>
              <a:off x="790074" y="3806775"/>
              <a:ext cx="636900" cy="322800"/>
            </a:xfrm>
            <a:prstGeom prst="roundRect">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4" name="Google Shape;324;p42"/>
            <p:cNvCxnSpPr/>
            <p:nvPr/>
          </p:nvCxnSpPr>
          <p:spPr>
            <a:xfrm>
              <a:off x="990625" y="3968175"/>
              <a:ext cx="235800" cy="0"/>
            </a:xfrm>
            <a:prstGeom prst="straightConnector1">
              <a:avLst/>
            </a:prstGeom>
            <a:noFill/>
            <a:ln w="9525" cap="flat" cmpd="sng">
              <a:solidFill>
                <a:schemeClr val="lt1"/>
              </a:solidFill>
              <a:prstDash val="solid"/>
              <a:round/>
              <a:headEnd type="none" w="med" len="med"/>
              <a:tailEnd type="triangle" w="med" len="med"/>
            </a:ln>
          </p:spPr>
        </p:cxnSp>
      </p:grpSp>
      <p:grpSp>
        <p:nvGrpSpPr>
          <p:cNvPr id="325" name="Google Shape;325;p42"/>
          <p:cNvGrpSpPr/>
          <p:nvPr/>
        </p:nvGrpSpPr>
        <p:grpSpPr>
          <a:xfrm>
            <a:off x="5573844" y="1434275"/>
            <a:ext cx="2619217" cy="2644948"/>
            <a:chOff x="5573844" y="1434275"/>
            <a:chExt cx="2619217" cy="2644948"/>
          </a:xfrm>
        </p:grpSpPr>
        <p:sp>
          <p:nvSpPr>
            <p:cNvPr id="326" name="Google Shape;326;p42"/>
            <p:cNvSpPr/>
            <p:nvPr/>
          </p:nvSpPr>
          <p:spPr>
            <a:xfrm flipH="1">
              <a:off x="5676406" y="2519183"/>
              <a:ext cx="427889" cy="1363862"/>
            </a:xfrm>
            <a:custGeom>
              <a:avLst/>
              <a:gdLst/>
              <a:ahLst/>
              <a:cxnLst/>
              <a:rect l="l" t="t" r="r" b="b"/>
              <a:pathLst>
                <a:path w="12464" h="39728" fill="none" extrusionOk="0">
                  <a:moveTo>
                    <a:pt x="12463" y="39727"/>
                  </a:moveTo>
                  <a:lnTo>
                    <a:pt x="6597" y="152"/>
                  </a:lnTo>
                  <a:cubicBezTo>
                    <a:pt x="6597" y="0"/>
                    <a:pt x="6384" y="0"/>
                    <a:pt x="6384" y="152"/>
                  </a:cubicBezTo>
                  <a:lnTo>
                    <a:pt x="1" y="39727"/>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42"/>
            <p:cNvGrpSpPr/>
            <p:nvPr/>
          </p:nvGrpSpPr>
          <p:grpSpPr>
            <a:xfrm>
              <a:off x="5573844" y="1434275"/>
              <a:ext cx="2619217" cy="2644948"/>
              <a:chOff x="5573844" y="1739075"/>
              <a:chExt cx="2619217" cy="2644948"/>
            </a:xfrm>
          </p:grpSpPr>
          <p:grpSp>
            <p:nvGrpSpPr>
              <p:cNvPr id="328" name="Google Shape;328;p42"/>
              <p:cNvGrpSpPr/>
              <p:nvPr/>
            </p:nvGrpSpPr>
            <p:grpSpPr>
              <a:xfrm>
                <a:off x="5573844" y="1739075"/>
                <a:ext cx="2619217" cy="2630370"/>
                <a:chOff x="6010319" y="1815275"/>
                <a:chExt cx="2619217" cy="2630370"/>
              </a:xfrm>
            </p:grpSpPr>
            <p:sp>
              <p:nvSpPr>
                <p:cNvPr id="329" name="Google Shape;329;p42"/>
                <p:cNvSpPr/>
                <p:nvPr/>
              </p:nvSpPr>
              <p:spPr>
                <a:xfrm flipH="1">
                  <a:off x="7624611" y="1999011"/>
                  <a:ext cx="219171" cy="196890"/>
                </a:xfrm>
                <a:custGeom>
                  <a:avLst/>
                  <a:gdLst/>
                  <a:ahLst/>
                  <a:cxnLst/>
                  <a:rect l="l" t="t" r="r" b="b"/>
                  <a:pathLst>
                    <a:path w="6384" h="5735" extrusionOk="0">
                      <a:moveTo>
                        <a:pt x="3221" y="1"/>
                      </a:moveTo>
                      <a:cubicBezTo>
                        <a:pt x="1977" y="1"/>
                        <a:pt x="833" y="800"/>
                        <a:pt x="456" y="2056"/>
                      </a:cubicBezTo>
                      <a:cubicBezTo>
                        <a:pt x="0" y="3575"/>
                        <a:pt x="851" y="5156"/>
                        <a:pt x="2371" y="5612"/>
                      </a:cubicBezTo>
                      <a:cubicBezTo>
                        <a:pt x="2649" y="5695"/>
                        <a:pt x="2929" y="5735"/>
                        <a:pt x="3205" y="5735"/>
                      </a:cubicBezTo>
                      <a:cubicBezTo>
                        <a:pt x="4441" y="5735"/>
                        <a:pt x="5585" y="4939"/>
                        <a:pt x="5958" y="3697"/>
                      </a:cubicBezTo>
                      <a:cubicBezTo>
                        <a:pt x="6383" y="2177"/>
                        <a:pt x="5532" y="566"/>
                        <a:pt x="4012" y="110"/>
                      </a:cubicBezTo>
                      <a:cubicBezTo>
                        <a:pt x="3748" y="36"/>
                        <a:pt x="3482" y="1"/>
                        <a:pt x="32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2"/>
                <p:cNvSpPr/>
                <p:nvPr/>
              </p:nvSpPr>
              <p:spPr>
                <a:xfrm flipH="1">
                  <a:off x="7677826" y="2046833"/>
                  <a:ext cx="112744" cy="101208"/>
                </a:xfrm>
                <a:custGeom>
                  <a:avLst/>
                  <a:gdLst/>
                  <a:ahLst/>
                  <a:cxnLst/>
                  <a:rect l="l" t="t" r="r" b="b"/>
                  <a:pathLst>
                    <a:path w="3284" h="2948" extrusionOk="0">
                      <a:moveTo>
                        <a:pt x="1671" y="0"/>
                      </a:moveTo>
                      <a:cubicBezTo>
                        <a:pt x="1041" y="0"/>
                        <a:pt x="445" y="404"/>
                        <a:pt x="244" y="1058"/>
                      </a:cubicBezTo>
                      <a:cubicBezTo>
                        <a:pt x="0" y="1818"/>
                        <a:pt x="456" y="2638"/>
                        <a:pt x="1216" y="2881"/>
                      </a:cubicBezTo>
                      <a:cubicBezTo>
                        <a:pt x="1361" y="2926"/>
                        <a:pt x="1507" y="2947"/>
                        <a:pt x="1650" y="2947"/>
                      </a:cubicBezTo>
                      <a:cubicBezTo>
                        <a:pt x="2288" y="2947"/>
                        <a:pt x="2872" y="2529"/>
                        <a:pt x="3070" y="1909"/>
                      </a:cubicBezTo>
                      <a:cubicBezTo>
                        <a:pt x="3283" y="1119"/>
                        <a:pt x="2858" y="298"/>
                        <a:pt x="2067" y="55"/>
                      </a:cubicBezTo>
                      <a:cubicBezTo>
                        <a:pt x="1936" y="18"/>
                        <a:pt x="1802" y="0"/>
                        <a:pt x="167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2"/>
                <p:cNvSpPr/>
                <p:nvPr/>
              </p:nvSpPr>
              <p:spPr>
                <a:xfrm flipH="1">
                  <a:off x="6687547" y="2409740"/>
                  <a:ext cx="849458" cy="444590"/>
                </a:xfrm>
                <a:custGeom>
                  <a:avLst/>
                  <a:gdLst/>
                  <a:ahLst/>
                  <a:cxnLst/>
                  <a:rect l="l" t="t" r="r" b="b"/>
                  <a:pathLst>
                    <a:path w="24743" h="12950" extrusionOk="0">
                      <a:moveTo>
                        <a:pt x="2827" y="1"/>
                      </a:moveTo>
                      <a:cubicBezTo>
                        <a:pt x="2736" y="1"/>
                        <a:pt x="2645" y="92"/>
                        <a:pt x="2615" y="183"/>
                      </a:cubicBezTo>
                      <a:lnTo>
                        <a:pt x="31" y="12675"/>
                      </a:lnTo>
                      <a:cubicBezTo>
                        <a:pt x="1" y="12827"/>
                        <a:pt x="122" y="12949"/>
                        <a:pt x="274" y="12949"/>
                      </a:cubicBezTo>
                      <a:lnTo>
                        <a:pt x="21916" y="12949"/>
                      </a:lnTo>
                      <a:cubicBezTo>
                        <a:pt x="22037" y="12949"/>
                        <a:pt x="22129" y="12888"/>
                        <a:pt x="22159" y="12767"/>
                      </a:cubicBezTo>
                      <a:lnTo>
                        <a:pt x="24712" y="274"/>
                      </a:lnTo>
                      <a:cubicBezTo>
                        <a:pt x="24743" y="153"/>
                        <a:pt x="24652" y="1"/>
                        <a:pt x="2450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42"/>
                <p:cNvSpPr/>
                <p:nvPr/>
              </p:nvSpPr>
              <p:spPr>
                <a:xfrm flipH="1">
                  <a:off x="6726137" y="2443143"/>
                  <a:ext cx="778529" cy="401778"/>
                </a:xfrm>
                <a:custGeom>
                  <a:avLst/>
                  <a:gdLst/>
                  <a:ahLst/>
                  <a:cxnLst/>
                  <a:rect l="l" t="t" r="r" b="b"/>
                  <a:pathLst>
                    <a:path w="22677" h="11703" extrusionOk="0">
                      <a:moveTo>
                        <a:pt x="2584" y="0"/>
                      </a:moveTo>
                      <a:cubicBezTo>
                        <a:pt x="2493" y="0"/>
                        <a:pt x="2402" y="91"/>
                        <a:pt x="2402" y="183"/>
                      </a:cubicBezTo>
                      <a:lnTo>
                        <a:pt x="31" y="11459"/>
                      </a:lnTo>
                      <a:cubicBezTo>
                        <a:pt x="1" y="11581"/>
                        <a:pt x="92" y="11702"/>
                        <a:pt x="244" y="11702"/>
                      </a:cubicBezTo>
                      <a:lnTo>
                        <a:pt x="20092" y="11702"/>
                      </a:lnTo>
                      <a:cubicBezTo>
                        <a:pt x="20184" y="11702"/>
                        <a:pt x="20275" y="11642"/>
                        <a:pt x="20275" y="11551"/>
                      </a:cubicBezTo>
                      <a:lnTo>
                        <a:pt x="22646" y="243"/>
                      </a:lnTo>
                      <a:cubicBezTo>
                        <a:pt x="22676" y="122"/>
                        <a:pt x="22585" y="0"/>
                        <a:pt x="22433"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42"/>
                <p:cNvSpPr/>
                <p:nvPr/>
              </p:nvSpPr>
              <p:spPr>
                <a:xfrm flipH="1">
                  <a:off x="6845130" y="2484889"/>
                  <a:ext cx="592729" cy="116898"/>
                </a:xfrm>
                <a:custGeom>
                  <a:avLst/>
                  <a:gdLst/>
                  <a:ahLst/>
                  <a:cxnLst/>
                  <a:rect l="l" t="t" r="r" b="b"/>
                  <a:pathLst>
                    <a:path w="17265" h="3405" extrusionOk="0">
                      <a:moveTo>
                        <a:pt x="699" y="0"/>
                      </a:moveTo>
                      <a:lnTo>
                        <a:pt x="0" y="3404"/>
                      </a:lnTo>
                      <a:lnTo>
                        <a:pt x="16505" y="3404"/>
                      </a:lnTo>
                      <a:lnTo>
                        <a:pt x="17265" y="0"/>
                      </a:ln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42"/>
                <p:cNvSpPr/>
                <p:nvPr/>
              </p:nvSpPr>
              <p:spPr>
                <a:xfrm flipH="1">
                  <a:off x="7259404" y="2666428"/>
                  <a:ext cx="218106" cy="150302"/>
                </a:xfrm>
                <a:custGeom>
                  <a:avLst/>
                  <a:gdLst/>
                  <a:ahLst/>
                  <a:cxnLst/>
                  <a:rect l="l" t="t" r="r" b="b"/>
                  <a:pathLst>
                    <a:path w="6353" h="4378" extrusionOk="0">
                      <a:moveTo>
                        <a:pt x="912" y="1"/>
                      </a:moveTo>
                      <a:lnTo>
                        <a:pt x="0" y="4378"/>
                      </a:lnTo>
                      <a:lnTo>
                        <a:pt x="5441" y="4378"/>
                      </a:lnTo>
                      <a:lnTo>
                        <a:pt x="6353" y="1"/>
                      </a:ln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42"/>
                <p:cNvSpPr/>
                <p:nvPr/>
              </p:nvSpPr>
              <p:spPr>
                <a:xfrm flipH="1">
                  <a:off x="7093487" y="2626776"/>
                  <a:ext cx="179518" cy="191019"/>
                </a:xfrm>
                <a:custGeom>
                  <a:avLst/>
                  <a:gdLst/>
                  <a:ahLst/>
                  <a:cxnLst/>
                  <a:rect l="l" t="t" r="r" b="b"/>
                  <a:pathLst>
                    <a:path w="5229" h="5564" extrusionOk="0">
                      <a:moveTo>
                        <a:pt x="1247" y="1"/>
                      </a:moveTo>
                      <a:lnTo>
                        <a:pt x="1" y="5563"/>
                      </a:lnTo>
                      <a:lnTo>
                        <a:pt x="4043" y="5563"/>
                      </a:lnTo>
                      <a:cubicBezTo>
                        <a:pt x="4135" y="5472"/>
                        <a:pt x="5229" y="1"/>
                        <a:pt x="5229"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42"/>
                <p:cNvSpPr/>
                <p:nvPr/>
              </p:nvSpPr>
              <p:spPr>
                <a:xfrm flipH="1">
                  <a:off x="6881633" y="2625746"/>
                  <a:ext cx="189955" cy="150302"/>
                </a:xfrm>
                <a:custGeom>
                  <a:avLst/>
                  <a:gdLst/>
                  <a:ahLst/>
                  <a:cxnLst/>
                  <a:rect l="l" t="t" r="r" b="b"/>
                  <a:pathLst>
                    <a:path w="5533" h="4378" extrusionOk="0">
                      <a:moveTo>
                        <a:pt x="882" y="0"/>
                      </a:moveTo>
                      <a:lnTo>
                        <a:pt x="0" y="4377"/>
                      </a:lnTo>
                      <a:lnTo>
                        <a:pt x="4559" y="4377"/>
                      </a:lnTo>
                      <a:lnTo>
                        <a:pt x="5532" y="0"/>
                      </a:ln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42"/>
                <p:cNvSpPr/>
                <p:nvPr/>
              </p:nvSpPr>
              <p:spPr>
                <a:xfrm flipH="1">
                  <a:off x="6744945" y="2853219"/>
                  <a:ext cx="971540" cy="35533"/>
                </a:xfrm>
                <a:custGeom>
                  <a:avLst/>
                  <a:gdLst/>
                  <a:ahLst/>
                  <a:cxnLst/>
                  <a:rect l="l" t="t" r="r" b="b"/>
                  <a:pathLst>
                    <a:path w="28299" h="1035" extrusionOk="0">
                      <a:moveTo>
                        <a:pt x="517" y="1"/>
                      </a:moveTo>
                      <a:cubicBezTo>
                        <a:pt x="213" y="1"/>
                        <a:pt x="1" y="213"/>
                        <a:pt x="1" y="517"/>
                      </a:cubicBezTo>
                      <a:cubicBezTo>
                        <a:pt x="1" y="791"/>
                        <a:pt x="244" y="1034"/>
                        <a:pt x="517" y="1034"/>
                      </a:cubicBezTo>
                      <a:lnTo>
                        <a:pt x="27752" y="1034"/>
                      </a:lnTo>
                      <a:cubicBezTo>
                        <a:pt x="28056" y="1034"/>
                        <a:pt x="28299" y="791"/>
                        <a:pt x="28299" y="517"/>
                      </a:cubicBezTo>
                      <a:cubicBezTo>
                        <a:pt x="28299" y="244"/>
                        <a:pt x="28056" y="1"/>
                        <a:pt x="2775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42"/>
                <p:cNvSpPr/>
                <p:nvPr/>
              </p:nvSpPr>
              <p:spPr>
                <a:xfrm flipH="1">
                  <a:off x="7467029" y="2900183"/>
                  <a:ext cx="426840" cy="1363911"/>
                </a:xfrm>
                <a:custGeom>
                  <a:avLst/>
                  <a:gdLst/>
                  <a:ahLst/>
                  <a:cxnLst/>
                  <a:rect l="l" t="t" r="r" b="b"/>
                  <a:pathLst>
                    <a:path w="12433" h="39728" fill="none" extrusionOk="0">
                      <a:moveTo>
                        <a:pt x="12432" y="39727"/>
                      </a:moveTo>
                      <a:lnTo>
                        <a:pt x="6596" y="152"/>
                      </a:lnTo>
                      <a:cubicBezTo>
                        <a:pt x="6566" y="0"/>
                        <a:pt x="6383" y="0"/>
                        <a:pt x="6353" y="152"/>
                      </a:cubicBezTo>
                      <a:lnTo>
                        <a:pt x="0" y="39727"/>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42"/>
                <p:cNvSpPr/>
                <p:nvPr/>
              </p:nvSpPr>
              <p:spPr>
                <a:xfrm flipH="1">
                  <a:off x="6010319" y="2886625"/>
                  <a:ext cx="1882530" cy="69925"/>
                </a:xfrm>
                <a:custGeom>
                  <a:avLst/>
                  <a:gdLst/>
                  <a:ahLst/>
                  <a:cxnLst/>
                  <a:rect l="l" t="t" r="r" b="b"/>
                  <a:pathLst>
                    <a:path w="64349" h="2037" extrusionOk="0">
                      <a:moveTo>
                        <a:pt x="1" y="0"/>
                      </a:moveTo>
                      <a:lnTo>
                        <a:pt x="1" y="2037"/>
                      </a:lnTo>
                      <a:lnTo>
                        <a:pt x="64348" y="2037"/>
                      </a:lnTo>
                      <a:lnTo>
                        <a:pt x="64348" y="0"/>
                      </a:ln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42"/>
                <p:cNvSpPr/>
                <p:nvPr/>
              </p:nvSpPr>
              <p:spPr>
                <a:xfrm flipH="1">
                  <a:off x="7393992" y="2536487"/>
                  <a:ext cx="1110341" cy="1139316"/>
                </a:xfrm>
                <a:custGeom>
                  <a:avLst/>
                  <a:gdLst/>
                  <a:ahLst/>
                  <a:cxnLst/>
                  <a:rect l="l" t="t" r="r" b="b"/>
                  <a:pathLst>
                    <a:path w="32342" h="33186" extrusionOk="0">
                      <a:moveTo>
                        <a:pt x="2698" y="1"/>
                      </a:moveTo>
                      <a:cubicBezTo>
                        <a:pt x="1761" y="1"/>
                        <a:pt x="1017" y="391"/>
                        <a:pt x="548" y="1293"/>
                      </a:cubicBezTo>
                      <a:cubicBezTo>
                        <a:pt x="1" y="2357"/>
                        <a:pt x="1277" y="10686"/>
                        <a:pt x="2098" y="12844"/>
                      </a:cubicBezTo>
                      <a:cubicBezTo>
                        <a:pt x="3709" y="17130"/>
                        <a:pt x="6141" y="21111"/>
                        <a:pt x="9332" y="24394"/>
                      </a:cubicBezTo>
                      <a:cubicBezTo>
                        <a:pt x="14588" y="29791"/>
                        <a:pt x="21976" y="33186"/>
                        <a:pt x="29475" y="33186"/>
                      </a:cubicBezTo>
                      <a:cubicBezTo>
                        <a:pt x="30086" y="33186"/>
                        <a:pt x="30697" y="33163"/>
                        <a:pt x="31308" y="33118"/>
                      </a:cubicBezTo>
                      <a:cubicBezTo>
                        <a:pt x="31612" y="33087"/>
                        <a:pt x="31947" y="33026"/>
                        <a:pt x="32129" y="32814"/>
                      </a:cubicBezTo>
                      <a:cubicBezTo>
                        <a:pt x="32342" y="32570"/>
                        <a:pt x="32311" y="32206"/>
                        <a:pt x="32281" y="31902"/>
                      </a:cubicBezTo>
                      <a:cubicBezTo>
                        <a:pt x="31521" y="25488"/>
                        <a:pt x="26840" y="20321"/>
                        <a:pt x="22402" y="15610"/>
                      </a:cubicBezTo>
                      <a:cubicBezTo>
                        <a:pt x="20069" y="13147"/>
                        <a:pt x="8136" y="1"/>
                        <a:pt x="2698"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2"/>
                <p:cNvSpPr/>
                <p:nvPr/>
              </p:nvSpPr>
              <p:spPr>
                <a:xfrm flipH="1">
                  <a:off x="6140744" y="3867511"/>
                  <a:ext cx="410155" cy="341184"/>
                </a:xfrm>
                <a:custGeom>
                  <a:avLst/>
                  <a:gdLst/>
                  <a:ahLst/>
                  <a:cxnLst/>
                  <a:rect l="l" t="t" r="r" b="b"/>
                  <a:pathLst>
                    <a:path w="11947" h="9938" extrusionOk="0">
                      <a:moveTo>
                        <a:pt x="2463" y="0"/>
                      </a:moveTo>
                      <a:cubicBezTo>
                        <a:pt x="2432" y="61"/>
                        <a:pt x="2402" y="122"/>
                        <a:pt x="2371" y="183"/>
                      </a:cubicBezTo>
                      <a:cubicBezTo>
                        <a:pt x="1520" y="1854"/>
                        <a:pt x="760" y="3587"/>
                        <a:pt x="1" y="5289"/>
                      </a:cubicBezTo>
                      <a:cubicBezTo>
                        <a:pt x="2493" y="6596"/>
                        <a:pt x="5077" y="7812"/>
                        <a:pt x="7478" y="8997"/>
                      </a:cubicBezTo>
                      <a:cubicBezTo>
                        <a:pt x="7782" y="9149"/>
                        <a:pt x="8207" y="9180"/>
                        <a:pt x="8511" y="9301"/>
                      </a:cubicBezTo>
                      <a:cubicBezTo>
                        <a:pt x="8961" y="9539"/>
                        <a:pt x="8904" y="9938"/>
                        <a:pt x="9242" y="9938"/>
                      </a:cubicBezTo>
                      <a:cubicBezTo>
                        <a:pt x="9292" y="9938"/>
                        <a:pt x="9352" y="9929"/>
                        <a:pt x="9423" y="9909"/>
                      </a:cubicBezTo>
                      <a:cubicBezTo>
                        <a:pt x="9879" y="9788"/>
                        <a:pt x="10213" y="9423"/>
                        <a:pt x="10487" y="9028"/>
                      </a:cubicBezTo>
                      <a:cubicBezTo>
                        <a:pt x="11946" y="7174"/>
                        <a:pt x="10609" y="5836"/>
                        <a:pt x="8906" y="4772"/>
                      </a:cubicBezTo>
                      <a:cubicBezTo>
                        <a:pt x="6627" y="3344"/>
                        <a:pt x="4529" y="1702"/>
                        <a:pt x="2463"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2"/>
                <p:cNvSpPr/>
                <p:nvPr/>
              </p:nvSpPr>
              <p:spPr>
                <a:xfrm flipH="1">
                  <a:off x="6010325" y="3860198"/>
                  <a:ext cx="310938" cy="372563"/>
                </a:xfrm>
                <a:custGeom>
                  <a:avLst/>
                  <a:gdLst/>
                  <a:ahLst/>
                  <a:cxnLst/>
                  <a:rect l="l" t="t" r="r" b="b"/>
                  <a:pathLst>
                    <a:path w="9057" h="10852" extrusionOk="0">
                      <a:moveTo>
                        <a:pt x="8084" y="0"/>
                      </a:moveTo>
                      <a:cubicBezTo>
                        <a:pt x="7598" y="0"/>
                        <a:pt x="7172" y="335"/>
                        <a:pt x="6807" y="669"/>
                      </a:cubicBezTo>
                      <a:cubicBezTo>
                        <a:pt x="6017" y="1155"/>
                        <a:pt x="5287" y="2098"/>
                        <a:pt x="4588" y="2736"/>
                      </a:cubicBezTo>
                      <a:cubicBezTo>
                        <a:pt x="4011" y="3283"/>
                        <a:pt x="3403" y="4256"/>
                        <a:pt x="2673" y="4590"/>
                      </a:cubicBezTo>
                      <a:cubicBezTo>
                        <a:pt x="2532" y="4679"/>
                        <a:pt x="2359" y="4726"/>
                        <a:pt x="2186" y="4726"/>
                      </a:cubicBezTo>
                      <a:cubicBezTo>
                        <a:pt x="2061" y="4726"/>
                        <a:pt x="1937" y="4702"/>
                        <a:pt x="1822" y="4651"/>
                      </a:cubicBezTo>
                      <a:cubicBezTo>
                        <a:pt x="1822" y="4650"/>
                        <a:pt x="1821" y="4650"/>
                        <a:pt x="1820" y="4650"/>
                      </a:cubicBezTo>
                      <a:cubicBezTo>
                        <a:pt x="1703" y="4650"/>
                        <a:pt x="1" y="8334"/>
                        <a:pt x="242" y="8997"/>
                      </a:cubicBezTo>
                      <a:cubicBezTo>
                        <a:pt x="667" y="10031"/>
                        <a:pt x="2187" y="10426"/>
                        <a:pt x="3160" y="10852"/>
                      </a:cubicBezTo>
                      <a:cubicBezTo>
                        <a:pt x="4315" y="9058"/>
                        <a:pt x="5439" y="7235"/>
                        <a:pt x="6534" y="5380"/>
                      </a:cubicBezTo>
                      <a:cubicBezTo>
                        <a:pt x="7081" y="4469"/>
                        <a:pt x="7628" y="3557"/>
                        <a:pt x="8145" y="2614"/>
                      </a:cubicBezTo>
                      <a:cubicBezTo>
                        <a:pt x="8418" y="2128"/>
                        <a:pt x="9057" y="1429"/>
                        <a:pt x="8996" y="851"/>
                      </a:cubicBezTo>
                      <a:cubicBezTo>
                        <a:pt x="8996" y="851"/>
                        <a:pt x="8996" y="821"/>
                        <a:pt x="8996" y="791"/>
                      </a:cubicBezTo>
                      <a:cubicBezTo>
                        <a:pt x="8935" y="365"/>
                        <a:pt x="8509" y="0"/>
                        <a:pt x="808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2"/>
                <p:cNvSpPr/>
                <p:nvPr/>
              </p:nvSpPr>
              <p:spPr>
                <a:xfrm flipH="1">
                  <a:off x="6273259" y="3125356"/>
                  <a:ext cx="1817839" cy="1006214"/>
                </a:xfrm>
                <a:custGeom>
                  <a:avLst/>
                  <a:gdLst/>
                  <a:ahLst/>
                  <a:cxnLst/>
                  <a:rect l="l" t="t" r="r" b="b"/>
                  <a:pathLst>
                    <a:path w="52950" h="29309" extrusionOk="0">
                      <a:moveTo>
                        <a:pt x="10184" y="1"/>
                      </a:moveTo>
                      <a:cubicBezTo>
                        <a:pt x="8134" y="1"/>
                        <a:pt x="6086" y="103"/>
                        <a:pt x="4043" y="341"/>
                      </a:cubicBezTo>
                      <a:cubicBezTo>
                        <a:pt x="2493" y="524"/>
                        <a:pt x="183" y="1071"/>
                        <a:pt x="61" y="3016"/>
                      </a:cubicBezTo>
                      <a:cubicBezTo>
                        <a:pt x="0" y="3746"/>
                        <a:pt x="639" y="6755"/>
                        <a:pt x="1034" y="7241"/>
                      </a:cubicBezTo>
                      <a:cubicBezTo>
                        <a:pt x="1399" y="7758"/>
                        <a:pt x="3192" y="8183"/>
                        <a:pt x="3739" y="8487"/>
                      </a:cubicBezTo>
                      <a:cubicBezTo>
                        <a:pt x="4651" y="8974"/>
                        <a:pt x="5472" y="9308"/>
                        <a:pt x="6505" y="9521"/>
                      </a:cubicBezTo>
                      <a:cubicBezTo>
                        <a:pt x="8359" y="9946"/>
                        <a:pt x="10274" y="10037"/>
                        <a:pt x="12159" y="10281"/>
                      </a:cubicBezTo>
                      <a:cubicBezTo>
                        <a:pt x="15593" y="10706"/>
                        <a:pt x="19059" y="11071"/>
                        <a:pt x="22372" y="12135"/>
                      </a:cubicBezTo>
                      <a:cubicBezTo>
                        <a:pt x="31247" y="14962"/>
                        <a:pt x="47661" y="29308"/>
                        <a:pt x="47691" y="29308"/>
                      </a:cubicBezTo>
                      <a:cubicBezTo>
                        <a:pt x="47692" y="29308"/>
                        <a:pt x="47692" y="29308"/>
                        <a:pt x="47693" y="29308"/>
                      </a:cubicBezTo>
                      <a:cubicBezTo>
                        <a:pt x="47916" y="29308"/>
                        <a:pt x="50215" y="23562"/>
                        <a:pt x="50427" y="22956"/>
                      </a:cubicBezTo>
                      <a:cubicBezTo>
                        <a:pt x="50974" y="21466"/>
                        <a:pt x="50944" y="19004"/>
                        <a:pt x="52129" y="17880"/>
                      </a:cubicBezTo>
                      <a:cubicBezTo>
                        <a:pt x="52281" y="17728"/>
                        <a:pt x="52494" y="17576"/>
                        <a:pt x="52615" y="17393"/>
                      </a:cubicBezTo>
                      <a:cubicBezTo>
                        <a:pt x="52950" y="16785"/>
                        <a:pt x="52372" y="16086"/>
                        <a:pt x="51764" y="15782"/>
                      </a:cubicBezTo>
                      <a:cubicBezTo>
                        <a:pt x="48512" y="14141"/>
                        <a:pt x="45442" y="11618"/>
                        <a:pt x="42190" y="9764"/>
                      </a:cubicBezTo>
                      <a:cubicBezTo>
                        <a:pt x="38573" y="7758"/>
                        <a:pt x="34864" y="5843"/>
                        <a:pt x="31126" y="4110"/>
                      </a:cubicBezTo>
                      <a:cubicBezTo>
                        <a:pt x="29272" y="3259"/>
                        <a:pt x="27417" y="2408"/>
                        <a:pt x="25472" y="1831"/>
                      </a:cubicBezTo>
                      <a:cubicBezTo>
                        <a:pt x="22858" y="1010"/>
                        <a:pt x="20122" y="645"/>
                        <a:pt x="17387" y="372"/>
                      </a:cubicBezTo>
                      <a:cubicBezTo>
                        <a:pt x="14991" y="142"/>
                        <a:pt x="12587" y="1"/>
                        <a:pt x="10184"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42"/>
                <p:cNvSpPr/>
                <p:nvPr/>
              </p:nvSpPr>
              <p:spPr>
                <a:xfrm flipH="1">
                  <a:off x="8009666" y="3700528"/>
                  <a:ext cx="34" cy="690847"/>
                </a:xfrm>
                <a:custGeom>
                  <a:avLst/>
                  <a:gdLst/>
                  <a:ahLst/>
                  <a:cxnLst/>
                  <a:rect l="l" t="t" r="r" b="b"/>
                  <a:pathLst>
                    <a:path w="1" h="20123" fill="none" extrusionOk="0">
                      <a:moveTo>
                        <a:pt x="0" y="20123"/>
                      </a:moveTo>
                      <a:lnTo>
                        <a:pt x="0"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42"/>
                <p:cNvSpPr/>
                <p:nvPr/>
              </p:nvSpPr>
              <p:spPr>
                <a:xfrm flipH="1">
                  <a:off x="7611045" y="1873568"/>
                  <a:ext cx="440401" cy="637531"/>
                </a:xfrm>
                <a:custGeom>
                  <a:avLst/>
                  <a:gdLst/>
                  <a:ahLst/>
                  <a:cxnLst/>
                  <a:rect l="l" t="t" r="r" b="b"/>
                  <a:pathLst>
                    <a:path w="12828" h="18570" extrusionOk="0">
                      <a:moveTo>
                        <a:pt x="9313" y="0"/>
                      </a:moveTo>
                      <a:cubicBezTo>
                        <a:pt x="7026" y="0"/>
                        <a:pt x="4588" y="2467"/>
                        <a:pt x="4074" y="4676"/>
                      </a:cubicBezTo>
                      <a:cubicBezTo>
                        <a:pt x="3922" y="5375"/>
                        <a:pt x="3861" y="6105"/>
                        <a:pt x="3739" y="6834"/>
                      </a:cubicBezTo>
                      <a:cubicBezTo>
                        <a:pt x="3709" y="7077"/>
                        <a:pt x="3648" y="7351"/>
                        <a:pt x="3557" y="7594"/>
                      </a:cubicBezTo>
                      <a:cubicBezTo>
                        <a:pt x="3374" y="8141"/>
                        <a:pt x="3101" y="8658"/>
                        <a:pt x="2858" y="9144"/>
                      </a:cubicBezTo>
                      <a:cubicBezTo>
                        <a:pt x="2159" y="10421"/>
                        <a:pt x="1490" y="11698"/>
                        <a:pt x="791" y="12974"/>
                      </a:cubicBezTo>
                      <a:cubicBezTo>
                        <a:pt x="426" y="13704"/>
                        <a:pt x="1" y="14494"/>
                        <a:pt x="92" y="15315"/>
                      </a:cubicBezTo>
                      <a:cubicBezTo>
                        <a:pt x="183" y="16166"/>
                        <a:pt x="791" y="16895"/>
                        <a:pt x="1490" y="17321"/>
                      </a:cubicBezTo>
                      <a:cubicBezTo>
                        <a:pt x="2250" y="17807"/>
                        <a:pt x="3131" y="18081"/>
                        <a:pt x="3982" y="18354"/>
                      </a:cubicBezTo>
                      <a:cubicBezTo>
                        <a:pt x="4384" y="18467"/>
                        <a:pt x="4729" y="18570"/>
                        <a:pt x="5028" y="18570"/>
                      </a:cubicBezTo>
                      <a:cubicBezTo>
                        <a:pt x="5452" y="18570"/>
                        <a:pt x="5782" y="18363"/>
                        <a:pt x="6049" y="17685"/>
                      </a:cubicBezTo>
                      <a:cubicBezTo>
                        <a:pt x="6748" y="15710"/>
                        <a:pt x="7387" y="13734"/>
                        <a:pt x="7964" y="11758"/>
                      </a:cubicBezTo>
                      <a:cubicBezTo>
                        <a:pt x="8025" y="11546"/>
                        <a:pt x="8086" y="11333"/>
                        <a:pt x="8238" y="11150"/>
                      </a:cubicBezTo>
                      <a:cubicBezTo>
                        <a:pt x="8937" y="10208"/>
                        <a:pt x="10639" y="10968"/>
                        <a:pt x="11551" y="10026"/>
                      </a:cubicBezTo>
                      <a:cubicBezTo>
                        <a:pt x="12524" y="8992"/>
                        <a:pt x="12828" y="7108"/>
                        <a:pt x="12828" y="5710"/>
                      </a:cubicBezTo>
                      <a:cubicBezTo>
                        <a:pt x="12828" y="4251"/>
                        <a:pt x="12797" y="2670"/>
                        <a:pt x="11946" y="1485"/>
                      </a:cubicBezTo>
                      <a:cubicBezTo>
                        <a:pt x="11195" y="429"/>
                        <a:pt x="10267" y="0"/>
                        <a:pt x="9313"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42"/>
                <p:cNvSpPr/>
                <p:nvPr/>
              </p:nvSpPr>
              <p:spPr>
                <a:xfrm flipH="1">
                  <a:off x="7753991" y="2261844"/>
                  <a:ext cx="673098" cy="1071444"/>
                </a:xfrm>
                <a:custGeom>
                  <a:avLst/>
                  <a:gdLst/>
                  <a:ahLst/>
                  <a:cxnLst/>
                  <a:rect l="l" t="t" r="r" b="b"/>
                  <a:pathLst>
                    <a:path w="19606" h="31209" extrusionOk="0">
                      <a:moveTo>
                        <a:pt x="12337" y="0"/>
                      </a:moveTo>
                      <a:cubicBezTo>
                        <a:pt x="12180" y="0"/>
                        <a:pt x="12019" y="17"/>
                        <a:pt x="11854" y="53"/>
                      </a:cubicBezTo>
                      <a:cubicBezTo>
                        <a:pt x="11216" y="205"/>
                        <a:pt x="10669" y="539"/>
                        <a:pt x="10122" y="904"/>
                      </a:cubicBezTo>
                      <a:cubicBezTo>
                        <a:pt x="6778" y="3214"/>
                        <a:pt x="4590" y="6862"/>
                        <a:pt x="2796" y="10540"/>
                      </a:cubicBezTo>
                      <a:cubicBezTo>
                        <a:pt x="1854" y="12546"/>
                        <a:pt x="973" y="14613"/>
                        <a:pt x="426" y="16771"/>
                      </a:cubicBezTo>
                      <a:cubicBezTo>
                        <a:pt x="182" y="17895"/>
                        <a:pt x="0" y="19050"/>
                        <a:pt x="243" y="20175"/>
                      </a:cubicBezTo>
                      <a:cubicBezTo>
                        <a:pt x="426" y="21117"/>
                        <a:pt x="912" y="21999"/>
                        <a:pt x="1429" y="22819"/>
                      </a:cubicBezTo>
                      <a:cubicBezTo>
                        <a:pt x="2493" y="24491"/>
                        <a:pt x="3769" y="26072"/>
                        <a:pt x="4894" y="27713"/>
                      </a:cubicBezTo>
                      <a:cubicBezTo>
                        <a:pt x="5866" y="29172"/>
                        <a:pt x="7538" y="30358"/>
                        <a:pt x="9240" y="30844"/>
                      </a:cubicBezTo>
                      <a:cubicBezTo>
                        <a:pt x="9970" y="31087"/>
                        <a:pt x="11186" y="31209"/>
                        <a:pt x="11976" y="31209"/>
                      </a:cubicBezTo>
                      <a:cubicBezTo>
                        <a:pt x="13070" y="31209"/>
                        <a:pt x="13496" y="30631"/>
                        <a:pt x="14225" y="29841"/>
                      </a:cubicBezTo>
                      <a:cubicBezTo>
                        <a:pt x="14772" y="29111"/>
                        <a:pt x="15411" y="28473"/>
                        <a:pt x="15958" y="27713"/>
                      </a:cubicBezTo>
                      <a:cubicBezTo>
                        <a:pt x="16475" y="26953"/>
                        <a:pt x="16900" y="26133"/>
                        <a:pt x="17386" y="25342"/>
                      </a:cubicBezTo>
                      <a:cubicBezTo>
                        <a:pt x="17417" y="25281"/>
                        <a:pt x="17447" y="25221"/>
                        <a:pt x="17417" y="25160"/>
                      </a:cubicBezTo>
                      <a:cubicBezTo>
                        <a:pt x="17386" y="25130"/>
                        <a:pt x="17326" y="25099"/>
                        <a:pt x="17265" y="25099"/>
                      </a:cubicBezTo>
                      <a:lnTo>
                        <a:pt x="16748" y="25099"/>
                      </a:lnTo>
                      <a:cubicBezTo>
                        <a:pt x="16839" y="24978"/>
                        <a:pt x="16870" y="24795"/>
                        <a:pt x="16778" y="24643"/>
                      </a:cubicBezTo>
                      <a:cubicBezTo>
                        <a:pt x="16712" y="24554"/>
                        <a:pt x="16596" y="24498"/>
                        <a:pt x="16479" y="24498"/>
                      </a:cubicBezTo>
                      <a:cubicBezTo>
                        <a:pt x="16437" y="24498"/>
                        <a:pt x="16394" y="24505"/>
                        <a:pt x="16353" y="24522"/>
                      </a:cubicBezTo>
                      <a:cubicBezTo>
                        <a:pt x="16505" y="24096"/>
                        <a:pt x="16657" y="23701"/>
                        <a:pt x="16809" y="23306"/>
                      </a:cubicBezTo>
                      <a:cubicBezTo>
                        <a:pt x="17143" y="22515"/>
                        <a:pt x="17447" y="21725"/>
                        <a:pt x="17812" y="20935"/>
                      </a:cubicBezTo>
                      <a:cubicBezTo>
                        <a:pt x="18572" y="19172"/>
                        <a:pt x="19605" y="17257"/>
                        <a:pt x="19544" y="15281"/>
                      </a:cubicBezTo>
                      <a:cubicBezTo>
                        <a:pt x="19544" y="13914"/>
                        <a:pt x="18450" y="13336"/>
                        <a:pt x="18055" y="12181"/>
                      </a:cubicBezTo>
                      <a:cubicBezTo>
                        <a:pt x="17569" y="10692"/>
                        <a:pt x="17022" y="9202"/>
                        <a:pt x="16687" y="7652"/>
                      </a:cubicBezTo>
                      <a:cubicBezTo>
                        <a:pt x="16505" y="6862"/>
                        <a:pt x="16353" y="6041"/>
                        <a:pt x="16201" y="5251"/>
                      </a:cubicBezTo>
                      <a:cubicBezTo>
                        <a:pt x="15927" y="3913"/>
                        <a:pt x="18237" y="4096"/>
                        <a:pt x="17447" y="2971"/>
                      </a:cubicBezTo>
                      <a:cubicBezTo>
                        <a:pt x="16930" y="2242"/>
                        <a:pt x="15836" y="1725"/>
                        <a:pt x="15107" y="1239"/>
                      </a:cubicBezTo>
                      <a:cubicBezTo>
                        <a:pt x="14236" y="711"/>
                        <a:pt x="13366" y="0"/>
                        <a:pt x="12337"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42"/>
                <p:cNvSpPr/>
                <p:nvPr/>
              </p:nvSpPr>
              <p:spPr>
                <a:xfrm flipH="1">
                  <a:off x="6777337" y="4037583"/>
                  <a:ext cx="203481" cy="408061"/>
                </a:xfrm>
                <a:custGeom>
                  <a:avLst/>
                  <a:gdLst/>
                  <a:ahLst/>
                  <a:cxnLst/>
                  <a:rect l="l" t="t" r="r" b="b"/>
                  <a:pathLst>
                    <a:path w="5927" h="11886" extrusionOk="0">
                      <a:moveTo>
                        <a:pt x="5715" y="1"/>
                      </a:moveTo>
                      <a:lnTo>
                        <a:pt x="5715" y="1"/>
                      </a:lnTo>
                      <a:cubicBezTo>
                        <a:pt x="5654" y="31"/>
                        <a:pt x="5563" y="31"/>
                        <a:pt x="5502" y="61"/>
                      </a:cubicBezTo>
                      <a:cubicBezTo>
                        <a:pt x="3648" y="396"/>
                        <a:pt x="1824" y="791"/>
                        <a:pt x="1" y="1216"/>
                      </a:cubicBezTo>
                      <a:cubicBezTo>
                        <a:pt x="456" y="4013"/>
                        <a:pt x="1034" y="6779"/>
                        <a:pt x="1490" y="9423"/>
                      </a:cubicBezTo>
                      <a:cubicBezTo>
                        <a:pt x="1551" y="9758"/>
                        <a:pt x="1824" y="10122"/>
                        <a:pt x="1885" y="10457"/>
                      </a:cubicBezTo>
                      <a:cubicBezTo>
                        <a:pt x="1976" y="11034"/>
                        <a:pt x="1490" y="11186"/>
                        <a:pt x="1946" y="11551"/>
                      </a:cubicBezTo>
                      <a:cubicBezTo>
                        <a:pt x="2311" y="11825"/>
                        <a:pt x="2827" y="11855"/>
                        <a:pt x="3283" y="11885"/>
                      </a:cubicBezTo>
                      <a:cubicBezTo>
                        <a:pt x="3302" y="11886"/>
                        <a:pt x="3321" y="11886"/>
                        <a:pt x="3340" y="11886"/>
                      </a:cubicBezTo>
                      <a:cubicBezTo>
                        <a:pt x="5629" y="11886"/>
                        <a:pt x="5926" y="10045"/>
                        <a:pt x="5745" y="8055"/>
                      </a:cubicBezTo>
                      <a:cubicBezTo>
                        <a:pt x="5502" y="5350"/>
                        <a:pt x="5593" y="2706"/>
                        <a:pt x="5715"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42"/>
                <p:cNvSpPr/>
                <p:nvPr/>
              </p:nvSpPr>
              <p:spPr>
                <a:xfrm flipH="1">
                  <a:off x="6651004" y="3153439"/>
                  <a:ext cx="1487057" cy="1117962"/>
                </a:xfrm>
                <a:custGeom>
                  <a:avLst/>
                  <a:gdLst/>
                  <a:ahLst/>
                  <a:cxnLst/>
                  <a:rect l="l" t="t" r="r" b="b"/>
                  <a:pathLst>
                    <a:path w="43315" h="32564" extrusionOk="0">
                      <a:moveTo>
                        <a:pt x="26758" y="0"/>
                      </a:moveTo>
                      <a:cubicBezTo>
                        <a:pt x="26562" y="0"/>
                        <a:pt x="26366" y="4"/>
                        <a:pt x="26171" y="10"/>
                      </a:cubicBezTo>
                      <a:cubicBezTo>
                        <a:pt x="18724" y="70"/>
                        <a:pt x="11399" y="1681"/>
                        <a:pt x="4134" y="3292"/>
                      </a:cubicBezTo>
                      <a:cubicBezTo>
                        <a:pt x="2797" y="3566"/>
                        <a:pt x="1308" y="3718"/>
                        <a:pt x="700" y="5025"/>
                      </a:cubicBezTo>
                      <a:cubicBezTo>
                        <a:pt x="61" y="6362"/>
                        <a:pt x="1" y="8095"/>
                        <a:pt x="548" y="9493"/>
                      </a:cubicBezTo>
                      <a:cubicBezTo>
                        <a:pt x="1581" y="12137"/>
                        <a:pt x="4803" y="12745"/>
                        <a:pt x="7326" y="13262"/>
                      </a:cubicBezTo>
                      <a:cubicBezTo>
                        <a:pt x="8876" y="13596"/>
                        <a:pt x="10487" y="13657"/>
                        <a:pt x="12098" y="13718"/>
                      </a:cubicBezTo>
                      <a:cubicBezTo>
                        <a:pt x="15989" y="13870"/>
                        <a:pt x="19879" y="14052"/>
                        <a:pt x="23770" y="14204"/>
                      </a:cubicBezTo>
                      <a:cubicBezTo>
                        <a:pt x="24044" y="14235"/>
                        <a:pt x="24378" y="14235"/>
                        <a:pt x="24591" y="14447"/>
                      </a:cubicBezTo>
                      <a:cubicBezTo>
                        <a:pt x="24743" y="14569"/>
                        <a:pt x="24834" y="14751"/>
                        <a:pt x="24925" y="14934"/>
                      </a:cubicBezTo>
                      <a:cubicBezTo>
                        <a:pt x="27418" y="20587"/>
                        <a:pt x="28177" y="27518"/>
                        <a:pt x="31643" y="32563"/>
                      </a:cubicBezTo>
                      <a:cubicBezTo>
                        <a:pt x="33345" y="32259"/>
                        <a:pt x="35017" y="31773"/>
                        <a:pt x="36688" y="31347"/>
                      </a:cubicBezTo>
                      <a:cubicBezTo>
                        <a:pt x="38998" y="30770"/>
                        <a:pt x="41187" y="29949"/>
                        <a:pt x="43315" y="28916"/>
                      </a:cubicBezTo>
                      <a:cubicBezTo>
                        <a:pt x="43315" y="28186"/>
                        <a:pt x="42828" y="27335"/>
                        <a:pt x="42615" y="26636"/>
                      </a:cubicBezTo>
                      <a:cubicBezTo>
                        <a:pt x="42038" y="25056"/>
                        <a:pt x="41460" y="23475"/>
                        <a:pt x="40852" y="21894"/>
                      </a:cubicBezTo>
                      <a:cubicBezTo>
                        <a:pt x="39363" y="17913"/>
                        <a:pt x="37904" y="13961"/>
                        <a:pt x="36384" y="9979"/>
                      </a:cubicBezTo>
                      <a:cubicBezTo>
                        <a:pt x="35594" y="7882"/>
                        <a:pt x="34773" y="5754"/>
                        <a:pt x="33527" y="3870"/>
                      </a:cubicBezTo>
                      <a:cubicBezTo>
                        <a:pt x="32524" y="2320"/>
                        <a:pt x="31126" y="891"/>
                        <a:pt x="29333" y="344"/>
                      </a:cubicBezTo>
                      <a:cubicBezTo>
                        <a:pt x="28513" y="71"/>
                        <a:pt x="27633" y="0"/>
                        <a:pt x="26758"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42"/>
                <p:cNvSpPr/>
                <p:nvPr/>
              </p:nvSpPr>
              <p:spPr>
                <a:xfrm flipH="1">
                  <a:off x="7340796" y="2015180"/>
                  <a:ext cx="429964" cy="849870"/>
                </a:xfrm>
                <a:custGeom>
                  <a:avLst/>
                  <a:gdLst/>
                  <a:ahLst/>
                  <a:cxnLst/>
                  <a:rect l="l" t="t" r="r" b="b"/>
                  <a:pathLst>
                    <a:path w="12524" h="24755" extrusionOk="0">
                      <a:moveTo>
                        <a:pt x="5675" y="1"/>
                      </a:moveTo>
                      <a:cubicBezTo>
                        <a:pt x="5511" y="1"/>
                        <a:pt x="5374" y="167"/>
                        <a:pt x="5290" y="308"/>
                      </a:cubicBezTo>
                      <a:cubicBezTo>
                        <a:pt x="4925" y="794"/>
                        <a:pt x="4591" y="1281"/>
                        <a:pt x="4256" y="1767"/>
                      </a:cubicBezTo>
                      <a:cubicBezTo>
                        <a:pt x="4104" y="2010"/>
                        <a:pt x="3983" y="2253"/>
                        <a:pt x="3800" y="2466"/>
                      </a:cubicBezTo>
                      <a:cubicBezTo>
                        <a:pt x="3740" y="2557"/>
                        <a:pt x="3405" y="3013"/>
                        <a:pt x="3344" y="3013"/>
                      </a:cubicBezTo>
                      <a:cubicBezTo>
                        <a:pt x="3253" y="3013"/>
                        <a:pt x="3193" y="3044"/>
                        <a:pt x="3101" y="3044"/>
                      </a:cubicBezTo>
                      <a:cubicBezTo>
                        <a:pt x="3071" y="3013"/>
                        <a:pt x="3071" y="2983"/>
                        <a:pt x="3101" y="2922"/>
                      </a:cubicBezTo>
                      <a:cubicBezTo>
                        <a:pt x="3466" y="2162"/>
                        <a:pt x="3983" y="1433"/>
                        <a:pt x="4500" y="734"/>
                      </a:cubicBezTo>
                      <a:cubicBezTo>
                        <a:pt x="4591" y="612"/>
                        <a:pt x="4682" y="460"/>
                        <a:pt x="4621" y="308"/>
                      </a:cubicBezTo>
                      <a:cubicBezTo>
                        <a:pt x="4580" y="204"/>
                        <a:pt x="4467" y="157"/>
                        <a:pt x="4361" y="157"/>
                      </a:cubicBezTo>
                      <a:cubicBezTo>
                        <a:pt x="4312" y="157"/>
                        <a:pt x="4264" y="167"/>
                        <a:pt x="4226" y="186"/>
                      </a:cubicBezTo>
                      <a:cubicBezTo>
                        <a:pt x="3679" y="399"/>
                        <a:pt x="3375" y="1098"/>
                        <a:pt x="3071" y="1554"/>
                      </a:cubicBezTo>
                      <a:cubicBezTo>
                        <a:pt x="2554" y="2375"/>
                        <a:pt x="2220" y="3287"/>
                        <a:pt x="1825" y="4168"/>
                      </a:cubicBezTo>
                      <a:cubicBezTo>
                        <a:pt x="1794" y="4290"/>
                        <a:pt x="1703" y="4411"/>
                        <a:pt x="1612" y="4411"/>
                      </a:cubicBezTo>
                      <a:cubicBezTo>
                        <a:pt x="1551" y="4381"/>
                        <a:pt x="1490" y="4351"/>
                        <a:pt x="1460" y="4320"/>
                      </a:cubicBezTo>
                      <a:cubicBezTo>
                        <a:pt x="700" y="3500"/>
                        <a:pt x="1217" y="2375"/>
                        <a:pt x="761" y="1493"/>
                      </a:cubicBezTo>
                      <a:cubicBezTo>
                        <a:pt x="730" y="1433"/>
                        <a:pt x="700" y="1341"/>
                        <a:pt x="639" y="1311"/>
                      </a:cubicBezTo>
                      <a:cubicBezTo>
                        <a:pt x="618" y="1306"/>
                        <a:pt x="596" y="1303"/>
                        <a:pt x="575" y="1303"/>
                      </a:cubicBezTo>
                      <a:cubicBezTo>
                        <a:pt x="476" y="1303"/>
                        <a:pt x="380" y="1358"/>
                        <a:pt x="305" y="1433"/>
                      </a:cubicBezTo>
                      <a:cubicBezTo>
                        <a:pt x="244" y="1524"/>
                        <a:pt x="214" y="1645"/>
                        <a:pt x="214" y="1767"/>
                      </a:cubicBezTo>
                      <a:cubicBezTo>
                        <a:pt x="1" y="3439"/>
                        <a:pt x="1" y="5779"/>
                        <a:pt x="578" y="7360"/>
                      </a:cubicBezTo>
                      <a:cubicBezTo>
                        <a:pt x="852" y="8150"/>
                        <a:pt x="1308" y="8819"/>
                        <a:pt x="1582" y="9609"/>
                      </a:cubicBezTo>
                      <a:cubicBezTo>
                        <a:pt x="1825" y="10430"/>
                        <a:pt x="2220" y="11190"/>
                        <a:pt x="2585" y="11980"/>
                      </a:cubicBezTo>
                      <a:cubicBezTo>
                        <a:pt x="3496" y="14108"/>
                        <a:pt x="4621" y="16205"/>
                        <a:pt x="5259" y="18485"/>
                      </a:cubicBezTo>
                      <a:cubicBezTo>
                        <a:pt x="5563" y="19488"/>
                        <a:pt x="5746" y="20551"/>
                        <a:pt x="6141" y="21524"/>
                      </a:cubicBezTo>
                      <a:cubicBezTo>
                        <a:pt x="6536" y="22558"/>
                        <a:pt x="7205" y="23165"/>
                        <a:pt x="7843" y="23986"/>
                      </a:cubicBezTo>
                      <a:cubicBezTo>
                        <a:pt x="8250" y="24519"/>
                        <a:pt x="8877" y="24755"/>
                        <a:pt x="9527" y="24755"/>
                      </a:cubicBezTo>
                      <a:cubicBezTo>
                        <a:pt x="10285" y="24755"/>
                        <a:pt x="11074" y="24435"/>
                        <a:pt x="11582" y="23895"/>
                      </a:cubicBezTo>
                      <a:cubicBezTo>
                        <a:pt x="12250" y="23226"/>
                        <a:pt x="12524" y="22223"/>
                        <a:pt x="12494" y="21281"/>
                      </a:cubicBezTo>
                      <a:cubicBezTo>
                        <a:pt x="12402" y="18940"/>
                        <a:pt x="10639" y="16752"/>
                        <a:pt x="9393" y="14898"/>
                      </a:cubicBezTo>
                      <a:cubicBezTo>
                        <a:pt x="8481" y="13530"/>
                        <a:pt x="7478" y="12223"/>
                        <a:pt x="6536" y="10886"/>
                      </a:cubicBezTo>
                      <a:cubicBezTo>
                        <a:pt x="6050" y="10217"/>
                        <a:pt x="5594" y="9548"/>
                        <a:pt x="5199" y="8819"/>
                      </a:cubicBezTo>
                      <a:cubicBezTo>
                        <a:pt x="5016" y="8545"/>
                        <a:pt x="4864" y="8241"/>
                        <a:pt x="4652" y="7998"/>
                      </a:cubicBezTo>
                      <a:cubicBezTo>
                        <a:pt x="4469" y="7816"/>
                        <a:pt x="4287" y="7573"/>
                        <a:pt x="4378" y="7299"/>
                      </a:cubicBezTo>
                      <a:cubicBezTo>
                        <a:pt x="4408" y="7208"/>
                        <a:pt x="4469" y="7117"/>
                        <a:pt x="4530" y="7025"/>
                      </a:cubicBezTo>
                      <a:cubicBezTo>
                        <a:pt x="5442" y="5901"/>
                        <a:pt x="5959" y="4533"/>
                        <a:pt x="6840" y="3378"/>
                      </a:cubicBezTo>
                      <a:cubicBezTo>
                        <a:pt x="7083" y="3044"/>
                        <a:pt x="7387" y="2709"/>
                        <a:pt x="7509" y="2314"/>
                      </a:cubicBezTo>
                      <a:cubicBezTo>
                        <a:pt x="7569" y="2101"/>
                        <a:pt x="7569" y="1797"/>
                        <a:pt x="7357" y="1737"/>
                      </a:cubicBezTo>
                      <a:cubicBezTo>
                        <a:pt x="7317" y="1722"/>
                        <a:pt x="7279" y="1715"/>
                        <a:pt x="7242" y="1715"/>
                      </a:cubicBezTo>
                      <a:cubicBezTo>
                        <a:pt x="7055" y="1715"/>
                        <a:pt x="6906" y="1893"/>
                        <a:pt x="6779" y="2071"/>
                      </a:cubicBezTo>
                      <a:cubicBezTo>
                        <a:pt x="6384" y="2679"/>
                        <a:pt x="5959" y="3256"/>
                        <a:pt x="5503" y="3834"/>
                      </a:cubicBezTo>
                      <a:cubicBezTo>
                        <a:pt x="5472" y="3895"/>
                        <a:pt x="5411" y="3955"/>
                        <a:pt x="5351" y="3955"/>
                      </a:cubicBezTo>
                      <a:cubicBezTo>
                        <a:pt x="5306" y="3972"/>
                        <a:pt x="5272" y="3980"/>
                        <a:pt x="5245" y="3980"/>
                      </a:cubicBezTo>
                      <a:cubicBezTo>
                        <a:pt x="4980" y="3980"/>
                        <a:pt x="5536" y="3223"/>
                        <a:pt x="5563" y="3196"/>
                      </a:cubicBezTo>
                      <a:cubicBezTo>
                        <a:pt x="5807" y="2892"/>
                        <a:pt x="6080" y="2618"/>
                        <a:pt x="6323" y="2314"/>
                      </a:cubicBezTo>
                      <a:cubicBezTo>
                        <a:pt x="6627" y="1858"/>
                        <a:pt x="7114" y="1311"/>
                        <a:pt x="7114" y="734"/>
                      </a:cubicBezTo>
                      <a:cubicBezTo>
                        <a:pt x="7114" y="642"/>
                        <a:pt x="7114" y="551"/>
                        <a:pt x="7083" y="460"/>
                      </a:cubicBezTo>
                      <a:cubicBezTo>
                        <a:pt x="7053" y="430"/>
                        <a:pt x="7022" y="399"/>
                        <a:pt x="6992" y="369"/>
                      </a:cubicBezTo>
                      <a:cubicBezTo>
                        <a:pt x="6963" y="355"/>
                        <a:pt x="6932" y="349"/>
                        <a:pt x="6900" y="349"/>
                      </a:cubicBezTo>
                      <a:cubicBezTo>
                        <a:pt x="6430" y="349"/>
                        <a:pt x="5671" y="1724"/>
                        <a:pt x="5472" y="1980"/>
                      </a:cubicBezTo>
                      <a:cubicBezTo>
                        <a:pt x="5414" y="2067"/>
                        <a:pt x="4497" y="3234"/>
                        <a:pt x="4335" y="3234"/>
                      </a:cubicBezTo>
                      <a:cubicBezTo>
                        <a:pt x="4327" y="3234"/>
                        <a:pt x="4321" y="3231"/>
                        <a:pt x="4317" y="3226"/>
                      </a:cubicBezTo>
                      <a:cubicBezTo>
                        <a:pt x="4256" y="3135"/>
                        <a:pt x="4621" y="2740"/>
                        <a:pt x="4682" y="2648"/>
                      </a:cubicBezTo>
                      <a:cubicBezTo>
                        <a:pt x="4986" y="2253"/>
                        <a:pt x="5290" y="1828"/>
                        <a:pt x="5533" y="1372"/>
                      </a:cubicBezTo>
                      <a:cubicBezTo>
                        <a:pt x="5685" y="1159"/>
                        <a:pt x="6414" y="95"/>
                        <a:pt x="5715" y="4"/>
                      </a:cubicBezTo>
                      <a:cubicBezTo>
                        <a:pt x="5702" y="2"/>
                        <a:pt x="5688" y="1"/>
                        <a:pt x="5675"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42"/>
                <p:cNvSpPr/>
                <p:nvPr/>
              </p:nvSpPr>
              <p:spPr>
                <a:xfrm flipH="1">
                  <a:off x="7328261" y="2318901"/>
                  <a:ext cx="640758" cy="575700"/>
                </a:xfrm>
                <a:custGeom>
                  <a:avLst/>
                  <a:gdLst/>
                  <a:ahLst/>
                  <a:cxnLst/>
                  <a:rect l="l" t="t" r="r" b="b"/>
                  <a:pathLst>
                    <a:path w="18664" h="16769" extrusionOk="0">
                      <a:moveTo>
                        <a:pt x="1703" y="1"/>
                      </a:moveTo>
                      <a:cubicBezTo>
                        <a:pt x="1641" y="1"/>
                        <a:pt x="1580" y="10"/>
                        <a:pt x="1521" y="33"/>
                      </a:cubicBezTo>
                      <a:cubicBezTo>
                        <a:pt x="1095" y="184"/>
                        <a:pt x="1095" y="792"/>
                        <a:pt x="1125" y="1248"/>
                      </a:cubicBezTo>
                      <a:cubicBezTo>
                        <a:pt x="1125" y="2099"/>
                        <a:pt x="821" y="2890"/>
                        <a:pt x="609" y="3710"/>
                      </a:cubicBezTo>
                      <a:cubicBezTo>
                        <a:pt x="1" y="6416"/>
                        <a:pt x="730" y="9303"/>
                        <a:pt x="2645" y="11279"/>
                      </a:cubicBezTo>
                      <a:cubicBezTo>
                        <a:pt x="3344" y="11978"/>
                        <a:pt x="4135" y="12586"/>
                        <a:pt x="4986" y="13103"/>
                      </a:cubicBezTo>
                      <a:cubicBezTo>
                        <a:pt x="6050" y="13741"/>
                        <a:pt x="7174" y="14258"/>
                        <a:pt x="8329" y="14744"/>
                      </a:cubicBezTo>
                      <a:cubicBezTo>
                        <a:pt x="10054" y="15469"/>
                        <a:pt x="12559" y="16769"/>
                        <a:pt x="14696" y="16769"/>
                      </a:cubicBezTo>
                      <a:cubicBezTo>
                        <a:pt x="15158" y="16769"/>
                        <a:pt x="15603" y="16708"/>
                        <a:pt x="16019" y="16568"/>
                      </a:cubicBezTo>
                      <a:cubicBezTo>
                        <a:pt x="16992" y="16264"/>
                        <a:pt x="17813" y="15504"/>
                        <a:pt x="18269" y="14592"/>
                      </a:cubicBezTo>
                      <a:cubicBezTo>
                        <a:pt x="18390" y="14318"/>
                        <a:pt x="18481" y="14045"/>
                        <a:pt x="18512" y="13741"/>
                      </a:cubicBezTo>
                      <a:cubicBezTo>
                        <a:pt x="18664" y="11522"/>
                        <a:pt x="16354" y="10002"/>
                        <a:pt x="14834" y="8786"/>
                      </a:cubicBezTo>
                      <a:cubicBezTo>
                        <a:pt x="13952" y="8057"/>
                        <a:pt x="12737" y="7631"/>
                        <a:pt x="11734" y="7024"/>
                      </a:cubicBezTo>
                      <a:cubicBezTo>
                        <a:pt x="8390" y="4957"/>
                        <a:pt x="5806" y="1978"/>
                        <a:pt x="2280" y="184"/>
                      </a:cubicBezTo>
                      <a:cubicBezTo>
                        <a:pt x="2097" y="93"/>
                        <a:pt x="1895" y="1"/>
                        <a:pt x="1703"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42"/>
                <p:cNvSpPr/>
                <p:nvPr/>
              </p:nvSpPr>
              <p:spPr>
                <a:xfrm flipH="1">
                  <a:off x="7379364" y="2580876"/>
                  <a:ext cx="1250172" cy="1219857"/>
                </a:xfrm>
                <a:custGeom>
                  <a:avLst/>
                  <a:gdLst/>
                  <a:ahLst/>
                  <a:cxnLst/>
                  <a:rect l="l" t="t" r="r" b="b"/>
                  <a:pathLst>
                    <a:path w="36415" h="35532" extrusionOk="0">
                      <a:moveTo>
                        <a:pt x="4165" y="0"/>
                      </a:moveTo>
                      <a:cubicBezTo>
                        <a:pt x="0" y="7934"/>
                        <a:pt x="547" y="26080"/>
                        <a:pt x="10517" y="32584"/>
                      </a:cubicBezTo>
                      <a:cubicBezTo>
                        <a:pt x="13752" y="34698"/>
                        <a:pt x="17670" y="35532"/>
                        <a:pt x="21519" y="35532"/>
                      </a:cubicBezTo>
                      <a:cubicBezTo>
                        <a:pt x="22264" y="35532"/>
                        <a:pt x="23005" y="35501"/>
                        <a:pt x="23739" y="35442"/>
                      </a:cubicBezTo>
                      <a:cubicBezTo>
                        <a:pt x="26171" y="35259"/>
                        <a:pt x="28572" y="34712"/>
                        <a:pt x="30882" y="33891"/>
                      </a:cubicBezTo>
                      <a:cubicBezTo>
                        <a:pt x="31642" y="33618"/>
                        <a:pt x="34651" y="32676"/>
                        <a:pt x="36414" y="31156"/>
                      </a:cubicBezTo>
                      <a:cubicBezTo>
                        <a:pt x="36080" y="31034"/>
                        <a:pt x="35746" y="30882"/>
                        <a:pt x="35411" y="30730"/>
                      </a:cubicBezTo>
                      <a:cubicBezTo>
                        <a:pt x="31885" y="29150"/>
                        <a:pt x="28481" y="27296"/>
                        <a:pt x="25350" y="25016"/>
                      </a:cubicBezTo>
                      <a:cubicBezTo>
                        <a:pt x="23648" y="23770"/>
                        <a:pt x="22068" y="22372"/>
                        <a:pt x="20517" y="20943"/>
                      </a:cubicBezTo>
                      <a:cubicBezTo>
                        <a:pt x="18998" y="19545"/>
                        <a:pt x="17478" y="18086"/>
                        <a:pt x="15988" y="16627"/>
                      </a:cubicBezTo>
                      <a:cubicBezTo>
                        <a:pt x="10821" y="11460"/>
                        <a:pt x="6991" y="6809"/>
                        <a:pt x="4165"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42"/>
                <p:cNvSpPr/>
                <p:nvPr/>
              </p:nvSpPr>
              <p:spPr>
                <a:xfrm flipH="1">
                  <a:off x="7283406" y="3526267"/>
                  <a:ext cx="8377" cy="111714"/>
                </a:xfrm>
                <a:custGeom>
                  <a:avLst/>
                  <a:gdLst/>
                  <a:ahLst/>
                  <a:cxnLst/>
                  <a:rect l="l" t="t" r="r" b="b"/>
                  <a:pathLst>
                    <a:path w="244" h="3254" fill="none" extrusionOk="0">
                      <a:moveTo>
                        <a:pt x="122" y="3253"/>
                      </a:moveTo>
                      <a:cubicBezTo>
                        <a:pt x="1" y="2159"/>
                        <a:pt x="61" y="1065"/>
                        <a:pt x="244" y="1"/>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42"/>
                <p:cNvSpPr/>
                <p:nvPr/>
              </p:nvSpPr>
              <p:spPr>
                <a:xfrm flipH="1">
                  <a:off x="7856276" y="3100536"/>
                  <a:ext cx="91870" cy="58466"/>
                </a:xfrm>
                <a:custGeom>
                  <a:avLst/>
                  <a:gdLst/>
                  <a:ahLst/>
                  <a:cxnLst/>
                  <a:rect l="l" t="t" r="r" b="b"/>
                  <a:pathLst>
                    <a:path w="2676" h="1703" fill="none" extrusionOk="0">
                      <a:moveTo>
                        <a:pt x="2676" y="0"/>
                      </a:moveTo>
                      <a:cubicBezTo>
                        <a:pt x="2463" y="396"/>
                        <a:pt x="2098" y="669"/>
                        <a:pt x="1703" y="912"/>
                      </a:cubicBezTo>
                      <a:cubicBezTo>
                        <a:pt x="1156" y="1216"/>
                        <a:pt x="578" y="1490"/>
                        <a:pt x="1" y="170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42"/>
                <p:cNvSpPr/>
                <p:nvPr/>
              </p:nvSpPr>
              <p:spPr>
                <a:xfrm flipH="1">
                  <a:off x="6310853" y="2616340"/>
                  <a:ext cx="314131" cy="273448"/>
                </a:xfrm>
                <a:custGeom>
                  <a:avLst/>
                  <a:gdLst/>
                  <a:ahLst/>
                  <a:cxnLst/>
                  <a:rect l="l" t="t" r="r" b="b"/>
                  <a:pathLst>
                    <a:path w="9150" h="7965" extrusionOk="0">
                      <a:moveTo>
                        <a:pt x="7588" y="1243"/>
                      </a:moveTo>
                      <a:cubicBezTo>
                        <a:pt x="7903" y="1243"/>
                        <a:pt x="8151" y="1444"/>
                        <a:pt x="8298" y="1764"/>
                      </a:cubicBezTo>
                      <a:cubicBezTo>
                        <a:pt x="8450" y="2068"/>
                        <a:pt x="8542" y="2554"/>
                        <a:pt x="8238" y="2828"/>
                      </a:cubicBezTo>
                      <a:cubicBezTo>
                        <a:pt x="7934" y="3071"/>
                        <a:pt x="7539" y="3132"/>
                        <a:pt x="7174" y="3253"/>
                      </a:cubicBezTo>
                      <a:cubicBezTo>
                        <a:pt x="6627" y="3466"/>
                        <a:pt x="5958" y="3740"/>
                        <a:pt x="5502" y="4195"/>
                      </a:cubicBezTo>
                      <a:lnTo>
                        <a:pt x="5684" y="2311"/>
                      </a:lnTo>
                      <a:cubicBezTo>
                        <a:pt x="5897" y="2281"/>
                        <a:pt x="6110" y="2159"/>
                        <a:pt x="6292" y="2037"/>
                      </a:cubicBezTo>
                      <a:cubicBezTo>
                        <a:pt x="6627" y="1764"/>
                        <a:pt x="6900" y="1429"/>
                        <a:pt x="7356" y="1277"/>
                      </a:cubicBezTo>
                      <a:cubicBezTo>
                        <a:pt x="7437" y="1254"/>
                        <a:pt x="7515" y="1243"/>
                        <a:pt x="7588" y="1243"/>
                      </a:cubicBezTo>
                      <a:close/>
                      <a:moveTo>
                        <a:pt x="0" y="1"/>
                      </a:moveTo>
                      <a:lnTo>
                        <a:pt x="760" y="7965"/>
                      </a:lnTo>
                      <a:lnTo>
                        <a:pt x="5137" y="7965"/>
                      </a:lnTo>
                      <a:lnTo>
                        <a:pt x="5320" y="6110"/>
                      </a:lnTo>
                      <a:cubicBezTo>
                        <a:pt x="5507" y="6279"/>
                        <a:pt x="5740" y="6367"/>
                        <a:pt x="5977" y="6367"/>
                      </a:cubicBezTo>
                      <a:cubicBezTo>
                        <a:pt x="6125" y="6367"/>
                        <a:pt x="6274" y="6332"/>
                        <a:pt x="6414" y="6262"/>
                      </a:cubicBezTo>
                      <a:cubicBezTo>
                        <a:pt x="6704" y="6104"/>
                        <a:pt x="6513" y="5717"/>
                        <a:pt x="6239" y="5717"/>
                      </a:cubicBezTo>
                      <a:cubicBezTo>
                        <a:pt x="6198" y="5717"/>
                        <a:pt x="6154" y="5726"/>
                        <a:pt x="6110" y="5746"/>
                      </a:cubicBezTo>
                      <a:cubicBezTo>
                        <a:pt x="6061" y="5770"/>
                        <a:pt x="6012" y="5781"/>
                        <a:pt x="5965" y="5781"/>
                      </a:cubicBezTo>
                      <a:cubicBezTo>
                        <a:pt x="5725" y="5781"/>
                        <a:pt x="5537" y="5488"/>
                        <a:pt x="5563" y="5259"/>
                      </a:cubicBezTo>
                      <a:cubicBezTo>
                        <a:pt x="5563" y="4834"/>
                        <a:pt x="5928" y="4530"/>
                        <a:pt x="6262" y="4317"/>
                      </a:cubicBezTo>
                      <a:cubicBezTo>
                        <a:pt x="6627" y="4074"/>
                        <a:pt x="7052" y="3891"/>
                        <a:pt x="7478" y="3740"/>
                      </a:cubicBezTo>
                      <a:cubicBezTo>
                        <a:pt x="7812" y="3648"/>
                        <a:pt x="8177" y="3557"/>
                        <a:pt x="8481" y="3344"/>
                      </a:cubicBezTo>
                      <a:cubicBezTo>
                        <a:pt x="9150" y="2888"/>
                        <a:pt x="9089" y="1977"/>
                        <a:pt x="8694" y="1338"/>
                      </a:cubicBezTo>
                      <a:cubicBezTo>
                        <a:pt x="8437" y="917"/>
                        <a:pt x="8027" y="717"/>
                        <a:pt x="7588" y="717"/>
                      </a:cubicBezTo>
                      <a:cubicBezTo>
                        <a:pt x="7298" y="717"/>
                        <a:pt x="6996" y="804"/>
                        <a:pt x="6718" y="974"/>
                      </a:cubicBezTo>
                      <a:cubicBezTo>
                        <a:pt x="6353" y="1186"/>
                        <a:pt x="6110" y="1581"/>
                        <a:pt x="5715" y="1794"/>
                      </a:cubicBezTo>
                      <a:lnTo>
                        <a:pt x="5897" y="1"/>
                      </a:ln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42"/>
                <p:cNvSpPr/>
                <p:nvPr/>
              </p:nvSpPr>
              <p:spPr>
                <a:xfrm flipH="1">
                  <a:off x="7550522" y="1815275"/>
                  <a:ext cx="391342" cy="350385"/>
                </a:xfrm>
                <a:custGeom>
                  <a:avLst/>
                  <a:gdLst/>
                  <a:ahLst/>
                  <a:cxnLst/>
                  <a:rect l="l" t="t" r="r" b="b"/>
                  <a:pathLst>
                    <a:path w="11399" h="10206" extrusionOk="0">
                      <a:moveTo>
                        <a:pt x="6460" y="1"/>
                      </a:moveTo>
                      <a:cubicBezTo>
                        <a:pt x="4791" y="1"/>
                        <a:pt x="3322" y="1206"/>
                        <a:pt x="2097" y="2240"/>
                      </a:cubicBezTo>
                      <a:cubicBezTo>
                        <a:pt x="1733" y="2544"/>
                        <a:pt x="1368" y="2848"/>
                        <a:pt x="1094" y="3243"/>
                      </a:cubicBezTo>
                      <a:cubicBezTo>
                        <a:pt x="790" y="3669"/>
                        <a:pt x="578" y="4125"/>
                        <a:pt x="456" y="4642"/>
                      </a:cubicBezTo>
                      <a:cubicBezTo>
                        <a:pt x="304" y="5219"/>
                        <a:pt x="243" y="5857"/>
                        <a:pt x="243" y="6465"/>
                      </a:cubicBezTo>
                      <a:cubicBezTo>
                        <a:pt x="274" y="6952"/>
                        <a:pt x="334" y="7468"/>
                        <a:pt x="243" y="7924"/>
                      </a:cubicBezTo>
                      <a:cubicBezTo>
                        <a:pt x="152" y="8228"/>
                        <a:pt x="30" y="8502"/>
                        <a:pt x="30" y="8806"/>
                      </a:cubicBezTo>
                      <a:cubicBezTo>
                        <a:pt x="1" y="9607"/>
                        <a:pt x="840" y="10205"/>
                        <a:pt x="1615" y="10205"/>
                      </a:cubicBezTo>
                      <a:cubicBezTo>
                        <a:pt x="1634" y="10205"/>
                        <a:pt x="1653" y="10205"/>
                        <a:pt x="1672" y="10204"/>
                      </a:cubicBezTo>
                      <a:cubicBezTo>
                        <a:pt x="2462" y="10174"/>
                        <a:pt x="3040" y="9778"/>
                        <a:pt x="3708" y="9414"/>
                      </a:cubicBezTo>
                      <a:cubicBezTo>
                        <a:pt x="4255" y="9140"/>
                        <a:pt x="4803" y="8988"/>
                        <a:pt x="5259" y="8532"/>
                      </a:cubicBezTo>
                      <a:cubicBezTo>
                        <a:pt x="6140" y="7712"/>
                        <a:pt x="6718" y="5614"/>
                        <a:pt x="7994" y="5371"/>
                      </a:cubicBezTo>
                      <a:cubicBezTo>
                        <a:pt x="8103" y="5354"/>
                        <a:pt x="8213" y="5349"/>
                        <a:pt x="8322" y="5349"/>
                      </a:cubicBezTo>
                      <a:cubicBezTo>
                        <a:pt x="8498" y="5349"/>
                        <a:pt x="8675" y="5363"/>
                        <a:pt x="8852" y="5363"/>
                      </a:cubicBezTo>
                      <a:cubicBezTo>
                        <a:pt x="8961" y="5363"/>
                        <a:pt x="9070" y="5357"/>
                        <a:pt x="9180" y="5341"/>
                      </a:cubicBezTo>
                      <a:cubicBezTo>
                        <a:pt x="9544" y="5310"/>
                        <a:pt x="9970" y="5006"/>
                        <a:pt x="9939" y="4611"/>
                      </a:cubicBezTo>
                      <a:cubicBezTo>
                        <a:pt x="9909" y="4490"/>
                        <a:pt x="9848" y="4338"/>
                        <a:pt x="9939" y="4246"/>
                      </a:cubicBezTo>
                      <a:cubicBezTo>
                        <a:pt x="9970" y="4216"/>
                        <a:pt x="10031" y="4186"/>
                        <a:pt x="10091" y="4155"/>
                      </a:cubicBezTo>
                      <a:cubicBezTo>
                        <a:pt x="10487" y="4003"/>
                        <a:pt x="11216" y="3517"/>
                        <a:pt x="11246" y="3031"/>
                      </a:cubicBezTo>
                      <a:cubicBezTo>
                        <a:pt x="11273" y="2738"/>
                        <a:pt x="10789" y="2237"/>
                        <a:pt x="10423" y="2237"/>
                      </a:cubicBezTo>
                      <a:cubicBezTo>
                        <a:pt x="10370" y="2237"/>
                        <a:pt x="10320" y="2248"/>
                        <a:pt x="10274" y="2271"/>
                      </a:cubicBezTo>
                      <a:cubicBezTo>
                        <a:pt x="10608" y="2088"/>
                        <a:pt x="10973" y="1906"/>
                        <a:pt x="11186" y="1572"/>
                      </a:cubicBezTo>
                      <a:cubicBezTo>
                        <a:pt x="11398" y="1237"/>
                        <a:pt x="11398" y="751"/>
                        <a:pt x="11094" y="508"/>
                      </a:cubicBezTo>
                      <a:cubicBezTo>
                        <a:pt x="10967" y="423"/>
                        <a:pt x="10813" y="397"/>
                        <a:pt x="10654" y="397"/>
                      </a:cubicBezTo>
                      <a:cubicBezTo>
                        <a:pt x="10472" y="397"/>
                        <a:pt x="10284" y="431"/>
                        <a:pt x="10122" y="447"/>
                      </a:cubicBezTo>
                      <a:cubicBezTo>
                        <a:pt x="9971" y="468"/>
                        <a:pt x="9836" y="490"/>
                        <a:pt x="9705" y="490"/>
                      </a:cubicBezTo>
                      <a:cubicBezTo>
                        <a:pt x="9651" y="490"/>
                        <a:pt x="9598" y="486"/>
                        <a:pt x="9544" y="477"/>
                      </a:cubicBezTo>
                      <a:cubicBezTo>
                        <a:pt x="8693" y="447"/>
                        <a:pt x="7873" y="173"/>
                        <a:pt x="7052" y="52"/>
                      </a:cubicBezTo>
                      <a:cubicBezTo>
                        <a:pt x="6852" y="17"/>
                        <a:pt x="6655" y="1"/>
                        <a:pt x="6460" y="1"/>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42"/>
                <p:cNvSpPr/>
                <p:nvPr/>
              </p:nvSpPr>
              <p:spPr>
                <a:xfrm flipH="1">
                  <a:off x="7710199" y="1842087"/>
                  <a:ext cx="139865" cy="259098"/>
                </a:xfrm>
                <a:custGeom>
                  <a:avLst/>
                  <a:gdLst/>
                  <a:ahLst/>
                  <a:cxnLst/>
                  <a:rect l="l" t="t" r="r" b="b"/>
                  <a:pathLst>
                    <a:path w="4074" h="7547" extrusionOk="0">
                      <a:moveTo>
                        <a:pt x="1730" y="1"/>
                      </a:moveTo>
                      <a:cubicBezTo>
                        <a:pt x="1504" y="1"/>
                        <a:pt x="1262" y="57"/>
                        <a:pt x="1004" y="183"/>
                      </a:cubicBezTo>
                      <a:cubicBezTo>
                        <a:pt x="609" y="395"/>
                        <a:pt x="274" y="760"/>
                        <a:pt x="1" y="1125"/>
                      </a:cubicBezTo>
                      <a:cubicBezTo>
                        <a:pt x="183" y="1003"/>
                        <a:pt x="426" y="943"/>
                        <a:pt x="639" y="943"/>
                      </a:cubicBezTo>
                      <a:cubicBezTo>
                        <a:pt x="1916" y="1034"/>
                        <a:pt x="1916" y="2645"/>
                        <a:pt x="2068" y="3557"/>
                      </a:cubicBezTo>
                      <a:cubicBezTo>
                        <a:pt x="2250" y="4590"/>
                        <a:pt x="2250" y="5654"/>
                        <a:pt x="2129" y="6687"/>
                      </a:cubicBezTo>
                      <a:cubicBezTo>
                        <a:pt x="2067" y="7257"/>
                        <a:pt x="2489" y="7546"/>
                        <a:pt x="2937" y="7546"/>
                      </a:cubicBezTo>
                      <a:cubicBezTo>
                        <a:pt x="3372" y="7546"/>
                        <a:pt x="3832" y="7272"/>
                        <a:pt x="3892" y="6718"/>
                      </a:cubicBezTo>
                      <a:cubicBezTo>
                        <a:pt x="4074" y="5168"/>
                        <a:pt x="4044" y="3496"/>
                        <a:pt x="3618" y="1976"/>
                      </a:cubicBezTo>
                      <a:cubicBezTo>
                        <a:pt x="3371" y="1039"/>
                        <a:pt x="2704" y="1"/>
                        <a:pt x="173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7" name="Google Shape;357;p42"/>
              <p:cNvSpPr/>
              <p:nvPr/>
            </p:nvSpPr>
            <p:spPr>
              <a:xfrm flipH="1">
                <a:off x="6079961" y="4218896"/>
                <a:ext cx="438291" cy="165127"/>
              </a:xfrm>
              <a:custGeom>
                <a:avLst/>
                <a:gdLst/>
                <a:ahLst/>
                <a:cxnLst/>
                <a:rect l="l" t="t" r="r" b="b"/>
                <a:pathLst>
                  <a:path w="12767" h="4810" extrusionOk="0">
                    <a:moveTo>
                      <a:pt x="5012" y="1"/>
                    </a:moveTo>
                    <a:cubicBezTo>
                      <a:pt x="4621" y="1"/>
                      <a:pt x="955" y="798"/>
                      <a:pt x="608" y="1375"/>
                    </a:cubicBezTo>
                    <a:cubicBezTo>
                      <a:pt x="0" y="2317"/>
                      <a:pt x="608" y="3776"/>
                      <a:pt x="882" y="4810"/>
                    </a:cubicBezTo>
                    <a:cubicBezTo>
                      <a:pt x="3010" y="4658"/>
                      <a:pt x="5137" y="4475"/>
                      <a:pt x="7265" y="4232"/>
                    </a:cubicBezTo>
                    <a:cubicBezTo>
                      <a:pt x="8329" y="4111"/>
                      <a:pt x="9362" y="3989"/>
                      <a:pt x="10426" y="3868"/>
                    </a:cubicBezTo>
                    <a:cubicBezTo>
                      <a:pt x="11004" y="3807"/>
                      <a:pt x="11916" y="3868"/>
                      <a:pt x="12371" y="3503"/>
                    </a:cubicBezTo>
                    <a:cubicBezTo>
                      <a:pt x="12371" y="3472"/>
                      <a:pt x="12402" y="3472"/>
                      <a:pt x="12402" y="3442"/>
                    </a:cubicBezTo>
                    <a:cubicBezTo>
                      <a:pt x="12706" y="3138"/>
                      <a:pt x="12767" y="2591"/>
                      <a:pt x="12493" y="2226"/>
                    </a:cubicBezTo>
                    <a:cubicBezTo>
                      <a:pt x="12219" y="1831"/>
                      <a:pt x="11672" y="1709"/>
                      <a:pt x="11186" y="1649"/>
                    </a:cubicBezTo>
                    <a:cubicBezTo>
                      <a:pt x="10335" y="1284"/>
                      <a:pt x="9119" y="1254"/>
                      <a:pt x="8207" y="1102"/>
                    </a:cubicBezTo>
                    <a:cubicBezTo>
                      <a:pt x="7417" y="950"/>
                      <a:pt x="6262" y="1041"/>
                      <a:pt x="5563" y="676"/>
                    </a:cubicBezTo>
                    <a:cubicBezTo>
                      <a:pt x="5320" y="554"/>
                      <a:pt x="5076" y="311"/>
                      <a:pt x="5046" y="7"/>
                    </a:cubicBezTo>
                    <a:cubicBezTo>
                      <a:pt x="5045" y="3"/>
                      <a:pt x="5033" y="1"/>
                      <a:pt x="501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8" name="Google Shape;358;p42"/>
          <p:cNvGrpSpPr/>
          <p:nvPr/>
        </p:nvGrpSpPr>
        <p:grpSpPr>
          <a:xfrm flipH="1">
            <a:off x="7048437" y="2462354"/>
            <a:ext cx="1835648" cy="2681139"/>
            <a:chOff x="5239502" y="864656"/>
            <a:chExt cx="1384768" cy="2022586"/>
          </a:xfrm>
        </p:grpSpPr>
        <p:sp>
          <p:nvSpPr>
            <p:cNvPr id="359" name="Google Shape;359;p42"/>
            <p:cNvSpPr/>
            <p:nvPr/>
          </p:nvSpPr>
          <p:spPr>
            <a:xfrm flipH="1">
              <a:off x="5469347" y="864656"/>
              <a:ext cx="568491" cy="1009064"/>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42"/>
            <p:cNvSpPr/>
            <p:nvPr/>
          </p:nvSpPr>
          <p:spPr>
            <a:xfrm flipH="1">
              <a:off x="5239502" y="1561048"/>
              <a:ext cx="698160" cy="712957"/>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42"/>
            <p:cNvSpPr/>
            <p:nvPr/>
          </p:nvSpPr>
          <p:spPr>
            <a:xfrm flipH="1">
              <a:off x="5565099" y="1919869"/>
              <a:ext cx="399684" cy="58442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42"/>
            <p:cNvSpPr/>
            <p:nvPr/>
          </p:nvSpPr>
          <p:spPr>
            <a:xfrm flipH="1">
              <a:off x="5998147" y="1840566"/>
              <a:ext cx="210828" cy="823366"/>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42"/>
            <p:cNvSpPr/>
            <p:nvPr/>
          </p:nvSpPr>
          <p:spPr>
            <a:xfrm flipH="1">
              <a:off x="5690304" y="1179020"/>
              <a:ext cx="295352" cy="1407718"/>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42"/>
            <p:cNvSpPr/>
            <p:nvPr/>
          </p:nvSpPr>
          <p:spPr>
            <a:xfrm flipH="1">
              <a:off x="5711171" y="2446841"/>
              <a:ext cx="529113" cy="440401"/>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2"/>
            <p:cNvSpPr/>
            <p:nvPr/>
          </p:nvSpPr>
          <p:spPr>
            <a:xfrm flipH="1">
              <a:off x="6008573" y="1450573"/>
              <a:ext cx="615696" cy="692839"/>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rgbClr val="E5E1EE"/>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75"/>
        <p:cNvGrpSpPr/>
        <p:nvPr/>
      </p:nvGrpSpPr>
      <p:grpSpPr>
        <a:xfrm>
          <a:off x="0" y="0"/>
          <a:ext cx="0" cy="0"/>
          <a:chOff x="0" y="0"/>
          <a:chExt cx="0" cy="0"/>
        </a:xfrm>
      </p:grpSpPr>
      <p:sp>
        <p:nvSpPr>
          <p:cNvPr id="376" name="Google Shape;376;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Index</a:t>
            </a:r>
            <a:endParaRPr dirty="0"/>
          </a:p>
        </p:txBody>
      </p:sp>
      <p:sp>
        <p:nvSpPr>
          <p:cNvPr id="377" name="Google Shape;377;p44"/>
          <p:cNvSpPr txBox="1">
            <a:spLocks noGrp="1"/>
          </p:cNvSpPr>
          <p:nvPr>
            <p:ph type="subTitle" idx="1"/>
          </p:nvPr>
        </p:nvSpPr>
        <p:spPr>
          <a:xfrm>
            <a:off x="1982400" y="1622150"/>
            <a:ext cx="2400900" cy="4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Modules Used</a:t>
            </a:r>
          </a:p>
          <a:p>
            <a:pPr marL="0" lvl="0" indent="0" algn="l" rtl="0">
              <a:spcBef>
                <a:spcPts val="0"/>
              </a:spcBef>
              <a:spcAft>
                <a:spcPts val="0"/>
              </a:spcAft>
              <a:buNone/>
            </a:pPr>
            <a:endParaRPr dirty="0"/>
          </a:p>
        </p:txBody>
      </p:sp>
      <p:sp>
        <p:nvSpPr>
          <p:cNvPr id="378" name="Google Shape;378;p44"/>
          <p:cNvSpPr txBox="1">
            <a:spLocks noGrp="1"/>
          </p:cNvSpPr>
          <p:nvPr>
            <p:ph type="subTitle" idx="2"/>
          </p:nvPr>
        </p:nvSpPr>
        <p:spPr>
          <a:xfrm>
            <a:off x="5793824" y="1622150"/>
            <a:ext cx="2400900" cy="4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Setting Basic App</a:t>
            </a:r>
            <a:endParaRPr dirty="0"/>
          </a:p>
        </p:txBody>
      </p:sp>
      <p:sp>
        <p:nvSpPr>
          <p:cNvPr id="379" name="Google Shape;379;p44"/>
          <p:cNvSpPr txBox="1">
            <a:spLocks noGrp="1"/>
          </p:cNvSpPr>
          <p:nvPr>
            <p:ph type="subTitle" idx="3"/>
          </p:nvPr>
        </p:nvSpPr>
        <p:spPr>
          <a:xfrm>
            <a:off x="1982400" y="3076680"/>
            <a:ext cx="2400900" cy="4545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Basic Functions</a:t>
            </a:r>
          </a:p>
        </p:txBody>
      </p:sp>
      <p:sp>
        <p:nvSpPr>
          <p:cNvPr id="380" name="Google Shape;380;p44"/>
          <p:cNvSpPr txBox="1">
            <a:spLocks noGrp="1"/>
          </p:cNvSpPr>
          <p:nvPr>
            <p:ph type="subTitle" idx="4"/>
          </p:nvPr>
        </p:nvSpPr>
        <p:spPr>
          <a:xfrm>
            <a:off x="5793823" y="3082316"/>
            <a:ext cx="2448839" cy="45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Play time function</a:t>
            </a:r>
            <a:endParaRPr dirty="0"/>
          </a:p>
        </p:txBody>
      </p:sp>
      <p:sp>
        <p:nvSpPr>
          <p:cNvPr id="385" name="Google Shape;385;p44"/>
          <p:cNvSpPr txBox="1">
            <a:spLocks noGrp="1"/>
          </p:cNvSpPr>
          <p:nvPr>
            <p:ph type="title" idx="9"/>
          </p:nvPr>
        </p:nvSpPr>
        <p:spPr>
          <a:xfrm>
            <a:off x="1018800" y="1552474"/>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86" name="Google Shape;386;p44"/>
          <p:cNvSpPr txBox="1">
            <a:spLocks noGrp="1"/>
          </p:cNvSpPr>
          <p:nvPr>
            <p:ph type="title" idx="13"/>
          </p:nvPr>
        </p:nvSpPr>
        <p:spPr>
          <a:xfrm>
            <a:off x="4760650" y="1552474"/>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87" name="Google Shape;387;p44"/>
          <p:cNvSpPr txBox="1">
            <a:spLocks noGrp="1"/>
          </p:cNvSpPr>
          <p:nvPr>
            <p:ph type="title" idx="14"/>
          </p:nvPr>
        </p:nvSpPr>
        <p:spPr>
          <a:xfrm>
            <a:off x="101880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88" name="Google Shape;388;p44"/>
          <p:cNvSpPr txBox="1">
            <a:spLocks noGrp="1"/>
          </p:cNvSpPr>
          <p:nvPr>
            <p:ph type="title" idx="15"/>
          </p:nvPr>
        </p:nvSpPr>
        <p:spPr>
          <a:xfrm>
            <a:off x="476065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75"/>
        <p:cNvGrpSpPr/>
        <p:nvPr/>
      </p:nvGrpSpPr>
      <p:grpSpPr>
        <a:xfrm>
          <a:off x="0" y="0"/>
          <a:ext cx="0" cy="0"/>
          <a:chOff x="0" y="0"/>
          <a:chExt cx="0" cy="0"/>
        </a:xfrm>
      </p:grpSpPr>
      <p:sp>
        <p:nvSpPr>
          <p:cNvPr id="376" name="Google Shape;376;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Index</a:t>
            </a:r>
            <a:endParaRPr dirty="0"/>
          </a:p>
        </p:txBody>
      </p:sp>
      <p:sp>
        <p:nvSpPr>
          <p:cNvPr id="377" name="Google Shape;377;p44"/>
          <p:cNvSpPr txBox="1">
            <a:spLocks noGrp="1"/>
          </p:cNvSpPr>
          <p:nvPr>
            <p:ph type="subTitle" idx="1"/>
          </p:nvPr>
        </p:nvSpPr>
        <p:spPr>
          <a:xfrm>
            <a:off x="1982400" y="1621744"/>
            <a:ext cx="2400900" cy="45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Album Cover Function</a:t>
            </a:r>
            <a:endParaRPr dirty="0"/>
          </a:p>
        </p:txBody>
      </p:sp>
      <p:sp>
        <p:nvSpPr>
          <p:cNvPr id="378" name="Google Shape;378;p44"/>
          <p:cNvSpPr txBox="1">
            <a:spLocks noGrp="1"/>
          </p:cNvSpPr>
          <p:nvPr>
            <p:ph type="subTitle" idx="2"/>
          </p:nvPr>
        </p:nvSpPr>
        <p:spPr>
          <a:xfrm>
            <a:off x="5793824" y="1622150"/>
            <a:ext cx="2400900" cy="45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Play, Pause &amp; Stopping Functions</a:t>
            </a:r>
          </a:p>
          <a:p>
            <a:pPr marL="0" lvl="0" indent="0" algn="l" rtl="0">
              <a:spcBef>
                <a:spcPts val="0"/>
              </a:spcBef>
              <a:spcAft>
                <a:spcPts val="0"/>
              </a:spcAft>
              <a:buNone/>
            </a:pPr>
            <a:endParaRPr dirty="0"/>
          </a:p>
        </p:txBody>
      </p:sp>
      <p:sp>
        <p:nvSpPr>
          <p:cNvPr id="379" name="Google Shape;379;p44"/>
          <p:cNvSpPr txBox="1">
            <a:spLocks noGrp="1"/>
          </p:cNvSpPr>
          <p:nvPr>
            <p:ph type="subTitle" idx="3"/>
          </p:nvPr>
        </p:nvSpPr>
        <p:spPr>
          <a:xfrm>
            <a:off x="1981269" y="3082316"/>
            <a:ext cx="2400900" cy="4545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dirty="0"/>
              <a:t>Next &amp; Previous</a:t>
            </a:r>
          </a:p>
          <a:p>
            <a:pPr marL="0" lvl="0" indent="0" algn="just" rtl="0">
              <a:spcBef>
                <a:spcPts val="0"/>
              </a:spcBef>
              <a:spcAft>
                <a:spcPts val="0"/>
              </a:spcAft>
              <a:buNone/>
            </a:pPr>
            <a:r>
              <a:rPr lang="en-US" dirty="0"/>
              <a:t> Song Functions</a:t>
            </a:r>
          </a:p>
        </p:txBody>
      </p:sp>
      <p:sp>
        <p:nvSpPr>
          <p:cNvPr id="380" name="Google Shape;380;p44"/>
          <p:cNvSpPr txBox="1">
            <a:spLocks noGrp="1"/>
          </p:cNvSpPr>
          <p:nvPr>
            <p:ph type="subTitle" idx="4"/>
          </p:nvPr>
        </p:nvSpPr>
        <p:spPr>
          <a:xfrm>
            <a:off x="5793823" y="3082316"/>
            <a:ext cx="2448839" cy="45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Slider &amp; Volume</a:t>
            </a:r>
          </a:p>
          <a:p>
            <a:pPr marL="0" lvl="0" indent="0" algn="ctr" rtl="0">
              <a:spcBef>
                <a:spcPts val="0"/>
              </a:spcBef>
              <a:spcAft>
                <a:spcPts val="0"/>
              </a:spcAft>
              <a:buNone/>
            </a:pPr>
            <a:r>
              <a:rPr lang="en-US" dirty="0"/>
              <a:t>Functions</a:t>
            </a:r>
          </a:p>
          <a:p>
            <a:pPr marL="0" lvl="0" indent="0" algn="l" rtl="0">
              <a:spcBef>
                <a:spcPts val="0"/>
              </a:spcBef>
              <a:spcAft>
                <a:spcPts val="0"/>
              </a:spcAft>
              <a:buNone/>
            </a:pPr>
            <a:endParaRPr dirty="0"/>
          </a:p>
        </p:txBody>
      </p:sp>
      <p:sp>
        <p:nvSpPr>
          <p:cNvPr id="385" name="Google Shape;385;p44"/>
          <p:cNvSpPr txBox="1">
            <a:spLocks noGrp="1"/>
          </p:cNvSpPr>
          <p:nvPr>
            <p:ph type="title" idx="9"/>
          </p:nvPr>
        </p:nvSpPr>
        <p:spPr>
          <a:xfrm>
            <a:off x="1018800" y="1552474"/>
            <a:ext cx="963600" cy="742800"/>
          </a:xfrm>
          <a:prstGeom prst="rect">
            <a:avLst/>
          </a:prstGeom>
        </p:spPr>
        <p:txBody>
          <a:bodyPr spcFirstLastPara="1" wrap="square" lIns="91425" tIns="91425" rIns="91425" bIns="91425" anchor="ctr" anchorCtr="0">
            <a:noAutofit/>
          </a:bodyPr>
          <a:lstStyle/>
          <a:p>
            <a:pPr lvl="0" algn="ctr" rtl="0">
              <a:spcBef>
                <a:spcPts val="0"/>
              </a:spcBef>
              <a:spcAft>
                <a:spcPts val="0"/>
              </a:spcAft>
            </a:pPr>
            <a:r>
              <a:rPr lang="en" dirty="0"/>
              <a:t>05</a:t>
            </a:r>
            <a:endParaRPr dirty="0"/>
          </a:p>
        </p:txBody>
      </p:sp>
      <p:sp>
        <p:nvSpPr>
          <p:cNvPr id="386" name="Google Shape;386;p44"/>
          <p:cNvSpPr txBox="1">
            <a:spLocks noGrp="1"/>
          </p:cNvSpPr>
          <p:nvPr>
            <p:ph type="title" idx="13"/>
          </p:nvPr>
        </p:nvSpPr>
        <p:spPr>
          <a:xfrm>
            <a:off x="4760650" y="1552474"/>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06</a:t>
            </a:r>
            <a:endParaRPr dirty="0"/>
          </a:p>
        </p:txBody>
      </p:sp>
      <p:sp>
        <p:nvSpPr>
          <p:cNvPr id="387" name="Google Shape;387;p44"/>
          <p:cNvSpPr txBox="1">
            <a:spLocks noGrp="1"/>
          </p:cNvSpPr>
          <p:nvPr>
            <p:ph type="title" idx="14"/>
          </p:nvPr>
        </p:nvSpPr>
        <p:spPr>
          <a:xfrm>
            <a:off x="101880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07</a:t>
            </a:r>
            <a:endParaRPr dirty="0"/>
          </a:p>
        </p:txBody>
      </p:sp>
      <p:sp>
        <p:nvSpPr>
          <p:cNvPr id="388" name="Google Shape;388;p44"/>
          <p:cNvSpPr txBox="1">
            <a:spLocks noGrp="1"/>
          </p:cNvSpPr>
          <p:nvPr>
            <p:ph type="title" idx="15"/>
          </p:nvPr>
        </p:nvSpPr>
        <p:spPr>
          <a:xfrm>
            <a:off x="476065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Tree>
    <p:extLst>
      <p:ext uri="{BB962C8B-B14F-4D97-AF65-F5344CB8AC3E}">
        <p14:creationId xmlns:p14="http://schemas.microsoft.com/office/powerpoint/2010/main" val="3303256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75"/>
        <p:cNvGrpSpPr/>
        <p:nvPr/>
      </p:nvGrpSpPr>
      <p:grpSpPr>
        <a:xfrm>
          <a:off x="0" y="0"/>
          <a:ext cx="0" cy="0"/>
          <a:chOff x="0" y="0"/>
          <a:chExt cx="0" cy="0"/>
        </a:xfrm>
      </p:grpSpPr>
      <p:sp>
        <p:nvSpPr>
          <p:cNvPr id="376" name="Google Shape;376;p44"/>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Index</a:t>
            </a:r>
            <a:endParaRPr dirty="0"/>
          </a:p>
        </p:txBody>
      </p:sp>
      <p:sp>
        <p:nvSpPr>
          <p:cNvPr id="377" name="Google Shape;377;p44"/>
          <p:cNvSpPr txBox="1">
            <a:spLocks noGrp="1"/>
          </p:cNvSpPr>
          <p:nvPr>
            <p:ph type="subTitle" idx="1"/>
          </p:nvPr>
        </p:nvSpPr>
        <p:spPr>
          <a:xfrm>
            <a:off x="1982400" y="1621744"/>
            <a:ext cx="2400900" cy="454500"/>
          </a:xfrm>
          <a:prstGeom prst="rect">
            <a:avLst/>
          </a:prstGeom>
        </p:spPr>
        <p:txBody>
          <a:bodyPr spcFirstLastPara="1" wrap="square" lIns="91425" tIns="91425" rIns="91425" bIns="91425" anchor="t" anchorCtr="0">
            <a:noAutofit/>
          </a:bodyPr>
          <a:lstStyle/>
          <a:p>
            <a:pPr marL="0" indent="0" algn="ctr"/>
            <a:r>
              <a:rPr lang="en-IN" dirty="0" err="1"/>
              <a:t>Tkinter</a:t>
            </a:r>
            <a:r>
              <a:rPr lang="en-IN" dirty="0"/>
              <a:t> </a:t>
            </a:r>
            <a:r>
              <a:rPr lang="en-US" dirty="0"/>
              <a:t>List Box &amp; </a:t>
            </a:r>
            <a:r>
              <a:rPr lang="en-US" dirty="0" err="1"/>
              <a:t>CTk</a:t>
            </a:r>
            <a:r>
              <a:rPr lang="en-US" dirty="0"/>
              <a:t> Frames</a:t>
            </a:r>
          </a:p>
          <a:p>
            <a:pPr marL="0" lvl="0" indent="0" algn="ctr" rtl="0">
              <a:spcBef>
                <a:spcPts val="0"/>
              </a:spcBef>
              <a:spcAft>
                <a:spcPts val="0"/>
              </a:spcAft>
              <a:buNone/>
            </a:pPr>
            <a:endParaRPr dirty="0"/>
          </a:p>
        </p:txBody>
      </p:sp>
      <p:sp>
        <p:nvSpPr>
          <p:cNvPr id="378" name="Google Shape;378;p44"/>
          <p:cNvSpPr txBox="1">
            <a:spLocks noGrp="1"/>
          </p:cNvSpPr>
          <p:nvPr>
            <p:ph type="subTitle" idx="2"/>
          </p:nvPr>
        </p:nvSpPr>
        <p:spPr>
          <a:xfrm>
            <a:off x="5793824" y="1622150"/>
            <a:ext cx="2400900" cy="454500"/>
          </a:xfrm>
          <a:prstGeom prst="rect">
            <a:avLst/>
          </a:prstGeom>
        </p:spPr>
        <p:txBody>
          <a:bodyPr spcFirstLastPara="1" wrap="square" lIns="91425" tIns="91425" rIns="91425" bIns="91425" anchor="t" anchorCtr="0">
            <a:noAutofit/>
          </a:bodyPr>
          <a:lstStyle/>
          <a:p>
            <a:pPr marL="0" indent="0" algn="ctr"/>
            <a:r>
              <a:rPr lang="en-IN" dirty="0" err="1"/>
              <a:t>CTk</a:t>
            </a:r>
            <a:r>
              <a:rPr lang="en-IN" dirty="0"/>
              <a:t> Image &amp; Buttons</a:t>
            </a:r>
          </a:p>
          <a:p>
            <a:pPr marL="0" lvl="0" indent="0" algn="l" rtl="0">
              <a:spcBef>
                <a:spcPts val="0"/>
              </a:spcBef>
              <a:spcAft>
                <a:spcPts val="0"/>
              </a:spcAft>
              <a:buNone/>
            </a:pPr>
            <a:endParaRPr dirty="0"/>
          </a:p>
        </p:txBody>
      </p:sp>
      <p:sp>
        <p:nvSpPr>
          <p:cNvPr id="379" name="Google Shape;379;p44"/>
          <p:cNvSpPr txBox="1">
            <a:spLocks noGrp="1"/>
          </p:cNvSpPr>
          <p:nvPr>
            <p:ph type="subTitle" idx="3"/>
          </p:nvPr>
        </p:nvSpPr>
        <p:spPr>
          <a:xfrm>
            <a:off x="1981269" y="3082316"/>
            <a:ext cx="2400900" cy="45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CTk</a:t>
            </a:r>
            <a:r>
              <a:rPr lang="en-US" dirty="0"/>
              <a:t> Switch &amp; Menu</a:t>
            </a:r>
          </a:p>
        </p:txBody>
      </p:sp>
      <p:sp>
        <p:nvSpPr>
          <p:cNvPr id="380" name="Google Shape;380;p44"/>
          <p:cNvSpPr txBox="1">
            <a:spLocks noGrp="1"/>
          </p:cNvSpPr>
          <p:nvPr>
            <p:ph type="subTitle" idx="4"/>
          </p:nvPr>
        </p:nvSpPr>
        <p:spPr>
          <a:xfrm>
            <a:off x="5935999" y="3082316"/>
            <a:ext cx="2448839" cy="454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err="1"/>
              <a:t>Tkinter</a:t>
            </a:r>
            <a:r>
              <a:rPr lang="en-IN" dirty="0"/>
              <a:t> Label &amp; </a:t>
            </a:r>
            <a:r>
              <a:rPr lang="en-IN" dirty="0" err="1"/>
              <a:t>CTk</a:t>
            </a:r>
            <a:r>
              <a:rPr lang="en-IN" dirty="0"/>
              <a:t> Sliders</a:t>
            </a:r>
          </a:p>
        </p:txBody>
      </p:sp>
      <p:sp>
        <p:nvSpPr>
          <p:cNvPr id="385" name="Google Shape;385;p44"/>
          <p:cNvSpPr txBox="1">
            <a:spLocks noGrp="1"/>
          </p:cNvSpPr>
          <p:nvPr>
            <p:ph type="title" idx="9"/>
          </p:nvPr>
        </p:nvSpPr>
        <p:spPr>
          <a:xfrm>
            <a:off x="1018800" y="1552474"/>
            <a:ext cx="963600" cy="742800"/>
          </a:xfrm>
          <a:prstGeom prst="rect">
            <a:avLst/>
          </a:prstGeom>
        </p:spPr>
        <p:txBody>
          <a:bodyPr spcFirstLastPara="1" wrap="square" lIns="91425" tIns="91425" rIns="91425" bIns="91425" anchor="ctr" anchorCtr="0">
            <a:noAutofit/>
          </a:bodyPr>
          <a:lstStyle/>
          <a:p>
            <a:pPr lvl="0" algn="ctr" rtl="0">
              <a:spcBef>
                <a:spcPts val="0"/>
              </a:spcBef>
              <a:spcAft>
                <a:spcPts val="0"/>
              </a:spcAft>
            </a:pPr>
            <a:r>
              <a:rPr lang="en" dirty="0"/>
              <a:t>09</a:t>
            </a:r>
            <a:endParaRPr dirty="0"/>
          </a:p>
        </p:txBody>
      </p:sp>
      <p:sp>
        <p:nvSpPr>
          <p:cNvPr id="386" name="Google Shape;386;p44"/>
          <p:cNvSpPr txBox="1">
            <a:spLocks noGrp="1"/>
          </p:cNvSpPr>
          <p:nvPr>
            <p:ph type="title" idx="13"/>
          </p:nvPr>
        </p:nvSpPr>
        <p:spPr>
          <a:xfrm>
            <a:off x="4760650" y="1552474"/>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10</a:t>
            </a:r>
            <a:endParaRPr dirty="0"/>
          </a:p>
        </p:txBody>
      </p:sp>
      <p:sp>
        <p:nvSpPr>
          <p:cNvPr id="387" name="Google Shape;387;p44"/>
          <p:cNvSpPr txBox="1">
            <a:spLocks noGrp="1"/>
          </p:cNvSpPr>
          <p:nvPr>
            <p:ph type="title" idx="14"/>
          </p:nvPr>
        </p:nvSpPr>
        <p:spPr>
          <a:xfrm>
            <a:off x="101880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11</a:t>
            </a:r>
            <a:endParaRPr dirty="0"/>
          </a:p>
        </p:txBody>
      </p:sp>
      <p:sp>
        <p:nvSpPr>
          <p:cNvPr id="388" name="Google Shape;388;p44"/>
          <p:cNvSpPr txBox="1">
            <a:spLocks noGrp="1"/>
          </p:cNvSpPr>
          <p:nvPr>
            <p:ph type="title" idx="15"/>
          </p:nvPr>
        </p:nvSpPr>
        <p:spPr>
          <a:xfrm>
            <a:off x="4760650" y="3030486"/>
            <a:ext cx="963600" cy="742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12</a:t>
            </a:r>
            <a:endParaRPr dirty="0"/>
          </a:p>
        </p:txBody>
      </p:sp>
    </p:spTree>
    <p:extLst>
      <p:ext uri="{BB962C8B-B14F-4D97-AF65-F5344CB8AC3E}">
        <p14:creationId xmlns:p14="http://schemas.microsoft.com/office/powerpoint/2010/main" val="698446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392"/>
        <p:cNvGrpSpPr/>
        <p:nvPr/>
      </p:nvGrpSpPr>
      <p:grpSpPr>
        <a:xfrm>
          <a:off x="0" y="0"/>
          <a:ext cx="0" cy="0"/>
          <a:chOff x="0" y="0"/>
          <a:chExt cx="0" cy="0"/>
        </a:xfrm>
      </p:grpSpPr>
      <p:sp>
        <p:nvSpPr>
          <p:cNvPr id="393" name="Google Shape;393;p45"/>
          <p:cNvSpPr/>
          <p:nvPr/>
        </p:nvSpPr>
        <p:spPr>
          <a:xfrm>
            <a:off x="374275" y="156757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45"/>
          <p:cNvSpPr txBox="1">
            <a:spLocks noGrp="1"/>
          </p:cNvSpPr>
          <p:nvPr>
            <p:ph type="title"/>
          </p:nvPr>
        </p:nvSpPr>
        <p:spPr>
          <a:xfrm flipH="1">
            <a:off x="4784747" y="2257735"/>
            <a:ext cx="3646028" cy="2016559"/>
          </a:xfrm>
          <a:prstGeom prst="rect">
            <a:avLst/>
          </a:prstGeom>
        </p:spPr>
        <p:txBody>
          <a:bodyPr spcFirstLastPara="1" wrap="square" lIns="91425" tIns="91425" rIns="0" bIns="91425" anchor="ctr" anchorCtr="0">
            <a:noAutofit/>
          </a:bodyPr>
          <a:lstStyle/>
          <a:p>
            <a:pPr marL="0" lvl="0" indent="0" algn="ctr" rtl="0">
              <a:spcBef>
                <a:spcPts val="0"/>
              </a:spcBef>
              <a:spcAft>
                <a:spcPts val="0"/>
              </a:spcAft>
              <a:buNone/>
            </a:pPr>
            <a:r>
              <a:rPr lang="en-US" dirty="0"/>
              <a:t>Modules Used</a:t>
            </a:r>
          </a:p>
        </p:txBody>
      </p:sp>
      <p:sp>
        <p:nvSpPr>
          <p:cNvPr id="396" name="Google Shape;396;p45"/>
          <p:cNvSpPr txBox="1">
            <a:spLocks noGrp="1"/>
          </p:cNvSpPr>
          <p:nvPr>
            <p:ph type="title" idx="2"/>
          </p:nvPr>
        </p:nvSpPr>
        <p:spPr>
          <a:xfrm flipH="1">
            <a:off x="5654961" y="984351"/>
            <a:ext cx="1905600" cy="1239900"/>
          </a:xfrm>
          <a:prstGeom prst="rect">
            <a:avLst/>
          </a:prstGeom>
        </p:spPr>
        <p:txBody>
          <a:bodyPr spcFirstLastPara="1" wrap="square" lIns="91425" tIns="91425" rIns="0" bIns="91425" anchor="t" anchorCtr="0">
            <a:noAutofit/>
          </a:bodyPr>
          <a:lstStyle/>
          <a:p>
            <a:pPr marL="0" lvl="0" indent="0" algn="ctr" rtl="0">
              <a:spcBef>
                <a:spcPts val="0"/>
              </a:spcBef>
              <a:spcAft>
                <a:spcPts val="0"/>
              </a:spcAft>
              <a:buNone/>
            </a:pPr>
            <a:r>
              <a:rPr lang="en" dirty="0"/>
              <a:t>01</a:t>
            </a:r>
            <a:endParaRPr dirty="0"/>
          </a:p>
        </p:txBody>
      </p:sp>
      <p:grpSp>
        <p:nvGrpSpPr>
          <p:cNvPr id="397" name="Google Shape;397;p45"/>
          <p:cNvGrpSpPr/>
          <p:nvPr/>
        </p:nvGrpSpPr>
        <p:grpSpPr>
          <a:xfrm>
            <a:off x="671750" y="1774982"/>
            <a:ext cx="3830668" cy="2664266"/>
            <a:chOff x="671750" y="1774982"/>
            <a:chExt cx="3830668" cy="2664266"/>
          </a:xfrm>
        </p:grpSpPr>
        <p:sp>
          <p:nvSpPr>
            <p:cNvPr id="398" name="Google Shape;398;p45"/>
            <p:cNvSpPr/>
            <p:nvPr/>
          </p:nvSpPr>
          <p:spPr>
            <a:xfrm>
              <a:off x="2852804" y="2559516"/>
              <a:ext cx="44093" cy="152170"/>
            </a:xfrm>
            <a:custGeom>
              <a:avLst/>
              <a:gdLst/>
              <a:ahLst/>
              <a:cxnLst/>
              <a:rect l="l" t="t" r="r" b="b"/>
              <a:pathLst>
                <a:path w="1339" h="4621" fill="none" extrusionOk="0">
                  <a:moveTo>
                    <a:pt x="1" y="4621"/>
                  </a:moveTo>
                  <a:cubicBezTo>
                    <a:pt x="700" y="2949"/>
                    <a:pt x="943" y="1764"/>
                    <a:pt x="1338"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45"/>
            <p:cNvSpPr/>
            <p:nvPr/>
          </p:nvSpPr>
          <p:spPr>
            <a:xfrm>
              <a:off x="3618537" y="3560469"/>
              <a:ext cx="33" cy="742703"/>
            </a:xfrm>
            <a:custGeom>
              <a:avLst/>
              <a:gdLst/>
              <a:ahLst/>
              <a:cxnLst/>
              <a:rect l="l" t="t" r="r" b="b"/>
              <a:pathLst>
                <a:path w="1" h="22554" fill="none" extrusionOk="0">
                  <a:moveTo>
                    <a:pt x="1" y="0"/>
                  </a:moveTo>
                  <a:lnTo>
                    <a:pt x="1" y="2255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5"/>
            <p:cNvSpPr/>
            <p:nvPr/>
          </p:nvSpPr>
          <p:spPr>
            <a:xfrm>
              <a:off x="3305236" y="4296134"/>
              <a:ext cx="614606" cy="33"/>
            </a:xfrm>
            <a:custGeom>
              <a:avLst/>
              <a:gdLst/>
              <a:ahLst/>
              <a:cxnLst/>
              <a:rect l="l" t="t" r="r" b="b"/>
              <a:pathLst>
                <a:path w="18664" h="1" fill="none" extrusionOk="0">
                  <a:moveTo>
                    <a:pt x="1" y="1"/>
                  </a:moveTo>
                  <a:lnTo>
                    <a:pt x="18664"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45"/>
            <p:cNvSpPr/>
            <p:nvPr/>
          </p:nvSpPr>
          <p:spPr>
            <a:xfrm>
              <a:off x="2831794" y="2789469"/>
              <a:ext cx="270289" cy="537846"/>
            </a:xfrm>
            <a:custGeom>
              <a:avLst/>
              <a:gdLst/>
              <a:ahLst/>
              <a:cxnLst/>
              <a:rect l="l" t="t" r="r" b="b"/>
              <a:pathLst>
                <a:path w="8208" h="16333" extrusionOk="0">
                  <a:moveTo>
                    <a:pt x="3786" y="1"/>
                  </a:moveTo>
                  <a:cubicBezTo>
                    <a:pt x="3127" y="1"/>
                    <a:pt x="2467" y="183"/>
                    <a:pt x="1916" y="556"/>
                  </a:cubicBezTo>
                  <a:cubicBezTo>
                    <a:pt x="791" y="1316"/>
                    <a:pt x="213" y="2744"/>
                    <a:pt x="122" y="4112"/>
                  </a:cubicBezTo>
                  <a:cubicBezTo>
                    <a:pt x="1" y="6118"/>
                    <a:pt x="639" y="8307"/>
                    <a:pt x="1186" y="10221"/>
                  </a:cubicBezTo>
                  <a:cubicBezTo>
                    <a:pt x="1824" y="12288"/>
                    <a:pt x="2523" y="14325"/>
                    <a:pt x="3344" y="16331"/>
                  </a:cubicBezTo>
                  <a:cubicBezTo>
                    <a:pt x="3344" y="16332"/>
                    <a:pt x="3347" y="16332"/>
                    <a:pt x="3353" y="16332"/>
                  </a:cubicBezTo>
                  <a:cubicBezTo>
                    <a:pt x="3570" y="16332"/>
                    <a:pt x="7822" y="15782"/>
                    <a:pt x="8207" y="15723"/>
                  </a:cubicBezTo>
                  <a:cubicBezTo>
                    <a:pt x="7752" y="13322"/>
                    <a:pt x="7934" y="10617"/>
                    <a:pt x="7904" y="8185"/>
                  </a:cubicBezTo>
                  <a:cubicBezTo>
                    <a:pt x="7873" y="6544"/>
                    <a:pt x="7934" y="5085"/>
                    <a:pt x="7508" y="3474"/>
                  </a:cubicBezTo>
                  <a:cubicBezTo>
                    <a:pt x="7204" y="2349"/>
                    <a:pt x="6657" y="1255"/>
                    <a:pt x="5715" y="586"/>
                  </a:cubicBezTo>
                  <a:cubicBezTo>
                    <a:pt x="5157" y="199"/>
                    <a:pt x="4472" y="1"/>
                    <a:pt x="378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45"/>
            <p:cNvSpPr/>
            <p:nvPr/>
          </p:nvSpPr>
          <p:spPr>
            <a:xfrm>
              <a:off x="2821783" y="3784659"/>
              <a:ext cx="286293" cy="579568"/>
            </a:xfrm>
            <a:custGeom>
              <a:avLst/>
              <a:gdLst/>
              <a:ahLst/>
              <a:cxnLst/>
              <a:rect l="l" t="t" r="r" b="b"/>
              <a:pathLst>
                <a:path w="8694" h="17600" extrusionOk="0">
                  <a:moveTo>
                    <a:pt x="821" y="1"/>
                  </a:moveTo>
                  <a:cubicBezTo>
                    <a:pt x="821" y="5654"/>
                    <a:pt x="1" y="15199"/>
                    <a:pt x="31" y="16810"/>
                  </a:cubicBezTo>
                  <a:cubicBezTo>
                    <a:pt x="1642" y="16992"/>
                    <a:pt x="2888" y="17600"/>
                    <a:pt x="4499" y="17600"/>
                  </a:cubicBezTo>
                  <a:cubicBezTo>
                    <a:pt x="5776" y="15654"/>
                    <a:pt x="6293" y="10092"/>
                    <a:pt x="6992" y="7934"/>
                  </a:cubicBezTo>
                  <a:cubicBezTo>
                    <a:pt x="7174" y="7448"/>
                    <a:pt x="7873" y="4986"/>
                    <a:pt x="8694" y="2159"/>
                  </a:cubicBezTo>
                  <a:cubicBezTo>
                    <a:pt x="7113" y="1794"/>
                    <a:pt x="5533" y="1399"/>
                    <a:pt x="3983" y="973"/>
                  </a:cubicBezTo>
                  <a:cubicBezTo>
                    <a:pt x="2706" y="609"/>
                    <a:pt x="2068" y="487"/>
                    <a:pt x="82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45"/>
            <p:cNvSpPr/>
            <p:nvPr/>
          </p:nvSpPr>
          <p:spPr>
            <a:xfrm>
              <a:off x="2970926" y="2397992"/>
              <a:ext cx="1388329" cy="1336036"/>
            </a:xfrm>
            <a:custGeom>
              <a:avLst/>
              <a:gdLst/>
              <a:ahLst/>
              <a:cxnLst/>
              <a:rect l="l" t="t" r="r" b="b"/>
              <a:pathLst>
                <a:path w="42160" h="40572" extrusionOk="0">
                  <a:moveTo>
                    <a:pt x="32835" y="1"/>
                  </a:moveTo>
                  <a:cubicBezTo>
                    <a:pt x="31158" y="1"/>
                    <a:pt x="29440" y="439"/>
                    <a:pt x="27843" y="985"/>
                  </a:cubicBezTo>
                  <a:cubicBezTo>
                    <a:pt x="24621" y="2140"/>
                    <a:pt x="22797" y="3720"/>
                    <a:pt x="21369" y="6790"/>
                  </a:cubicBezTo>
                  <a:cubicBezTo>
                    <a:pt x="19849" y="10103"/>
                    <a:pt x="18755" y="13599"/>
                    <a:pt x="16840" y="16699"/>
                  </a:cubicBezTo>
                  <a:cubicBezTo>
                    <a:pt x="14803" y="20073"/>
                    <a:pt x="11885" y="22900"/>
                    <a:pt x="8451" y="24845"/>
                  </a:cubicBezTo>
                  <a:cubicBezTo>
                    <a:pt x="5229" y="26669"/>
                    <a:pt x="1581" y="27216"/>
                    <a:pt x="457" y="31350"/>
                  </a:cubicBezTo>
                  <a:cubicBezTo>
                    <a:pt x="1" y="33021"/>
                    <a:pt x="183" y="34845"/>
                    <a:pt x="943" y="36395"/>
                  </a:cubicBezTo>
                  <a:cubicBezTo>
                    <a:pt x="2432" y="39496"/>
                    <a:pt x="5320" y="40012"/>
                    <a:pt x="8481" y="40316"/>
                  </a:cubicBezTo>
                  <a:cubicBezTo>
                    <a:pt x="10100" y="40487"/>
                    <a:pt x="11727" y="40571"/>
                    <a:pt x="13355" y="40571"/>
                  </a:cubicBezTo>
                  <a:cubicBezTo>
                    <a:pt x="16371" y="40571"/>
                    <a:pt x="19391" y="40281"/>
                    <a:pt x="22372" y="39709"/>
                  </a:cubicBezTo>
                  <a:cubicBezTo>
                    <a:pt x="24621" y="39283"/>
                    <a:pt x="26870" y="38675"/>
                    <a:pt x="29059" y="37915"/>
                  </a:cubicBezTo>
                  <a:cubicBezTo>
                    <a:pt x="34135" y="36152"/>
                    <a:pt x="38208" y="30803"/>
                    <a:pt x="39849" y="25818"/>
                  </a:cubicBezTo>
                  <a:cubicBezTo>
                    <a:pt x="41521" y="20590"/>
                    <a:pt x="42159" y="13963"/>
                    <a:pt x="41248" y="8553"/>
                  </a:cubicBezTo>
                  <a:cubicBezTo>
                    <a:pt x="40670" y="5058"/>
                    <a:pt x="38664" y="1501"/>
                    <a:pt x="35320" y="377"/>
                  </a:cubicBezTo>
                  <a:cubicBezTo>
                    <a:pt x="34516" y="112"/>
                    <a:pt x="33681" y="1"/>
                    <a:pt x="328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45"/>
            <p:cNvSpPr/>
            <p:nvPr/>
          </p:nvSpPr>
          <p:spPr>
            <a:xfrm>
              <a:off x="2698689" y="3282767"/>
              <a:ext cx="429407" cy="200807"/>
            </a:xfrm>
            <a:custGeom>
              <a:avLst/>
              <a:gdLst/>
              <a:ahLst/>
              <a:cxnLst/>
              <a:rect l="l" t="t" r="r" b="b"/>
              <a:pathLst>
                <a:path w="13040" h="6098" extrusionOk="0">
                  <a:moveTo>
                    <a:pt x="10530" y="1"/>
                  </a:moveTo>
                  <a:cubicBezTo>
                    <a:pt x="9431" y="1"/>
                    <a:pt x="8267" y="935"/>
                    <a:pt x="7295" y="1442"/>
                  </a:cubicBezTo>
                  <a:cubicBezTo>
                    <a:pt x="5806" y="2263"/>
                    <a:pt x="4286" y="3053"/>
                    <a:pt x="2766" y="3904"/>
                  </a:cubicBezTo>
                  <a:cubicBezTo>
                    <a:pt x="1915" y="4391"/>
                    <a:pt x="0" y="4907"/>
                    <a:pt x="1155" y="5758"/>
                  </a:cubicBezTo>
                  <a:cubicBezTo>
                    <a:pt x="1498" y="6012"/>
                    <a:pt x="1980" y="6098"/>
                    <a:pt x="2503" y="6098"/>
                  </a:cubicBezTo>
                  <a:cubicBezTo>
                    <a:pt x="3419" y="6098"/>
                    <a:pt x="4457" y="5836"/>
                    <a:pt x="5076" y="5758"/>
                  </a:cubicBezTo>
                  <a:cubicBezTo>
                    <a:pt x="6961" y="5454"/>
                    <a:pt x="8845" y="5272"/>
                    <a:pt x="10669" y="4846"/>
                  </a:cubicBezTo>
                  <a:cubicBezTo>
                    <a:pt x="11459" y="4664"/>
                    <a:pt x="12249" y="4543"/>
                    <a:pt x="13040" y="4512"/>
                  </a:cubicBezTo>
                  <a:cubicBezTo>
                    <a:pt x="12918" y="3236"/>
                    <a:pt x="12827" y="1655"/>
                    <a:pt x="11915" y="652"/>
                  </a:cubicBezTo>
                  <a:cubicBezTo>
                    <a:pt x="11480" y="180"/>
                    <a:pt x="11011" y="1"/>
                    <a:pt x="1053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45"/>
            <p:cNvSpPr/>
            <p:nvPr/>
          </p:nvSpPr>
          <p:spPr>
            <a:xfrm>
              <a:off x="2778743" y="3120058"/>
              <a:ext cx="1284237" cy="969920"/>
            </a:xfrm>
            <a:custGeom>
              <a:avLst/>
              <a:gdLst/>
              <a:ahLst/>
              <a:cxnLst/>
              <a:rect l="l" t="t" r="r" b="b"/>
              <a:pathLst>
                <a:path w="38999" h="29454" extrusionOk="0">
                  <a:moveTo>
                    <a:pt x="31743" y="1"/>
                  </a:moveTo>
                  <a:cubicBezTo>
                    <a:pt x="31463" y="1"/>
                    <a:pt x="31195" y="11"/>
                    <a:pt x="30943" y="30"/>
                  </a:cubicBezTo>
                  <a:cubicBezTo>
                    <a:pt x="25989" y="426"/>
                    <a:pt x="21034" y="547"/>
                    <a:pt x="16110" y="973"/>
                  </a:cubicBezTo>
                  <a:cubicBezTo>
                    <a:pt x="12098" y="1277"/>
                    <a:pt x="7721" y="2158"/>
                    <a:pt x="4986" y="5350"/>
                  </a:cubicBezTo>
                  <a:cubicBezTo>
                    <a:pt x="2706" y="7964"/>
                    <a:pt x="2341" y="11550"/>
                    <a:pt x="1733" y="14833"/>
                  </a:cubicBezTo>
                  <a:cubicBezTo>
                    <a:pt x="973" y="18633"/>
                    <a:pt x="426" y="22493"/>
                    <a:pt x="92" y="26353"/>
                  </a:cubicBezTo>
                  <a:cubicBezTo>
                    <a:pt x="1" y="27326"/>
                    <a:pt x="1" y="28481"/>
                    <a:pt x="791" y="29058"/>
                  </a:cubicBezTo>
                  <a:cubicBezTo>
                    <a:pt x="1277" y="29453"/>
                    <a:pt x="1976" y="29453"/>
                    <a:pt x="2584" y="29453"/>
                  </a:cubicBezTo>
                  <a:lnTo>
                    <a:pt x="6475" y="29453"/>
                  </a:lnTo>
                  <a:cubicBezTo>
                    <a:pt x="7600" y="29423"/>
                    <a:pt x="8876" y="29362"/>
                    <a:pt x="9606" y="28511"/>
                  </a:cubicBezTo>
                  <a:cubicBezTo>
                    <a:pt x="10122" y="27934"/>
                    <a:pt x="10274" y="27113"/>
                    <a:pt x="10366" y="26353"/>
                  </a:cubicBezTo>
                  <a:cubicBezTo>
                    <a:pt x="10517" y="25352"/>
                    <a:pt x="12730" y="12895"/>
                    <a:pt x="12615" y="12858"/>
                  </a:cubicBezTo>
                  <a:lnTo>
                    <a:pt x="12615" y="12858"/>
                  </a:lnTo>
                  <a:cubicBezTo>
                    <a:pt x="15268" y="13276"/>
                    <a:pt x="17960" y="13486"/>
                    <a:pt x="20657" y="13486"/>
                  </a:cubicBezTo>
                  <a:cubicBezTo>
                    <a:pt x="22070" y="13486"/>
                    <a:pt x="23484" y="13428"/>
                    <a:pt x="24895" y="13313"/>
                  </a:cubicBezTo>
                  <a:cubicBezTo>
                    <a:pt x="27813" y="13101"/>
                    <a:pt x="30761" y="12584"/>
                    <a:pt x="33284" y="11155"/>
                  </a:cubicBezTo>
                  <a:cubicBezTo>
                    <a:pt x="35716" y="9787"/>
                    <a:pt x="38998" y="6262"/>
                    <a:pt x="38026" y="3161"/>
                  </a:cubicBezTo>
                  <a:cubicBezTo>
                    <a:pt x="37265" y="743"/>
                    <a:pt x="34099" y="1"/>
                    <a:pt x="31743"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45"/>
            <p:cNvSpPr/>
            <p:nvPr/>
          </p:nvSpPr>
          <p:spPr>
            <a:xfrm>
              <a:off x="3403336" y="2208873"/>
              <a:ext cx="767763" cy="1016813"/>
            </a:xfrm>
            <a:custGeom>
              <a:avLst/>
              <a:gdLst/>
              <a:ahLst/>
              <a:cxnLst/>
              <a:rect l="l" t="t" r="r" b="b"/>
              <a:pathLst>
                <a:path w="23315" h="30878" extrusionOk="0">
                  <a:moveTo>
                    <a:pt x="11223" y="1"/>
                  </a:moveTo>
                  <a:cubicBezTo>
                    <a:pt x="10828" y="1"/>
                    <a:pt x="10435" y="36"/>
                    <a:pt x="10031" y="71"/>
                  </a:cubicBezTo>
                  <a:cubicBezTo>
                    <a:pt x="5593" y="466"/>
                    <a:pt x="1399" y="527"/>
                    <a:pt x="153" y="5542"/>
                  </a:cubicBezTo>
                  <a:cubicBezTo>
                    <a:pt x="61" y="5846"/>
                    <a:pt x="1" y="6150"/>
                    <a:pt x="31" y="6484"/>
                  </a:cubicBezTo>
                  <a:cubicBezTo>
                    <a:pt x="61" y="6910"/>
                    <a:pt x="244" y="7335"/>
                    <a:pt x="426" y="7731"/>
                  </a:cubicBezTo>
                  <a:cubicBezTo>
                    <a:pt x="1095" y="9190"/>
                    <a:pt x="1338" y="10345"/>
                    <a:pt x="1794" y="11895"/>
                  </a:cubicBezTo>
                  <a:cubicBezTo>
                    <a:pt x="2888" y="15694"/>
                    <a:pt x="2402" y="20649"/>
                    <a:pt x="2189" y="24570"/>
                  </a:cubicBezTo>
                  <a:cubicBezTo>
                    <a:pt x="2007" y="27609"/>
                    <a:pt x="4317" y="28217"/>
                    <a:pt x="6809" y="29099"/>
                  </a:cubicBezTo>
                  <a:cubicBezTo>
                    <a:pt x="8420" y="29646"/>
                    <a:pt x="10092" y="30163"/>
                    <a:pt x="11733" y="30527"/>
                  </a:cubicBezTo>
                  <a:cubicBezTo>
                    <a:pt x="13159" y="30817"/>
                    <a:pt x="14584" y="30878"/>
                    <a:pt x="16022" y="30878"/>
                  </a:cubicBezTo>
                  <a:cubicBezTo>
                    <a:pt x="16546" y="30878"/>
                    <a:pt x="17072" y="30870"/>
                    <a:pt x="17600" y="30862"/>
                  </a:cubicBezTo>
                  <a:cubicBezTo>
                    <a:pt x="18086" y="30862"/>
                    <a:pt x="18586" y="30848"/>
                    <a:pt x="19081" y="30848"/>
                  </a:cubicBezTo>
                  <a:cubicBezTo>
                    <a:pt x="19329" y="30848"/>
                    <a:pt x="19575" y="30852"/>
                    <a:pt x="19819" y="30862"/>
                  </a:cubicBezTo>
                  <a:cubicBezTo>
                    <a:pt x="19971" y="30618"/>
                    <a:pt x="20062" y="30284"/>
                    <a:pt x="20244" y="29767"/>
                  </a:cubicBezTo>
                  <a:cubicBezTo>
                    <a:pt x="21642" y="25694"/>
                    <a:pt x="23314" y="21530"/>
                    <a:pt x="22068" y="17184"/>
                  </a:cubicBezTo>
                  <a:cubicBezTo>
                    <a:pt x="21490" y="15178"/>
                    <a:pt x="20578" y="13263"/>
                    <a:pt x="20001" y="11226"/>
                  </a:cubicBezTo>
                  <a:cubicBezTo>
                    <a:pt x="18816" y="7153"/>
                    <a:pt x="18329" y="3384"/>
                    <a:pt x="14439" y="1044"/>
                  </a:cubicBezTo>
                  <a:cubicBezTo>
                    <a:pt x="13709" y="618"/>
                    <a:pt x="12919" y="223"/>
                    <a:pt x="12098" y="71"/>
                  </a:cubicBezTo>
                  <a:cubicBezTo>
                    <a:pt x="11803" y="20"/>
                    <a:pt x="11513" y="1"/>
                    <a:pt x="11223"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45"/>
            <p:cNvSpPr/>
            <p:nvPr/>
          </p:nvSpPr>
          <p:spPr>
            <a:xfrm>
              <a:off x="2554552" y="4251448"/>
              <a:ext cx="445444" cy="187800"/>
            </a:xfrm>
            <a:custGeom>
              <a:avLst/>
              <a:gdLst/>
              <a:ahLst/>
              <a:cxnLst/>
              <a:rect l="l" t="t" r="r" b="b"/>
              <a:pathLst>
                <a:path w="13527" h="5703" extrusionOk="0">
                  <a:moveTo>
                    <a:pt x="8193" y="1"/>
                  </a:moveTo>
                  <a:cubicBezTo>
                    <a:pt x="7995" y="1"/>
                    <a:pt x="7829" y="208"/>
                    <a:pt x="7751" y="416"/>
                  </a:cubicBezTo>
                  <a:cubicBezTo>
                    <a:pt x="7599" y="872"/>
                    <a:pt x="7599" y="1388"/>
                    <a:pt x="7143" y="1662"/>
                  </a:cubicBezTo>
                  <a:cubicBezTo>
                    <a:pt x="7113" y="1692"/>
                    <a:pt x="7082" y="1723"/>
                    <a:pt x="7052" y="1723"/>
                  </a:cubicBezTo>
                  <a:cubicBezTo>
                    <a:pt x="6596" y="1996"/>
                    <a:pt x="5866" y="2148"/>
                    <a:pt x="5350" y="2300"/>
                  </a:cubicBezTo>
                  <a:cubicBezTo>
                    <a:pt x="4043" y="2695"/>
                    <a:pt x="2644" y="2938"/>
                    <a:pt x="1337" y="3394"/>
                  </a:cubicBezTo>
                  <a:cubicBezTo>
                    <a:pt x="669" y="3638"/>
                    <a:pt x="0" y="4489"/>
                    <a:pt x="760" y="5097"/>
                  </a:cubicBezTo>
                  <a:cubicBezTo>
                    <a:pt x="1094" y="5370"/>
                    <a:pt x="1520" y="5431"/>
                    <a:pt x="1945" y="5492"/>
                  </a:cubicBezTo>
                  <a:cubicBezTo>
                    <a:pt x="3346" y="5646"/>
                    <a:pt x="4751" y="5702"/>
                    <a:pt x="6160" y="5702"/>
                  </a:cubicBezTo>
                  <a:cubicBezTo>
                    <a:pt x="8085" y="5702"/>
                    <a:pt x="10015" y="5597"/>
                    <a:pt x="11946" y="5492"/>
                  </a:cubicBezTo>
                  <a:cubicBezTo>
                    <a:pt x="12128" y="5492"/>
                    <a:pt x="12310" y="5461"/>
                    <a:pt x="12462" y="5340"/>
                  </a:cubicBezTo>
                  <a:cubicBezTo>
                    <a:pt x="12523" y="5279"/>
                    <a:pt x="12553" y="5157"/>
                    <a:pt x="12614" y="5066"/>
                  </a:cubicBezTo>
                  <a:cubicBezTo>
                    <a:pt x="13009" y="4002"/>
                    <a:pt x="13283" y="2817"/>
                    <a:pt x="13526" y="1723"/>
                  </a:cubicBezTo>
                  <a:cubicBezTo>
                    <a:pt x="13442" y="1705"/>
                    <a:pt x="13356" y="1697"/>
                    <a:pt x="13269" y="1697"/>
                  </a:cubicBezTo>
                  <a:cubicBezTo>
                    <a:pt x="12910" y="1697"/>
                    <a:pt x="12525" y="1820"/>
                    <a:pt x="12158" y="1844"/>
                  </a:cubicBezTo>
                  <a:cubicBezTo>
                    <a:pt x="11948" y="1855"/>
                    <a:pt x="11729" y="1870"/>
                    <a:pt x="11511" y="1870"/>
                  </a:cubicBezTo>
                  <a:cubicBezTo>
                    <a:pt x="11131" y="1870"/>
                    <a:pt x="10754" y="1825"/>
                    <a:pt x="10426" y="1631"/>
                  </a:cubicBezTo>
                  <a:cubicBezTo>
                    <a:pt x="9696" y="1236"/>
                    <a:pt x="9028" y="750"/>
                    <a:pt x="8480" y="172"/>
                  </a:cubicBezTo>
                  <a:cubicBezTo>
                    <a:pt x="8420" y="112"/>
                    <a:pt x="8359" y="51"/>
                    <a:pt x="8298" y="20"/>
                  </a:cubicBezTo>
                  <a:cubicBezTo>
                    <a:pt x="8262" y="7"/>
                    <a:pt x="8227" y="1"/>
                    <a:pt x="8193"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45"/>
            <p:cNvSpPr/>
            <p:nvPr/>
          </p:nvSpPr>
          <p:spPr>
            <a:xfrm>
              <a:off x="2783749" y="2500307"/>
              <a:ext cx="386401" cy="699367"/>
            </a:xfrm>
            <a:custGeom>
              <a:avLst/>
              <a:gdLst/>
              <a:ahLst/>
              <a:cxnLst/>
              <a:rect l="l" t="t" r="r" b="b"/>
              <a:pathLst>
                <a:path w="11734" h="21238" extrusionOk="0">
                  <a:moveTo>
                    <a:pt x="6053" y="1"/>
                  </a:moveTo>
                  <a:cubicBezTo>
                    <a:pt x="5627" y="1"/>
                    <a:pt x="5170" y="83"/>
                    <a:pt x="4682" y="248"/>
                  </a:cubicBezTo>
                  <a:cubicBezTo>
                    <a:pt x="1703" y="1251"/>
                    <a:pt x="1" y="4413"/>
                    <a:pt x="122" y="7422"/>
                  </a:cubicBezTo>
                  <a:cubicBezTo>
                    <a:pt x="274" y="10492"/>
                    <a:pt x="609" y="13531"/>
                    <a:pt x="1004" y="16540"/>
                  </a:cubicBezTo>
                  <a:cubicBezTo>
                    <a:pt x="1156" y="17665"/>
                    <a:pt x="1308" y="18759"/>
                    <a:pt x="1490" y="19854"/>
                  </a:cubicBezTo>
                  <a:cubicBezTo>
                    <a:pt x="1520" y="20218"/>
                    <a:pt x="1612" y="20613"/>
                    <a:pt x="1855" y="20887"/>
                  </a:cubicBezTo>
                  <a:cubicBezTo>
                    <a:pt x="2122" y="21177"/>
                    <a:pt x="2520" y="21238"/>
                    <a:pt x="2929" y="21238"/>
                  </a:cubicBezTo>
                  <a:cubicBezTo>
                    <a:pt x="3078" y="21238"/>
                    <a:pt x="3228" y="21229"/>
                    <a:pt x="3375" y="21221"/>
                  </a:cubicBezTo>
                  <a:cubicBezTo>
                    <a:pt x="5320" y="21039"/>
                    <a:pt x="7265" y="20674"/>
                    <a:pt x="9150" y="20158"/>
                  </a:cubicBezTo>
                  <a:cubicBezTo>
                    <a:pt x="9727" y="19975"/>
                    <a:pt x="10335" y="19793"/>
                    <a:pt x="10700" y="19337"/>
                  </a:cubicBezTo>
                  <a:cubicBezTo>
                    <a:pt x="11034" y="18911"/>
                    <a:pt x="11156" y="18364"/>
                    <a:pt x="11217" y="17847"/>
                  </a:cubicBezTo>
                  <a:cubicBezTo>
                    <a:pt x="11733" y="14109"/>
                    <a:pt x="10518" y="10431"/>
                    <a:pt x="10578" y="6631"/>
                  </a:cubicBezTo>
                  <a:cubicBezTo>
                    <a:pt x="10609" y="4625"/>
                    <a:pt x="9849" y="3410"/>
                    <a:pt x="8846" y="1738"/>
                  </a:cubicBezTo>
                  <a:cubicBezTo>
                    <a:pt x="8116" y="588"/>
                    <a:pt x="7193" y="1"/>
                    <a:pt x="6053"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45"/>
            <p:cNvSpPr/>
            <p:nvPr/>
          </p:nvSpPr>
          <p:spPr>
            <a:xfrm>
              <a:off x="3460405" y="1891358"/>
              <a:ext cx="274274" cy="282539"/>
            </a:xfrm>
            <a:custGeom>
              <a:avLst/>
              <a:gdLst/>
              <a:ahLst/>
              <a:cxnLst/>
              <a:rect l="l" t="t" r="r" b="b"/>
              <a:pathLst>
                <a:path w="8329" h="8580" extrusionOk="0">
                  <a:moveTo>
                    <a:pt x="4364" y="1"/>
                  </a:moveTo>
                  <a:cubicBezTo>
                    <a:pt x="3733" y="1"/>
                    <a:pt x="3194" y="202"/>
                    <a:pt x="2523" y="442"/>
                  </a:cubicBezTo>
                  <a:cubicBezTo>
                    <a:pt x="2364" y="494"/>
                    <a:pt x="2202" y="512"/>
                    <a:pt x="2040" y="512"/>
                  </a:cubicBezTo>
                  <a:cubicBezTo>
                    <a:pt x="1629" y="512"/>
                    <a:pt x="1224" y="392"/>
                    <a:pt x="901" y="392"/>
                  </a:cubicBezTo>
                  <a:cubicBezTo>
                    <a:pt x="601" y="392"/>
                    <a:pt x="371" y="496"/>
                    <a:pt x="274" y="898"/>
                  </a:cubicBezTo>
                  <a:cubicBezTo>
                    <a:pt x="0" y="1962"/>
                    <a:pt x="608" y="4789"/>
                    <a:pt x="1034" y="5822"/>
                  </a:cubicBezTo>
                  <a:cubicBezTo>
                    <a:pt x="1338" y="6491"/>
                    <a:pt x="1672" y="7160"/>
                    <a:pt x="2158" y="7676"/>
                  </a:cubicBezTo>
                  <a:cubicBezTo>
                    <a:pt x="2789" y="8325"/>
                    <a:pt x="3521" y="8579"/>
                    <a:pt x="4290" y="8579"/>
                  </a:cubicBezTo>
                  <a:cubicBezTo>
                    <a:pt x="4855" y="8579"/>
                    <a:pt x="5439" y="8442"/>
                    <a:pt x="6018" y="8224"/>
                  </a:cubicBezTo>
                  <a:cubicBezTo>
                    <a:pt x="6535" y="8011"/>
                    <a:pt x="6961" y="7707"/>
                    <a:pt x="7326" y="7281"/>
                  </a:cubicBezTo>
                  <a:cubicBezTo>
                    <a:pt x="7569" y="7008"/>
                    <a:pt x="8329" y="6187"/>
                    <a:pt x="8298" y="5822"/>
                  </a:cubicBezTo>
                  <a:cubicBezTo>
                    <a:pt x="8268" y="5518"/>
                    <a:pt x="8268" y="5245"/>
                    <a:pt x="8268" y="4971"/>
                  </a:cubicBezTo>
                  <a:cubicBezTo>
                    <a:pt x="8177" y="4454"/>
                    <a:pt x="8116" y="3968"/>
                    <a:pt x="7994" y="3451"/>
                  </a:cubicBezTo>
                  <a:cubicBezTo>
                    <a:pt x="7812" y="2874"/>
                    <a:pt x="7569" y="2296"/>
                    <a:pt x="7295" y="1749"/>
                  </a:cubicBezTo>
                  <a:cubicBezTo>
                    <a:pt x="7204" y="1567"/>
                    <a:pt x="7082" y="1385"/>
                    <a:pt x="6930" y="1233"/>
                  </a:cubicBezTo>
                  <a:cubicBezTo>
                    <a:pt x="6444" y="564"/>
                    <a:pt x="5684" y="169"/>
                    <a:pt x="4894" y="47"/>
                  </a:cubicBezTo>
                  <a:cubicBezTo>
                    <a:pt x="4708" y="15"/>
                    <a:pt x="4532" y="1"/>
                    <a:pt x="436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5"/>
            <p:cNvSpPr/>
            <p:nvPr/>
          </p:nvSpPr>
          <p:spPr>
            <a:xfrm>
              <a:off x="3558472" y="2053046"/>
              <a:ext cx="265284" cy="277271"/>
            </a:xfrm>
            <a:custGeom>
              <a:avLst/>
              <a:gdLst/>
              <a:ahLst/>
              <a:cxnLst/>
              <a:rect l="l" t="t" r="r" b="b"/>
              <a:pathLst>
                <a:path w="8056" h="8420" extrusionOk="0">
                  <a:moveTo>
                    <a:pt x="5107" y="0"/>
                  </a:moveTo>
                  <a:cubicBezTo>
                    <a:pt x="4834" y="0"/>
                    <a:pt x="4530" y="608"/>
                    <a:pt x="4348" y="791"/>
                  </a:cubicBezTo>
                  <a:cubicBezTo>
                    <a:pt x="4044" y="1125"/>
                    <a:pt x="3740" y="1399"/>
                    <a:pt x="3375" y="1672"/>
                  </a:cubicBezTo>
                  <a:cubicBezTo>
                    <a:pt x="2645" y="2189"/>
                    <a:pt x="1764" y="2462"/>
                    <a:pt x="852" y="2493"/>
                  </a:cubicBezTo>
                  <a:cubicBezTo>
                    <a:pt x="609" y="2493"/>
                    <a:pt x="335" y="2493"/>
                    <a:pt x="183" y="2645"/>
                  </a:cubicBezTo>
                  <a:cubicBezTo>
                    <a:pt x="123" y="2675"/>
                    <a:pt x="123" y="2736"/>
                    <a:pt x="92" y="2766"/>
                  </a:cubicBezTo>
                  <a:cubicBezTo>
                    <a:pt x="1" y="2888"/>
                    <a:pt x="761" y="4073"/>
                    <a:pt x="822" y="4286"/>
                  </a:cubicBezTo>
                  <a:cubicBezTo>
                    <a:pt x="1369" y="5532"/>
                    <a:pt x="1855" y="6566"/>
                    <a:pt x="974" y="7721"/>
                  </a:cubicBezTo>
                  <a:cubicBezTo>
                    <a:pt x="639" y="8177"/>
                    <a:pt x="2980" y="8420"/>
                    <a:pt x="3162" y="8420"/>
                  </a:cubicBezTo>
                  <a:cubicBezTo>
                    <a:pt x="4135" y="8329"/>
                    <a:pt x="5107" y="7964"/>
                    <a:pt x="5898" y="7417"/>
                  </a:cubicBezTo>
                  <a:cubicBezTo>
                    <a:pt x="6779" y="6779"/>
                    <a:pt x="7539" y="5988"/>
                    <a:pt x="8056" y="5016"/>
                  </a:cubicBezTo>
                  <a:cubicBezTo>
                    <a:pt x="7721" y="4955"/>
                    <a:pt x="7478" y="4803"/>
                    <a:pt x="7265" y="4621"/>
                  </a:cubicBezTo>
                  <a:cubicBezTo>
                    <a:pt x="6870" y="4347"/>
                    <a:pt x="6536" y="3952"/>
                    <a:pt x="6262" y="3557"/>
                  </a:cubicBezTo>
                  <a:cubicBezTo>
                    <a:pt x="5503" y="2432"/>
                    <a:pt x="5472" y="1247"/>
                    <a:pt x="516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45"/>
            <p:cNvSpPr/>
            <p:nvPr/>
          </p:nvSpPr>
          <p:spPr>
            <a:xfrm>
              <a:off x="3451382" y="1828823"/>
              <a:ext cx="334338" cy="245098"/>
            </a:xfrm>
            <a:custGeom>
              <a:avLst/>
              <a:gdLst/>
              <a:ahLst/>
              <a:cxnLst/>
              <a:rect l="l" t="t" r="r" b="b"/>
              <a:pathLst>
                <a:path w="10153" h="7443" extrusionOk="0">
                  <a:moveTo>
                    <a:pt x="3861" y="1"/>
                  </a:moveTo>
                  <a:cubicBezTo>
                    <a:pt x="3071" y="1"/>
                    <a:pt x="2128" y="305"/>
                    <a:pt x="1642" y="943"/>
                  </a:cubicBezTo>
                  <a:cubicBezTo>
                    <a:pt x="1429" y="1217"/>
                    <a:pt x="1308" y="1551"/>
                    <a:pt x="1125" y="1855"/>
                  </a:cubicBezTo>
                  <a:cubicBezTo>
                    <a:pt x="943" y="2189"/>
                    <a:pt x="700" y="2463"/>
                    <a:pt x="487" y="2797"/>
                  </a:cubicBezTo>
                  <a:cubicBezTo>
                    <a:pt x="153" y="3253"/>
                    <a:pt x="1" y="3861"/>
                    <a:pt x="31" y="4439"/>
                  </a:cubicBezTo>
                  <a:cubicBezTo>
                    <a:pt x="31" y="4712"/>
                    <a:pt x="61" y="5016"/>
                    <a:pt x="244" y="5259"/>
                  </a:cubicBezTo>
                  <a:cubicBezTo>
                    <a:pt x="426" y="5533"/>
                    <a:pt x="791" y="5685"/>
                    <a:pt x="1125" y="5685"/>
                  </a:cubicBezTo>
                  <a:cubicBezTo>
                    <a:pt x="1855" y="5685"/>
                    <a:pt x="2463" y="5290"/>
                    <a:pt x="3101" y="5016"/>
                  </a:cubicBezTo>
                  <a:cubicBezTo>
                    <a:pt x="3402" y="4876"/>
                    <a:pt x="3636" y="4775"/>
                    <a:pt x="3900" y="4775"/>
                  </a:cubicBezTo>
                  <a:cubicBezTo>
                    <a:pt x="4037" y="4775"/>
                    <a:pt x="4182" y="4802"/>
                    <a:pt x="4347" y="4864"/>
                  </a:cubicBezTo>
                  <a:cubicBezTo>
                    <a:pt x="4767" y="5004"/>
                    <a:pt x="5160" y="5452"/>
                    <a:pt x="5599" y="5452"/>
                  </a:cubicBezTo>
                  <a:cubicBezTo>
                    <a:pt x="5637" y="5452"/>
                    <a:pt x="5676" y="5449"/>
                    <a:pt x="5715" y="5442"/>
                  </a:cubicBezTo>
                  <a:cubicBezTo>
                    <a:pt x="5887" y="5392"/>
                    <a:pt x="6039" y="5303"/>
                    <a:pt x="6188" y="5303"/>
                  </a:cubicBezTo>
                  <a:cubicBezTo>
                    <a:pt x="6223" y="5303"/>
                    <a:pt x="6258" y="5308"/>
                    <a:pt x="6292" y="5320"/>
                  </a:cubicBezTo>
                  <a:cubicBezTo>
                    <a:pt x="6475" y="5411"/>
                    <a:pt x="6505" y="5654"/>
                    <a:pt x="6505" y="5837"/>
                  </a:cubicBezTo>
                  <a:cubicBezTo>
                    <a:pt x="6596" y="6475"/>
                    <a:pt x="6900" y="6961"/>
                    <a:pt x="7508" y="7265"/>
                  </a:cubicBezTo>
                  <a:cubicBezTo>
                    <a:pt x="7712" y="7377"/>
                    <a:pt x="7939" y="7443"/>
                    <a:pt x="8168" y="7443"/>
                  </a:cubicBezTo>
                  <a:cubicBezTo>
                    <a:pt x="8314" y="7443"/>
                    <a:pt x="8460" y="7416"/>
                    <a:pt x="8603" y="7357"/>
                  </a:cubicBezTo>
                  <a:cubicBezTo>
                    <a:pt x="8937" y="7235"/>
                    <a:pt x="9210" y="6840"/>
                    <a:pt x="9180" y="6475"/>
                  </a:cubicBezTo>
                  <a:cubicBezTo>
                    <a:pt x="9150" y="6293"/>
                    <a:pt x="9089" y="6080"/>
                    <a:pt x="9210" y="5958"/>
                  </a:cubicBezTo>
                  <a:cubicBezTo>
                    <a:pt x="9241" y="5898"/>
                    <a:pt x="9332" y="5867"/>
                    <a:pt x="9393" y="5837"/>
                  </a:cubicBezTo>
                  <a:cubicBezTo>
                    <a:pt x="9758" y="5654"/>
                    <a:pt x="9970" y="5290"/>
                    <a:pt x="10062" y="4925"/>
                  </a:cubicBezTo>
                  <a:cubicBezTo>
                    <a:pt x="10122" y="4651"/>
                    <a:pt x="10153" y="4378"/>
                    <a:pt x="10062" y="4135"/>
                  </a:cubicBezTo>
                  <a:cubicBezTo>
                    <a:pt x="9970" y="3891"/>
                    <a:pt x="9788" y="3679"/>
                    <a:pt x="9545" y="3587"/>
                  </a:cubicBezTo>
                  <a:cubicBezTo>
                    <a:pt x="9302" y="3496"/>
                    <a:pt x="8998" y="3557"/>
                    <a:pt x="8755" y="3405"/>
                  </a:cubicBezTo>
                  <a:cubicBezTo>
                    <a:pt x="8390" y="3162"/>
                    <a:pt x="8481" y="2554"/>
                    <a:pt x="8177" y="2250"/>
                  </a:cubicBezTo>
                  <a:cubicBezTo>
                    <a:pt x="8055" y="2159"/>
                    <a:pt x="7934" y="2098"/>
                    <a:pt x="7843" y="2037"/>
                  </a:cubicBezTo>
                  <a:cubicBezTo>
                    <a:pt x="7508" y="1794"/>
                    <a:pt x="7387" y="1369"/>
                    <a:pt x="7113" y="1095"/>
                  </a:cubicBezTo>
                  <a:cubicBezTo>
                    <a:pt x="6900" y="913"/>
                    <a:pt x="6627" y="821"/>
                    <a:pt x="6384" y="700"/>
                  </a:cubicBezTo>
                  <a:cubicBezTo>
                    <a:pt x="6171" y="578"/>
                    <a:pt x="6049" y="396"/>
                    <a:pt x="5867" y="274"/>
                  </a:cubicBezTo>
                  <a:cubicBezTo>
                    <a:pt x="5520" y="57"/>
                    <a:pt x="4971" y="26"/>
                    <a:pt x="4486" y="26"/>
                  </a:cubicBezTo>
                  <a:cubicBezTo>
                    <a:pt x="4292" y="26"/>
                    <a:pt x="4108" y="31"/>
                    <a:pt x="3952" y="31"/>
                  </a:cubicBezTo>
                  <a:cubicBezTo>
                    <a:pt x="3922" y="31"/>
                    <a:pt x="3891" y="31"/>
                    <a:pt x="386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45"/>
            <p:cNvSpPr/>
            <p:nvPr/>
          </p:nvSpPr>
          <p:spPr>
            <a:xfrm>
              <a:off x="2897853" y="2233571"/>
              <a:ext cx="697688" cy="699170"/>
            </a:xfrm>
            <a:custGeom>
              <a:avLst/>
              <a:gdLst/>
              <a:ahLst/>
              <a:cxnLst/>
              <a:rect l="l" t="t" r="r" b="b"/>
              <a:pathLst>
                <a:path w="21187" h="21232" extrusionOk="0">
                  <a:moveTo>
                    <a:pt x="20523" y="0"/>
                  </a:moveTo>
                  <a:cubicBezTo>
                    <a:pt x="18504" y="0"/>
                    <a:pt x="16539" y="1011"/>
                    <a:pt x="14651" y="1631"/>
                  </a:cubicBezTo>
                  <a:cubicBezTo>
                    <a:pt x="12372" y="2360"/>
                    <a:pt x="10092" y="3181"/>
                    <a:pt x="7995" y="4367"/>
                  </a:cubicBezTo>
                  <a:cubicBezTo>
                    <a:pt x="5867" y="5552"/>
                    <a:pt x="3922" y="7133"/>
                    <a:pt x="2554" y="9108"/>
                  </a:cubicBezTo>
                  <a:cubicBezTo>
                    <a:pt x="2280" y="9473"/>
                    <a:pt x="2068" y="9838"/>
                    <a:pt x="1824" y="10233"/>
                  </a:cubicBezTo>
                  <a:cubicBezTo>
                    <a:pt x="457" y="12725"/>
                    <a:pt x="1" y="15826"/>
                    <a:pt x="1065" y="18501"/>
                  </a:cubicBezTo>
                  <a:cubicBezTo>
                    <a:pt x="1521" y="19686"/>
                    <a:pt x="2372" y="20841"/>
                    <a:pt x="3618" y="21145"/>
                  </a:cubicBezTo>
                  <a:cubicBezTo>
                    <a:pt x="3840" y="21204"/>
                    <a:pt x="4063" y="21231"/>
                    <a:pt x="4285" y="21231"/>
                  </a:cubicBezTo>
                  <a:cubicBezTo>
                    <a:pt x="5674" y="21231"/>
                    <a:pt x="7018" y="20154"/>
                    <a:pt x="7752" y="18896"/>
                  </a:cubicBezTo>
                  <a:cubicBezTo>
                    <a:pt x="8572" y="17406"/>
                    <a:pt x="8846" y="15704"/>
                    <a:pt x="9484" y="14124"/>
                  </a:cubicBezTo>
                  <a:cubicBezTo>
                    <a:pt x="10153" y="12452"/>
                    <a:pt x="11278" y="10993"/>
                    <a:pt x="13132" y="10993"/>
                  </a:cubicBezTo>
                  <a:cubicBezTo>
                    <a:pt x="14925" y="10962"/>
                    <a:pt x="16870" y="10567"/>
                    <a:pt x="18086" y="9108"/>
                  </a:cubicBezTo>
                  <a:cubicBezTo>
                    <a:pt x="18755" y="8288"/>
                    <a:pt x="18876" y="7163"/>
                    <a:pt x="19120" y="6160"/>
                  </a:cubicBezTo>
                  <a:cubicBezTo>
                    <a:pt x="19515" y="4336"/>
                    <a:pt x="20123" y="2482"/>
                    <a:pt x="21126" y="901"/>
                  </a:cubicBezTo>
                  <a:cubicBezTo>
                    <a:pt x="21126" y="628"/>
                    <a:pt x="21156" y="324"/>
                    <a:pt x="21187" y="50"/>
                  </a:cubicBezTo>
                  <a:cubicBezTo>
                    <a:pt x="21126" y="20"/>
                    <a:pt x="21065" y="20"/>
                    <a:pt x="21004" y="20"/>
                  </a:cubicBezTo>
                  <a:cubicBezTo>
                    <a:pt x="20844" y="7"/>
                    <a:pt x="20683" y="0"/>
                    <a:pt x="2052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45"/>
            <p:cNvSpPr/>
            <p:nvPr/>
          </p:nvSpPr>
          <p:spPr>
            <a:xfrm>
              <a:off x="3794715" y="2218192"/>
              <a:ext cx="412415" cy="830725"/>
            </a:xfrm>
            <a:custGeom>
              <a:avLst/>
              <a:gdLst/>
              <a:ahLst/>
              <a:cxnLst/>
              <a:rect l="l" t="t" r="r" b="b"/>
              <a:pathLst>
                <a:path w="12524" h="25227" extrusionOk="0">
                  <a:moveTo>
                    <a:pt x="1125" y="1"/>
                  </a:moveTo>
                  <a:cubicBezTo>
                    <a:pt x="0" y="5320"/>
                    <a:pt x="1003" y="10822"/>
                    <a:pt x="2006" y="16202"/>
                  </a:cubicBezTo>
                  <a:cubicBezTo>
                    <a:pt x="2250" y="17509"/>
                    <a:pt x="2493" y="18816"/>
                    <a:pt x="2736" y="20123"/>
                  </a:cubicBezTo>
                  <a:cubicBezTo>
                    <a:pt x="2918" y="21065"/>
                    <a:pt x="3131" y="22068"/>
                    <a:pt x="3739" y="22828"/>
                  </a:cubicBezTo>
                  <a:cubicBezTo>
                    <a:pt x="5046" y="24378"/>
                    <a:pt x="7660" y="24955"/>
                    <a:pt x="9575" y="25168"/>
                  </a:cubicBezTo>
                  <a:cubicBezTo>
                    <a:pt x="9887" y="25199"/>
                    <a:pt x="10174" y="25227"/>
                    <a:pt x="10432" y="25227"/>
                  </a:cubicBezTo>
                  <a:cubicBezTo>
                    <a:pt x="11180" y="25227"/>
                    <a:pt x="11697" y="24999"/>
                    <a:pt x="11946" y="23983"/>
                  </a:cubicBezTo>
                  <a:cubicBezTo>
                    <a:pt x="12219" y="22919"/>
                    <a:pt x="12523" y="21521"/>
                    <a:pt x="12493" y="20427"/>
                  </a:cubicBezTo>
                  <a:cubicBezTo>
                    <a:pt x="12493" y="19727"/>
                    <a:pt x="12311" y="19059"/>
                    <a:pt x="12159" y="18390"/>
                  </a:cubicBezTo>
                  <a:cubicBezTo>
                    <a:pt x="11490" y="15533"/>
                    <a:pt x="10821" y="12676"/>
                    <a:pt x="10152" y="9818"/>
                  </a:cubicBezTo>
                  <a:cubicBezTo>
                    <a:pt x="9636" y="7600"/>
                    <a:pt x="8997" y="5229"/>
                    <a:pt x="7447" y="3466"/>
                  </a:cubicBezTo>
                  <a:cubicBezTo>
                    <a:pt x="5897" y="1672"/>
                    <a:pt x="3830" y="396"/>
                    <a:pt x="112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45"/>
            <p:cNvSpPr/>
            <p:nvPr/>
          </p:nvSpPr>
          <p:spPr>
            <a:xfrm>
              <a:off x="3052001" y="2713663"/>
              <a:ext cx="93126" cy="429440"/>
            </a:xfrm>
            <a:custGeom>
              <a:avLst/>
              <a:gdLst/>
              <a:ahLst/>
              <a:cxnLst/>
              <a:rect l="l" t="t" r="r" b="b"/>
              <a:pathLst>
                <a:path w="2828" h="13041" fill="none" extrusionOk="0">
                  <a:moveTo>
                    <a:pt x="1" y="0"/>
                  </a:moveTo>
                  <a:cubicBezTo>
                    <a:pt x="852" y="3678"/>
                    <a:pt x="2797" y="9271"/>
                    <a:pt x="2827" y="13040"/>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45"/>
            <p:cNvSpPr/>
            <p:nvPr/>
          </p:nvSpPr>
          <p:spPr>
            <a:xfrm>
              <a:off x="3522446" y="2091081"/>
              <a:ext cx="53083" cy="22162"/>
            </a:xfrm>
            <a:custGeom>
              <a:avLst/>
              <a:gdLst/>
              <a:ahLst/>
              <a:cxnLst/>
              <a:rect l="l" t="t" r="r" b="b"/>
              <a:pathLst>
                <a:path w="1612" h="673" extrusionOk="0">
                  <a:moveTo>
                    <a:pt x="1612" y="0"/>
                  </a:moveTo>
                  <a:lnTo>
                    <a:pt x="1" y="244"/>
                  </a:lnTo>
                  <a:cubicBezTo>
                    <a:pt x="196" y="522"/>
                    <a:pt x="493" y="673"/>
                    <a:pt x="775" y="673"/>
                  </a:cubicBezTo>
                  <a:cubicBezTo>
                    <a:pt x="801" y="673"/>
                    <a:pt x="826" y="672"/>
                    <a:pt x="852" y="669"/>
                  </a:cubicBezTo>
                  <a:cubicBezTo>
                    <a:pt x="1186" y="608"/>
                    <a:pt x="1460" y="365"/>
                    <a:pt x="161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5"/>
            <p:cNvSpPr/>
            <p:nvPr/>
          </p:nvSpPr>
          <p:spPr>
            <a:xfrm>
              <a:off x="3143086" y="2521481"/>
              <a:ext cx="1256214" cy="1324478"/>
            </a:xfrm>
            <a:custGeom>
              <a:avLst/>
              <a:gdLst/>
              <a:ahLst/>
              <a:cxnLst/>
              <a:rect l="l" t="t" r="r" b="b"/>
              <a:pathLst>
                <a:path w="38148" h="40221" extrusionOk="0">
                  <a:moveTo>
                    <a:pt x="35351" y="1"/>
                  </a:moveTo>
                  <a:cubicBezTo>
                    <a:pt x="35321" y="31"/>
                    <a:pt x="35321" y="61"/>
                    <a:pt x="35321" y="92"/>
                  </a:cubicBezTo>
                  <a:cubicBezTo>
                    <a:pt x="35442" y="3283"/>
                    <a:pt x="34196" y="6505"/>
                    <a:pt x="32980" y="9362"/>
                  </a:cubicBezTo>
                  <a:cubicBezTo>
                    <a:pt x="32311" y="11004"/>
                    <a:pt x="31521" y="12615"/>
                    <a:pt x="30761" y="14226"/>
                  </a:cubicBezTo>
                  <a:cubicBezTo>
                    <a:pt x="29940" y="15928"/>
                    <a:pt x="29120" y="17600"/>
                    <a:pt x="28086" y="19180"/>
                  </a:cubicBezTo>
                  <a:cubicBezTo>
                    <a:pt x="25989" y="22432"/>
                    <a:pt x="23314" y="25350"/>
                    <a:pt x="20366" y="27843"/>
                  </a:cubicBezTo>
                  <a:cubicBezTo>
                    <a:pt x="17174" y="30578"/>
                    <a:pt x="13527" y="32676"/>
                    <a:pt x="9758" y="34500"/>
                  </a:cubicBezTo>
                  <a:cubicBezTo>
                    <a:pt x="7812" y="35442"/>
                    <a:pt x="5776" y="36171"/>
                    <a:pt x="3679" y="36779"/>
                  </a:cubicBezTo>
                  <a:cubicBezTo>
                    <a:pt x="2706" y="37053"/>
                    <a:pt x="1764" y="37296"/>
                    <a:pt x="791" y="37539"/>
                  </a:cubicBezTo>
                  <a:cubicBezTo>
                    <a:pt x="700" y="37600"/>
                    <a:pt x="609" y="37630"/>
                    <a:pt x="517" y="37661"/>
                  </a:cubicBezTo>
                  <a:cubicBezTo>
                    <a:pt x="335" y="37752"/>
                    <a:pt x="183" y="37843"/>
                    <a:pt x="1" y="37934"/>
                  </a:cubicBezTo>
                  <a:cubicBezTo>
                    <a:pt x="733" y="39822"/>
                    <a:pt x="3503" y="40220"/>
                    <a:pt x="6053" y="40220"/>
                  </a:cubicBezTo>
                  <a:cubicBezTo>
                    <a:pt x="7527" y="40220"/>
                    <a:pt x="8928" y="40087"/>
                    <a:pt x="9819" y="40032"/>
                  </a:cubicBezTo>
                  <a:cubicBezTo>
                    <a:pt x="14682" y="39728"/>
                    <a:pt x="19636" y="38968"/>
                    <a:pt x="23953" y="36688"/>
                  </a:cubicBezTo>
                  <a:cubicBezTo>
                    <a:pt x="30123" y="33466"/>
                    <a:pt x="34500" y="27326"/>
                    <a:pt x="36324" y="20578"/>
                  </a:cubicBezTo>
                  <a:cubicBezTo>
                    <a:pt x="38147" y="13861"/>
                    <a:pt x="37509" y="6627"/>
                    <a:pt x="3535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5"/>
            <p:cNvSpPr/>
            <p:nvPr/>
          </p:nvSpPr>
          <p:spPr>
            <a:xfrm>
              <a:off x="3189123" y="3433325"/>
              <a:ext cx="12052" cy="136166"/>
            </a:xfrm>
            <a:custGeom>
              <a:avLst/>
              <a:gdLst/>
              <a:ahLst/>
              <a:cxnLst/>
              <a:rect l="l" t="t" r="r" b="b"/>
              <a:pathLst>
                <a:path w="366" h="4135" fill="none" extrusionOk="0">
                  <a:moveTo>
                    <a:pt x="1" y="4135"/>
                  </a:moveTo>
                  <a:cubicBezTo>
                    <a:pt x="183" y="2858"/>
                    <a:pt x="214" y="1278"/>
                    <a:pt x="366" y="1"/>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5"/>
            <p:cNvSpPr/>
            <p:nvPr/>
          </p:nvSpPr>
          <p:spPr>
            <a:xfrm>
              <a:off x="3627560" y="1977965"/>
              <a:ext cx="78110" cy="77122"/>
            </a:xfrm>
            <a:custGeom>
              <a:avLst/>
              <a:gdLst/>
              <a:ahLst/>
              <a:cxnLst/>
              <a:rect l="l" t="t" r="r" b="b"/>
              <a:pathLst>
                <a:path w="2372" h="2342" extrusionOk="0">
                  <a:moveTo>
                    <a:pt x="1186" y="1"/>
                  </a:moveTo>
                  <a:cubicBezTo>
                    <a:pt x="547" y="1"/>
                    <a:pt x="0" y="517"/>
                    <a:pt x="0" y="1156"/>
                  </a:cubicBezTo>
                  <a:cubicBezTo>
                    <a:pt x="0" y="1824"/>
                    <a:pt x="547" y="2341"/>
                    <a:pt x="1186" y="2341"/>
                  </a:cubicBezTo>
                  <a:cubicBezTo>
                    <a:pt x="1824" y="2341"/>
                    <a:pt x="2371" y="1824"/>
                    <a:pt x="2371" y="1156"/>
                  </a:cubicBezTo>
                  <a:cubicBezTo>
                    <a:pt x="2371" y="517"/>
                    <a:pt x="1824" y="1"/>
                    <a:pt x="118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45"/>
            <p:cNvSpPr/>
            <p:nvPr/>
          </p:nvSpPr>
          <p:spPr>
            <a:xfrm>
              <a:off x="3354764" y="2843475"/>
              <a:ext cx="850351" cy="187997"/>
            </a:xfrm>
            <a:custGeom>
              <a:avLst/>
              <a:gdLst/>
              <a:ahLst/>
              <a:cxnLst/>
              <a:rect l="l" t="t" r="r" b="b"/>
              <a:pathLst>
                <a:path w="25823" h="5709" extrusionOk="0">
                  <a:moveTo>
                    <a:pt x="20488" y="1"/>
                  </a:moveTo>
                  <a:cubicBezTo>
                    <a:pt x="20056" y="1"/>
                    <a:pt x="19625" y="24"/>
                    <a:pt x="19196" y="71"/>
                  </a:cubicBezTo>
                  <a:cubicBezTo>
                    <a:pt x="18680" y="101"/>
                    <a:pt x="18132" y="192"/>
                    <a:pt x="17616" y="314"/>
                  </a:cubicBezTo>
                  <a:cubicBezTo>
                    <a:pt x="16430" y="587"/>
                    <a:pt x="15245" y="952"/>
                    <a:pt x="14090" y="1317"/>
                  </a:cubicBezTo>
                  <a:cubicBezTo>
                    <a:pt x="12236" y="1864"/>
                    <a:pt x="10351" y="2198"/>
                    <a:pt x="8436" y="2715"/>
                  </a:cubicBezTo>
                  <a:cubicBezTo>
                    <a:pt x="7919" y="2837"/>
                    <a:pt x="7372" y="2989"/>
                    <a:pt x="6795" y="2989"/>
                  </a:cubicBezTo>
                  <a:cubicBezTo>
                    <a:pt x="5853" y="2989"/>
                    <a:pt x="4941" y="2624"/>
                    <a:pt x="3968" y="2594"/>
                  </a:cubicBezTo>
                  <a:cubicBezTo>
                    <a:pt x="3942" y="2593"/>
                    <a:pt x="3917" y="2593"/>
                    <a:pt x="3891" y="2593"/>
                  </a:cubicBezTo>
                  <a:cubicBezTo>
                    <a:pt x="2642" y="2593"/>
                    <a:pt x="1431" y="3314"/>
                    <a:pt x="746" y="4356"/>
                  </a:cubicBezTo>
                  <a:cubicBezTo>
                    <a:pt x="0" y="5495"/>
                    <a:pt x="534" y="5708"/>
                    <a:pt x="1342" y="5708"/>
                  </a:cubicBezTo>
                  <a:cubicBezTo>
                    <a:pt x="1785" y="5708"/>
                    <a:pt x="2311" y="5644"/>
                    <a:pt x="2752" y="5633"/>
                  </a:cubicBezTo>
                  <a:cubicBezTo>
                    <a:pt x="3694" y="5633"/>
                    <a:pt x="4637" y="5603"/>
                    <a:pt x="5579" y="5603"/>
                  </a:cubicBezTo>
                  <a:cubicBezTo>
                    <a:pt x="7555" y="5572"/>
                    <a:pt x="9530" y="5542"/>
                    <a:pt x="11476" y="5512"/>
                  </a:cubicBezTo>
                  <a:cubicBezTo>
                    <a:pt x="13755" y="5512"/>
                    <a:pt x="16005" y="5451"/>
                    <a:pt x="18254" y="5420"/>
                  </a:cubicBezTo>
                  <a:cubicBezTo>
                    <a:pt x="19213" y="5396"/>
                    <a:pt x="20172" y="5351"/>
                    <a:pt x="21131" y="5351"/>
                  </a:cubicBezTo>
                  <a:cubicBezTo>
                    <a:pt x="21358" y="5351"/>
                    <a:pt x="21584" y="5354"/>
                    <a:pt x="21810" y="5360"/>
                  </a:cubicBezTo>
                  <a:cubicBezTo>
                    <a:pt x="22136" y="5371"/>
                    <a:pt x="22465" y="5399"/>
                    <a:pt x="22788" y="5399"/>
                  </a:cubicBezTo>
                  <a:cubicBezTo>
                    <a:pt x="23340" y="5399"/>
                    <a:pt x="23873" y="5317"/>
                    <a:pt x="24333" y="4934"/>
                  </a:cubicBezTo>
                  <a:cubicBezTo>
                    <a:pt x="24698" y="4630"/>
                    <a:pt x="24911" y="4144"/>
                    <a:pt x="25123" y="3718"/>
                  </a:cubicBezTo>
                  <a:cubicBezTo>
                    <a:pt x="25245" y="3475"/>
                    <a:pt x="25367" y="3201"/>
                    <a:pt x="25458" y="2958"/>
                  </a:cubicBezTo>
                  <a:cubicBezTo>
                    <a:pt x="25610" y="2685"/>
                    <a:pt x="25731" y="2381"/>
                    <a:pt x="25792" y="2077"/>
                  </a:cubicBezTo>
                  <a:cubicBezTo>
                    <a:pt x="25823" y="1742"/>
                    <a:pt x="25762" y="1408"/>
                    <a:pt x="25549" y="1165"/>
                  </a:cubicBezTo>
                  <a:cubicBezTo>
                    <a:pt x="25397" y="1013"/>
                    <a:pt x="25184" y="922"/>
                    <a:pt x="24971" y="861"/>
                  </a:cubicBezTo>
                  <a:cubicBezTo>
                    <a:pt x="23549" y="292"/>
                    <a:pt x="22017" y="1"/>
                    <a:pt x="2048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5"/>
            <p:cNvSpPr/>
            <p:nvPr/>
          </p:nvSpPr>
          <p:spPr>
            <a:xfrm>
              <a:off x="3458396" y="1781502"/>
              <a:ext cx="294295" cy="167120"/>
            </a:xfrm>
            <a:custGeom>
              <a:avLst/>
              <a:gdLst/>
              <a:ahLst/>
              <a:cxnLst/>
              <a:rect l="l" t="t" r="r" b="b"/>
              <a:pathLst>
                <a:path w="8937" h="5075" extrusionOk="0">
                  <a:moveTo>
                    <a:pt x="4647" y="1"/>
                  </a:moveTo>
                  <a:cubicBezTo>
                    <a:pt x="2594" y="1"/>
                    <a:pt x="599" y="1473"/>
                    <a:pt x="213" y="3596"/>
                  </a:cubicBezTo>
                  <a:cubicBezTo>
                    <a:pt x="122" y="4021"/>
                    <a:pt x="0" y="4447"/>
                    <a:pt x="61" y="4873"/>
                  </a:cubicBezTo>
                  <a:cubicBezTo>
                    <a:pt x="456" y="4690"/>
                    <a:pt x="851" y="4569"/>
                    <a:pt x="1277" y="4477"/>
                  </a:cubicBezTo>
                  <a:cubicBezTo>
                    <a:pt x="2070" y="4288"/>
                    <a:pt x="2911" y="4176"/>
                    <a:pt x="3746" y="4176"/>
                  </a:cubicBezTo>
                  <a:cubicBezTo>
                    <a:pt x="4384" y="4176"/>
                    <a:pt x="5018" y="4241"/>
                    <a:pt x="5624" y="4386"/>
                  </a:cubicBezTo>
                  <a:cubicBezTo>
                    <a:pt x="6231" y="4538"/>
                    <a:pt x="6809" y="4812"/>
                    <a:pt x="7447" y="4964"/>
                  </a:cubicBezTo>
                  <a:cubicBezTo>
                    <a:pt x="7701" y="5027"/>
                    <a:pt x="7964" y="5074"/>
                    <a:pt x="8221" y="5074"/>
                  </a:cubicBezTo>
                  <a:cubicBezTo>
                    <a:pt x="8457" y="5074"/>
                    <a:pt x="8689" y="5035"/>
                    <a:pt x="8906" y="4933"/>
                  </a:cubicBezTo>
                  <a:cubicBezTo>
                    <a:pt x="8906" y="4903"/>
                    <a:pt x="8906" y="4873"/>
                    <a:pt x="8906" y="4842"/>
                  </a:cubicBezTo>
                  <a:cubicBezTo>
                    <a:pt x="8937" y="4265"/>
                    <a:pt x="8846" y="3383"/>
                    <a:pt x="8633" y="2836"/>
                  </a:cubicBezTo>
                  <a:cubicBezTo>
                    <a:pt x="8177" y="1711"/>
                    <a:pt x="7326" y="769"/>
                    <a:pt x="6231" y="313"/>
                  </a:cubicBezTo>
                  <a:cubicBezTo>
                    <a:pt x="5717" y="100"/>
                    <a:pt x="5180" y="1"/>
                    <a:pt x="464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5"/>
            <p:cNvSpPr/>
            <p:nvPr/>
          </p:nvSpPr>
          <p:spPr>
            <a:xfrm>
              <a:off x="3369319" y="1913784"/>
              <a:ext cx="298313" cy="121182"/>
            </a:xfrm>
            <a:custGeom>
              <a:avLst/>
              <a:gdLst/>
              <a:ahLst/>
              <a:cxnLst/>
              <a:rect l="l" t="t" r="r" b="b"/>
              <a:pathLst>
                <a:path w="9059" h="3680" extrusionOk="0">
                  <a:moveTo>
                    <a:pt x="5345" y="1"/>
                  </a:moveTo>
                  <a:cubicBezTo>
                    <a:pt x="5234" y="1"/>
                    <a:pt x="5124" y="2"/>
                    <a:pt x="5015" y="4"/>
                  </a:cubicBezTo>
                  <a:cubicBezTo>
                    <a:pt x="4104" y="4"/>
                    <a:pt x="3131" y="126"/>
                    <a:pt x="2432" y="764"/>
                  </a:cubicBezTo>
                  <a:cubicBezTo>
                    <a:pt x="2006" y="1129"/>
                    <a:pt x="1550" y="1555"/>
                    <a:pt x="1155" y="1950"/>
                  </a:cubicBezTo>
                  <a:cubicBezTo>
                    <a:pt x="1003" y="2071"/>
                    <a:pt x="699" y="2345"/>
                    <a:pt x="486" y="2649"/>
                  </a:cubicBezTo>
                  <a:cubicBezTo>
                    <a:pt x="183" y="3014"/>
                    <a:pt x="0" y="3439"/>
                    <a:pt x="517" y="3591"/>
                  </a:cubicBezTo>
                  <a:cubicBezTo>
                    <a:pt x="786" y="3658"/>
                    <a:pt x="1073" y="3679"/>
                    <a:pt x="1359" y="3679"/>
                  </a:cubicBezTo>
                  <a:cubicBezTo>
                    <a:pt x="1589" y="3679"/>
                    <a:pt x="1819" y="3665"/>
                    <a:pt x="2037" y="3652"/>
                  </a:cubicBezTo>
                  <a:cubicBezTo>
                    <a:pt x="2614" y="3591"/>
                    <a:pt x="3161" y="3530"/>
                    <a:pt x="3739" y="3470"/>
                  </a:cubicBezTo>
                  <a:cubicBezTo>
                    <a:pt x="4134" y="3409"/>
                    <a:pt x="4529" y="3348"/>
                    <a:pt x="4924" y="3226"/>
                  </a:cubicBezTo>
                  <a:cubicBezTo>
                    <a:pt x="5623" y="2862"/>
                    <a:pt x="6231" y="2406"/>
                    <a:pt x="6839" y="1950"/>
                  </a:cubicBezTo>
                  <a:cubicBezTo>
                    <a:pt x="7508" y="1524"/>
                    <a:pt x="8298" y="856"/>
                    <a:pt x="9058" y="582"/>
                  </a:cubicBezTo>
                  <a:cubicBezTo>
                    <a:pt x="7997" y="163"/>
                    <a:pt x="6602" y="1"/>
                    <a:pt x="534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5"/>
            <p:cNvSpPr/>
            <p:nvPr/>
          </p:nvSpPr>
          <p:spPr>
            <a:xfrm>
              <a:off x="3029970" y="2953891"/>
              <a:ext cx="2042" cy="33"/>
            </a:xfrm>
            <a:custGeom>
              <a:avLst/>
              <a:gdLst/>
              <a:ahLst/>
              <a:cxnLst/>
              <a:rect l="l" t="t" r="r" b="b"/>
              <a:pathLst>
                <a:path w="62" h="1" extrusionOk="0">
                  <a:moveTo>
                    <a:pt x="1" y="0"/>
                  </a:moveTo>
                  <a:lnTo>
                    <a:pt x="62" y="0"/>
                  </a:ln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45"/>
            <p:cNvSpPr/>
            <p:nvPr/>
          </p:nvSpPr>
          <p:spPr>
            <a:xfrm>
              <a:off x="1410447" y="3490393"/>
              <a:ext cx="33" cy="751726"/>
            </a:xfrm>
            <a:custGeom>
              <a:avLst/>
              <a:gdLst/>
              <a:ahLst/>
              <a:cxnLst/>
              <a:rect l="l" t="t" r="r" b="b"/>
              <a:pathLst>
                <a:path w="1" h="22828" fill="none" extrusionOk="0">
                  <a:moveTo>
                    <a:pt x="1" y="0"/>
                  </a:moveTo>
                  <a:lnTo>
                    <a:pt x="1" y="22828"/>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45"/>
            <p:cNvSpPr/>
            <p:nvPr/>
          </p:nvSpPr>
          <p:spPr>
            <a:xfrm>
              <a:off x="1093162" y="4234094"/>
              <a:ext cx="622608" cy="33"/>
            </a:xfrm>
            <a:custGeom>
              <a:avLst/>
              <a:gdLst/>
              <a:ahLst/>
              <a:cxnLst/>
              <a:rect l="l" t="t" r="r" b="b"/>
              <a:pathLst>
                <a:path w="18907" h="1" fill="none" extrusionOk="0">
                  <a:moveTo>
                    <a:pt x="0" y="0"/>
                  </a:moveTo>
                  <a:lnTo>
                    <a:pt x="18906" y="0"/>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45"/>
            <p:cNvSpPr/>
            <p:nvPr/>
          </p:nvSpPr>
          <p:spPr>
            <a:xfrm>
              <a:off x="753846" y="2294854"/>
              <a:ext cx="1284204" cy="1272810"/>
            </a:xfrm>
            <a:custGeom>
              <a:avLst/>
              <a:gdLst/>
              <a:ahLst/>
              <a:cxnLst/>
              <a:rect l="l" t="t" r="r" b="b"/>
              <a:pathLst>
                <a:path w="38998" h="38652" extrusionOk="0">
                  <a:moveTo>
                    <a:pt x="9347" y="0"/>
                  </a:moveTo>
                  <a:cubicBezTo>
                    <a:pt x="7548" y="0"/>
                    <a:pt x="5802" y="694"/>
                    <a:pt x="4408" y="1989"/>
                  </a:cubicBezTo>
                  <a:cubicBezTo>
                    <a:pt x="2280" y="3934"/>
                    <a:pt x="1307" y="6822"/>
                    <a:pt x="790" y="9679"/>
                  </a:cubicBezTo>
                  <a:cubicBezTo>
                    <a:pt x="0" y="14208"/>
                    <a:pt x="335" y="20105"/>
                    <a:pt x="2006" y="25181"/>
                  </a:cubicBezTo>
                  <a:cubicBezTo>
                    <a:pt x="2857" y="27795"/>
                    <a:pt x="4104" y="30196"/>
                    <a:pt x="5715" y="32050"/>
                  </a:cubicBezTo>
                  <a:cubicBezTo>
                    <a:pt x="7478" y="34056"/>
                    <a:pt x="9909" y="35363"/>
                    <a:pt x="12402" y="36336"/>
                  </a:cubicBezTo>
                  <a:cubicBezTo>
                    <a:pt x="16332" y="37867"/>
                    <a:pt x="20545" y="38651"/>
                    <a:pt x="24761" y="38651"/>
                  </a:cubicBezTo>
                  <a:cubicBezTo>
                    <a:pt x="26739" y="38651"/>
                    <a:pt x="28718" y="38479"/>
                    <a:pt x="30669" y="38129"/>
                  </a:cubicBezTo>
                  <a:cubicBezTo>
                    <a:pt x="32341" y="37825"/>
                    <a:pt x="34074" y="37369"/>
                    <a:pt x="35502" y="36397"/>
                  </a:cubicBezTo>
                  <a:cubicBezTo>
                    <a:pt x="38299" y="34543"/>
                    <a:pt x="38998" y="31959"/>
                    <a:pt x="35867" y="30257"/>
                  </a:cubicBezTo>
                  <a:cubicBezTo>
                    <a:pt x="33375" y="28919"/>
                    <a:pt x="30274" y="27764"/>
                    <a:pt x="27539" y="27035"/>
                  </a:cubicBezTo>
                  <a:cubicBezTo>
                    <a:pt x="24833" y="26336"/>
                    <a:pt x="22706" y="25150"/>
                    <a:pt x="21034" y="22840"/>
                  </a:cubicBezTo>
                  <a:cubicBezTo>
                    <a:pt x="19301" y="20439"/>
                    <a:pt x="18420" y="17521"/>
                    <a:pt x="17721" y="14633"/>
                  </a:cubicBezTo>
                  <a:cubicBezTo>
                    <a:pt x="17143" y="12141"/>
                    <a:pt x="16657" y="9588"/>
                    <a:pt x="16292" y="7035"/>
                  </a:cubicBezTo>
                  <a:cubicBezTo>
                    <a:pt x="15897" y="4269"/>
                    <a:pt x="14894" y="1746"/>
                    <a:pt x="12189" y="591"/>
                  </a:cubicBezTo>
                  <a:cubicBezTo>
                    <a:pt x="11256" y="192"/>
                    <a:pt x="10294" y="0"/>
                    <a:pt x="934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45"/>
            <p:cNvSpPr/>
            <p:nvPr/>
          </p:nvSpPr>
          <p:spPr>
            <a:xfrm>
              <a:off x="2201932" y="3376157"/>
              <a:ext cx="329596" cy="376555"/>
            </a:xfrm>
            <a:custGeom>
              <a:avLst/>
              <a:gdLst/>
              <a:ahLst/>
              <a:cxnLst/>
              <a:rect l="l" t="t" r="r" b="b"/>
              <a:pathLst>
                <a:path w="10009" h="11435" extrusionOk="0">
                  <a:moveTo>
                    <a:pt x="3075" y="0"/>
                  </a:moveTo>
                  <a:cubicBezTo>
                    <a:pt x="907" y="0"/>
                    <a:pt x="1" y="2468"/>
                    <a:pt x="951" y="3834"/>
                  </a:cubicBezTo>
                  <a:cubicBezTo>
                    <a:pt x="1924" y="5263"/>
                    <a:pt x="3048" y="6570"/>
                    <a:pt x="4173" y="7846"/>
                  </a:cubicBezTo>
                  <a:cubicBezTo>
                    <a:pt x="4963" y="8758"/>
                    <a:pt x="5845" y="10126"/>
                    <a:pt x="6939" y="10886"/>
                  </a:cubicBezTo>
                  <a:cubicBezTo>
                    <a:pt x="7213" y="11099"/>
                    <a:pt x="7547" y="11281"/>
                    <a:pt x="7851" y="11372"/>
                  </a:cubicBezTo>
                  <a:cubicBezTo>
                    <a:pt x="7997" y="11412"/>
                    <a:pt x="8149" y="11435"/>
                    <a:pt x="8296" y="11435"/>
                  </a:cubicBezTo>
                  <a:cubicBezTo>
                    <a:pt x="8486" y="11435"/>
                    <a:pt x="8669" y="11397"/>
                    <a:pt x="8823" y="11312"/>
                  </a:cubicBezTo>
                  <a:cubicBezTo>
                    <a:pt x="9310" y="11068"/>
                    <a:pt x="9705" y="10552"/>
                    <a:pt x="9796" y="10005"/>
                  </a:cubicBezTo>
                  <a:cubicBezTo>
                    <a:pt x="10009" y="8971"/>
                    <a:pt x="9644" y="8424"/>
                    <a:pt x="9188" y="7542"/>
                  </a:cubicBezTo>
                  <a:cubicBezTo>
                    <a:pt x="8793" y="6752"/>
                    <a:pt x="8368" y="5992"/>
                    <a:pt x="7942" y="5232"/>
                  </a:cubicBezTo>
                  <a:cubicBezTo>
                    <a:pt x="7091" y="3743"/>
                    <a:pt x="6149" y="2254"/>
                    <a:pt x="5115" y="886"/>
                  </a:cubicBezTo>
                  <a:cubicBezTo>
                    <a:pt x="4568" y="156"/>
                    <a:pt x="4112" y="35"/>
                    <a:pt x="3231" y="4"/>
                  </a:cubicBezTo>
                  <a:cubicBezTo>
                    <a:pt x="3178" y="2"/>
                    <a:pt x="3126" y="0"/>
                    <a:pt x="307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45"/>
            <p:cNvSpPr/>
            <p:nvPr/>
          </p:nvSpPr>
          <p:spPr>
            <a:xfrm>
              <a:off x="2402380" y="3538735"/>
              <a:ext cx="363383" cy="274175"/>
            </a:xfrm>
            <a:custGeom>
              <a:avLst/>
              <a:gdLst/>
              <a:ahLst/>
              <a:cxnLst/>
              <a:rect l="l" t="t" r="r" b="b"/>
              <a:pathLst>
                <a:path w="11035" h="8326" extrusionOk="0">
                  <a:moveTo>
                    <a:pt x="10312" y="0"/>
                  </a:moveTo>
                  <a:cubicBezTo>
                    <a:pt x="9822" y="0"/>
                    <a:pt x="9185" y="466"/>
                    <a:pt x="8755" y="691"/>
                  </a:cubicBezTo>
                  <a:cubicBezTo>
                    <a:pt x="7539" y="1329"/>
                    <a:pt x="6232" y="1846"/>
                    <a:pt x="4925" y="2241"/>
                  </a:cubicBezTo>
                  <a:cubicBezTo>
                    <a:pt x="4442" y="2386"/>
                    <a:pt x="3960" y="2511"/>
                    <a:pt x="3477" y="2511"/>
                  </a:cubicBezTo>
                  <a:cubicBezTo>
                    <a:pt x="3352" y="2511"/>
                    <a:pt x="3227" y="2503"/>
                    <a:pt x="3101" y="2484"/>
                  </a:cubicBezTo>
                  <a:cubicBezTo>
                    <a:pt x="2767" y="3183"/>
                    <a:pt x="2250" y="3821"/>
                    <a:pt x="1642" y="4338"/>
                  </a:cubicBezTo>
                  <a:cubicBezTo>
                    <a:pt x="1460" y="4490"/>
                    <a:pt x="1" y="5280"/>
                    <a:pt x="62" y="5554"/>
                  </a:cubicBezTo>
                  <a:cubicBezTo>
                    <a:pt x="305" y="6375"/>
                    <a:pt x="730" y="7134"/>
                    <a:pt x="1308" y="7773"/>
                  </a:cubicBezTo>
                  <a:cubicBezTo>
                    <a:pt x="1521" y="8046"/>
                    <a:pt x="1825" y="8289"/>
                    <a:pt x="2159" y="8320"/>
                  </a:cubicBezTo>
                  <a:cubicBezTo>
                    <a:pt x="2195" y="8324"/>
                    <a:pt x="2231" y="8326"/>
                    <a:pt x="2267" y="8326"/>
                  </a:cubicBezTo>
                  <a:cubicBezTo>
                    <a:pt x="2503" y="8326"/>
                    <a:pt x="2734" y="8243"/>
                    <a:pt x="2919" y="8137"/>
                  </a:cubicBezTo>
                  <a:cubicBezTo>
                    <a:pt x="4347" y="7469"/>
                    <a:pt x="5746" y="6496"/>
                    <a:pt x="6931" y="5493"/>
                  </a:cubicBezTo>
                  <a:cubicBezTo>
                    <a:pt x="8147" y="4490"/>
                    <a:pt x="9819" y="3305"/>
                    <a:pt x="10670" y="1998"/>
                  </a:cubicBezTo>
                  <a:cubicBezTo>
                    <a:pt x="10943" y="1572"/>
                    <a:pt x="11035" y="1116"/>
                    <a:pt x="10974" y="721"/>
                  </a:cubicBezTo>
                  <a:cubicBezTo>
                    <a:pt x="10868" y="183"/>
                    <a:pt x="10619" y="0"/>
                    <a:pt x="1031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45"/>
            <p:cNvSpPr/>
            <p:nvPr/>
          </p:nvSpPr>
          <p:spPr>
            <a:xfrm>
              <a:off x="1200252" y="2841367"/>
              <a:ext cx="1307255" cy="832207"/>
            </a:xfrm>
            <a:custGeom>
              <a:avLst/>
              <a:gdLst/>
              <a:ahLst/>
              <a:cxnLst/>
              <a:rect l="l" t="t" r="r" b="b"/>
              <a:pathLst>
                <a:path w="39698" h="25272" extrusionOk="0">
                  <a:moveTo>
                    <a:pt x="22382" y="0"/>
                  </a:moveTo>
                  <a:cubicBezTo>
                    <a:pt x="19533" y="0"/>
                    <a:pt x="16565" y="1067"/>
                    <a:pt x="13800" y="1715"/>
                  </a:cubicBezTo>
                  <a:cubicBezTo>
                    <a:pt x="11612" y="2232"/>
                    <a:pt x="9454" y="2779"/>
                    <a:pt x="7326" y="3478"/>
                  </a:cubicBezTo>
                  <a:cubicBezTo>
                    <a:pt x="6384" y="3752"/>
                    <a:pt x="5411" y="4329"/>
                    <a:pt x="4438" y="4360"/>
                  </a:cubicBezTo>
                  <a:cubicBezTo>
                    <a:pt x="4428" y="4361"/>
                    <a:pt x="4416" y="4361"/>
                    <a:pt x="4401" y="4361"/>
                  </a:cubicBezTo>
                  <a:cubicBezTo>
                    <a:pt x="4003" y="4361"/>
                    <a:pt x="1891" y="3978"/>
                    <a:pt x="2037" y="3539"/>
                  </a:cubicBezTo>
                  <a:lnTo>
                    <a:pt x="2037" y="3539"/>
                  </a:lnTo>
                  <a:lnTo>
                    <a:pt x="1429" y="5363"/>
                  </a:lnTo>
                  <a:cubicBezTo>
                    <a:pt x="730" y="7490"/>
                    <a:pt x="1" y="9649"/>
                    <a:pt x="153" y="11898"/>
                  </a:cubicBezTo>
                  <a:cubicBezTo>
                    <a:pt x="274" y="14025"/>
                    <a:pt x="1612" y="16913"/>
                    <a:pt x="4013" y="16974"/>
                  </a:cubicBezTo>
                  <a:cubicBezTo>
                    <a:pt x="5182" y="17014"/>
                    <a:pt x="6375" y="17096"/>
                    <a:pt x="7561" y="17096"/>
                  </a:cubicBezTo>
                  <a:cubicBezTo>
                    <a:pt x="9056" y="17096"/>
                    <a:pt x="10539" y="16966"/>
                    <a:pt x="11946" y="16457"/>
                  </a:cubicBezTo>
                  <a:cubicBezTo>
                    <a:pt x="14743" y="15454"/>
                    <a:pt x="13952" y="13418"/>
                    <a:pt x="16414" y="11715"/>
                  </a:cubicBezTo>
                  <a:cubicBezTo>
                    <a:pt x="17435" y="11011"/>
                    <a:pt x="18940" y="9549"/>
                    <a:pt x="20373" y="9549"/>
                  </a:cubicBezTo>
                  <a:cubicBezTo>
                    <a:pt x="20733" y="9549"/>
                    <a:pt x="21088" y="9642"/>
                    <a:pt x="21430" y="9861"/>
                  </a:cubicBezTo>
                  <a:cubicBezTo>
                    <a:pt x="22554" y="10560"/>
                    <a:pt x="22858" y="12323"/>
                    <a:pt x="23071" y="13509"/>
                  </a:cubicBezTo>
                  <a:cubicBezTo>
                    <a:pt x="23527" y="16153"/>
                    <a:pt x="24317" y="18524"/>
                    <a:pt x="24591" y="21168"/>
                  </a:cubicBezTo>
                  <a:cubicBezTo>
                    <a:pt x="24591" y="22384"/>
                    <a:pt x="25107" y="23630"/>
                    <a:pt x="25624" y="24755"/>
                  </a:cubicBezTo>
                  <a:cubicBezTo>
                    <a:pt x="25715" y="24938"/>
                    <a:pt x="25807" y="25089"/>
                    <a:pt x="25898" y="25272"/>
                  </a:cubicBezTo>
                  <a:cubicBezTo>
                    <a:pt x="30670" y="23995"/>
                    <a:pt x="35290" y="22202"/>
                    <a:pt x="39697" y="19922"/>
                  </a:cubicBezTo>
                  <a:cubicBezTo>
                    <a:pt x="37600" y="16305"/>
                    <a:pt x="35472" y="12688"/>
                    <a:pt x="33375" y="9071"/>
                  </a:cubicBezTo>
                  <a:cubicBezTo>
                    <a:pt x="31703" y="6244"/>
                    <a:pt x="29971" y="3296"/>
                    <a:pt x="27266" y="1442"/>
                  </a:cubicBezTo>
                  <a:cubicBezTo>
                    <a:pt x="25725" y="377"/>
                    <a:pt x="24074" y="0"/>
                    <a:pt x="2238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45"/>
            <p:cNvSpPr/>
            <p:nvPr/>
          </p:nvSpPr>
          <p:spPr>
            <a:xfrm>
              <a:off x="1826228" y="3802211"/>
              <a:ext cx="247897" cy="472084"/>
            </a:xfrm>
            <a:custGeom>
              <a:avLst/>
              <a:gdLst/>
              <a:ahLst/>
              <a:cxnLst/>
              <a:rect l="l" t="t" r="r" b="b"/>
              <a:pathLst>
                <a:path w="7528" h="14336" extrusionOk="0">
                  <a:moveTo>
                    <a:pt x="3080" y="1"/>
                  </a:moveTo>
                  <a:cubicBezTo>
                    <a:pt x="1324" y="1"/>
                    <a:pt x="0" y="1781"/>
                    <a:pt x="323" y="3298"/>
                  </a:cubicBezTo>
                  <a:cubicBezTo>
                    <a:pt x="749" y="5152"/>
                    <a:pt x="1357" y="6975"/>
                    <a:pt x="1995" y="8799"/>
                  </a:cubicBezTo>
                  <a:cubicBezTo>
                    <a:pt x="2421" y="10076"/>
                    <a:pt x="2755" y="11839"/>
                    <a:pt x="3545" y="13085"/>
                  </a:cubicBezTo>
                  <a:cubicBezTo>
                    <a:pt x="3758" y="13450"/>
                    <a:pt x="4001" y="13754"/>
                    <a:pt x="4305" y="13966"/>
                  </a:cubicBezTo>
                  <a:cubicBezTo>
                    <a:pt x="4583" y="14189"/>
                    <a:pt x="4912" y="14335"/>
                    <a:pt x="5245" y="14335"/>
                  </a:cubicBezTo>
                  <a:cubicBezTo>
                    <a:pt x="5276" y="14335"/>
                    <a:pt x="5308" y="14334"/>
                    <a:pt x="5339" y="14331"/>
                  </a:cubicBezTo>
                  <a:cubicBezTo>
                    <a:pt x="5947" y="14270"/>
                    <a:pt x="6585" y="13906"/>
                    <a:pt x="6889" y="13389"/>
                  </a:cubicBezTo>
                  <a:cubicBezTo>
                    <a:pt x="7527" y="12386"/>
                    <a:pt x="7406" y="11687"/>
                    <a:pt x="7284" y="10562"/>
                  </a:cubicBezTo>
                  <a:cubicBezTo>
                    <a:pt x="7223" y="9589"/>
                    <a:pt x="7102" y="8617"/>
                    <a:pt x="6980" y="7644"/>
                  </a:cubicBezTo>
                  <a:cubicBezTo>
                    <a:pt x="6706" y="5760"/>
                    <a:pt x="6402" y="3845"/>
                    <a:pt x="5886" y="1991"/>
                  </a:cubicBezTo>
                  <a:cubicBezTo>
                    <a:pt x="5612" y="1018"/>
                    <a:pt x="5187" y="684"/>
                    <a:pt x="4305" y="288"/>
                  </a:cubicBezTo>
                  <a:cubicBezTo>
                    <a:pt x="3884" y="89"/>
                    <a:pt x="3471" y="1"/>
                    <a:pt x="308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45"/>
            <p:cNvSpPr/>
            <p:nvPr/>
          </p:nvSpPr>
          <p:spPr>
            <a:xfrm>
              <a:off x="1443477" y="3065163"/>
              <a:ext cx="765754" cy="956748"/>
            </a:xfrm>
            <a:custGeom>
              <a:avLst/>
              <a:gdLst/>
              <a:ahLst/>
              <a:cxnLst/>
              <a:rect l="l" t="t" r="r" b="b"/>
              <a:pathLst>
                <a:path w="23254" h="29054" extrusionOk="0">
                  <a:moveTo>
                    <a:pt x="9332" y="10968"/>
                  </a:moveTo>
                  <a:lnTo>
                    <a:pt x="9332" y="10968"/>
                  </a:lnTo>
                  <a:cubicBezTo>
                    <a:pt x="9363" y="11424"/>
                    <a:pt x="9363" y="11880"/>
                    <a:pt x="9302" y="12306"/>
                  </a:cubicBezTo>
                  <a:lnTo>
                    <a:pt x="9332" y="10968"/>
                  </a:lnTo>
                  <a:close/>
                  <a:moveTo>
                    <a:pt x="14138" y="0"/>
                  </a:moveTo>
                  <a:cubicBezTo>
                    <a:pt x="12338" y="0"/>
                    <a:pt x="10178" y="915"/>
                    <a:pt x="9211" y="1637"/>
                  </a:cubicBezTo>
                  <a:cubicBezTo>
                    <a:pt x="7904" y="2609"/>
                    <a:pt x="6870" y="3856"/>
                    <a:pt x="5837" y="5102"/>
                  </a:cubicBezTo>
                  <a:cubicBezTo>
                    <a:pt x="4864" y="6287"/>
                    <a:pt x="3922" y="7625"/>
                    <a:pt x="2493" y="8263"/>
                  </a:cubicBezTo>
                  <a:cubicBezTo>
                    <a:pt x="1764" y="8597"/>
                    <a:pt x="1004" y="8840"/>
                    <a:pt x="366" y="9327"/>
                  </a:cubicBezTo>
                  <a:cubicBezTo>
                    <a:pt x="183" y="9448"/>
                    <a:pt x="1" y="9631"/>
                    <a:pt x="31" y="9874"/>
                  </a:cubicBezTo>
                  <a:cubicBezTo>
                    <a:pt x="62" y="10178"/>
                    <a:pt x="426" y="10330"/>
                    <a:pt x="761" y="10360"/>
                  </a:cubicBezTo>
                  <a:cubicBezTo>
                    <a:pt x="1918" y="10571"/>
                    <a:pt x="2961" y="10804"/>
                    <a:pt x="4127" y="10804"/>
                  </a:cubicBezTo>
                  <a:cubicBezTo>
                    <a:pt x="4309" y="10804"/>
                    <a:pt x="4493" y="10798"/>
                    <a:pt x="4682" y="10786"/>
                  </a:cubicBezTo>
                  <a:cubicBezTo>
                    <a:pt x="5031" y="10771"/>
                    <a:pt x="5381" y="10763"/>
                    <a:pt x="5727" y="10763"/>
                  </a:cubicBezTo>
                  <a:cubicBezTo>
                    <a:pt x="6072" y="10763"/>
                    <a:pt x="6414" y="10771"/>
                    <a:pt x="6749" y="10786"/>
                  </a:cubicBezTo>
                  <a:cubicBezTo>
                    <a:pt x="7843" y="10847"/>
                    <a:pt x="8724" y="11637"/>
                    <a:pt x="8937" y="12670"/>
                  </a:cubicBezTo>
                  <a:cubicBezTo>
                    <a:pt x="9150" y="13795"/>
                    <a:pt x="9393" y="14920"/>
                    <a:pt x="9606" y="16044"/>
                  </a:cubicBezTo>
                  <a:cubicBezTo>
                    <a:pt x="9879" y="17382"/>
                    <a:pt x="9879" y="18719"/>
                    <a:pt x="10153" y="20087"/>
                  </a:cubicBezTo>
                  <a:cubicBezTo>
                    <a:pt x="10335" y="20999"/>
                    <a:pt x="11977" y="29054"/>
                    <a:pt x="12767" y="29054"/>
                  </a:cubicBezTo>
                  <a:cubicBezTo>
                    <a:pt x="16262" y="28993"/>
                    <a:pt x="19758" y="28932"/>
                    <a:pt x="23254" y="28871"/>
                  </a:cubicBezTo>
                  <a:cubicBezTo>
                    <a:pt x="22007" y="23643"/>
                    <a:pt x="20791" y="18415"/>
                    <a:pt x="19545" y="13187"/>
                  </a:cubicBezTo>
                  <a:cubicBezTo>
                    <a:pt x="18664" y="9418"/>
                    <a:pt x="17782" y="5649"/>
                    <a:pt x="16901" y="1880"/>
                  </a:cubicBezTo>
                  <a:cubicBezTo>
                    <a:pt x="16568" y="485"/>
                    <a:pt x="15448" y="0"/>
                    <a:pt x="1413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5"/>
            <p:cNvSpPr/>
            <p:nvPr/>
          </p:nvSpPr>
          <p:spPr>
            <a:xfrm>
              <a:off x="1909937" y="4187036"/>
              <a:ext cx="383141" cy="215922"/>
            </a:xfrm>
            <a:custGeom>
              <a:avLst/>
              <a:gdLst/>
              <a:ahLst/>
              <a:cxnLst/>
              <a:rect l="l" t="t" r="r" b="b"/>
              <a:pathLst>
                <a:path w="11635" h="6557" extrusionOk="0">
                  <a:moveTo>
                    <a:pt x="335" y="1"/>
                  </a:moveTo>
                  <a:cubicBezTo>
                    <a:pt x="213" y="31"/>
                    <a:pt x="122" y="62"/>
                    <a:pt x="0" y="92"/>
                  </a:cubicBezTo>
                  <a:cubicBezTo>
                    <a:pt x="91" y="791"/>
                    <a:pt x="183" y="1490"/>
                    <a:pt x="335" y="2189"/>
                  </a:cubicBezTo>
                  <a:cubicBezTo>
                    <a:pt x="426" y="2615"/>
                    <a:pt x="487" y="3344"/>
                    <a:pt x="760" y="3709"/>
                  </a:cubicBezTo>
                  <a:cubicBezTo>
                    <a:pt x="821" y="3770"/>
                    <a:pt x="882" y="3831"/>
                    <a:pt x="973" y="3861"/>
                  </a:cubicBezTo>
                  <a:cubicBezTo>
                    <a:pt x="2097" y="4347"/>
                    <a:pt x="3253" y="4803"/>
                    <a:pt x="4408" y="5198"/>
                  </a:cubicBezTo>
                  <a:cubicBezTo>
                    <a:pt x="5654" y="5594"/>
                    <a:pt x="6900" y="5958"/>
                    <a:pt x="8177" y="6262"/>
                  </a:cubicBezTo>
                  <a:cubicBezTo>
                    <a:pt x="8329" y="6293"/>
                    <a:pt x="9058" y="6414"/>
                    <a:pt x="9848" y="6536"/>
                  </a:cubicBezTo>
                  <a:cubicBezTo>
                    <a:pt x="9925" y="6550"/>
                    <a:pt x="10001" y="6556"/>
                    <a:pt x="10075" y="6556"/>
                  </a:cubicBezTo>
                  <a:cubicBezTo>
                    <a:pt x="10969" y="6556"/>
                    <a:pt x="11635" y="5585"/>
                    <a:pt x="11186" y="4742"/>
                  </a:cubicBezTo>
                  <a:cubicBezTo>
                    <a:pt x="10973" y="4317"/>
                    <a:pt x="10699" y="3952"/>
                    <a:pt x="10396" y="3709"/>
                  </a:cubicBezTo>
                  <a:cubicBezTo>
                    <a:pt x="9544" y="3010"/>
                    <a:pt x="8511" y="2615"/>
                    <a:pt x="7538" y="2098"/>
                  </a:cubicBezTo>
                  <a:cubicBezTo>
                    <a:pt x="6657" y="1642"/>
                    <a:pt x="5867" y="973"/>
                    <a:pt x="5137" y="305"/>
                  </a:cubicBezTo>
                  <a:cubicBezTo>
                    <a:pt x="4477" y="454"/>
                    <a:pt x="3803" y="528"/>
                    <a:pt x="3124" y="528"/>
                  </a:cubicBezTo>
                  <a:cubicBezTo>
                    <a:pt x="2833" y="528"/>
                    <a:pt x="2541" y="514"/>
                    <a:pt x="2249" y="487"/>
                  </a:cubicBezTo>
                  <a:cubicBezTo>
                    <a:pt x="1581" y="426"/>
                    <a:pt x="942" y="274"/>
                    <a:pt x="33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5"/>
            <p:cNvSpPr/>
            <p:nvPr/>
          </p:nvSpPr>
          <p:spPr>
            <a:xfrm>
              <a:off x="982054" y="2415281"/>
              <a:ext cx="374381" cy="622015"/>
            </a:xfrm>
            <a:custGeom>
              <a:avLst/>
              <a:gdLst/>
              <a:ahLst/>
              <a:cxnLst/>
              <a:rect l="l" t="t" r="r" b="b"/>
              <a:pathLst>
                <a:path w="11369" h="18889" extrusionOk="0">
                  <a:moveTo>
                    <a:pt x="8064" y="1"/>
                  </a:moveTo>
                  <a:cubicBezTo>
                    <a:pt x="6303" y="1"/>
                    <a:pt x="4876" y="1511"/>
                    <a:pt x="4256" y="3134"/>
                  </a:cubicBezTo>
                  <a:cubicBezTo>
                    <a:pt x="2949" y="6539"/>
                    <a:pt x="1794" y="9943"/>
                    <a:pt x="791" y="13408"/>
                  </a:cubicBezTo>
                  <a:cubicBezTo>
                    <a:pt x="365" y="14837"/>
                    <a:pt x="0" y="16508"/>
                    <a:pt x="851" y="17724"/>
                  </a:cubicBezTo>
                  <a:cubicBezTo>
                    <a:pt x="1393" y="18528"/>
                    <a:pt x="2323" y="18889"/>
                    <a:pt x="3294" y="18889"/>
                  </a:cubicBezTo>
                  <a:cubicBezTo>
                    <a:pt x="4123" y="18889"/>
                    <a:pt x="4982" y="18626"/>
                    <a:pt x="5654" y="18150"/>
                  </a:cubicBezTo>
                  <a:cubicBezTo>
                    <a:pt x="7113" y="17116"/>
                    <a:pt x="7903" y="15384"/>
                    <a:pt x="8602" y="13742"/>
                  </a:cubicBezTo>
                  <a:cubicBezTo>
                    <a:pt x="9727" y="10946"/>
                    <a:pt x="10730" y="8058"/>
                    <a:pt x="11125" y="5080"/>
                  </a:cubicBezTo>
                  <a:cubicBezTo>
                    <a:pt x="11368" y="3317"/>
                    <a:pt x="11156" y="1159"/>
                    <a:pt x="9575" y="368"/>
                  </a:cubicBezTo>
                  <a:cubicBezTo>
                    <a:pt x="9053" y="114"/>
                    <a:pt x="8546" y="1"/>
                    <a:pt x="806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45"/>
            <p:cNvSpPr/>
            <p:nvPr/>
          </p:nvSpPr>
          <p:spPr>
            <a:xfrm>
              <a:off x="1082130" y="2187633"/>
              <a:ext cx="856839" cy="873369"/>
            </a:xfrm>
            <a:custGeom>
              <a:avLst/>
              <a:gdLst/>
              <a:ahLst/>
              <a:cxnLst/>
              <a:rect l="l" t="t" r="r" b="b"/>
              <a:pathLst>
                <a:path w="26020" h="26522" extrusionOk="0">
                  <a:moveTo>
                    <a:pt x="15419" y="1"/>
                  </a:moveTo>
                  <a:cubicBezTo>
                    <a:pt x="13866" y="1"/>
                    <a:pt x="12599" y="837"/>
                    <a:pt x="11095" y="1293"/>
                  </a:cubicBezTo>
                  <a:cubicBezTo>
                    <a:pt x="9302" y="1841"/>
                    <a:pt x="7357" y="1901"/>
                    <a:pt x="5655" y="2783"/>
                  </a:cubicBezTo>
                  <a:cubicBezTo>
                    <a:pt x="5594" y="2813"/>
                    <a:pt x="5533" y="2844"/>
                    <a:pt x="5472" y="2874"/>
                  </a:cubicBezTo>
                  <a:cubicBezTo>
                    <a:pt x="4651" y="3300"/>
                    <a:pt x="3588" y="3999"/>
                    <a:pt x="3162" y="4759"/>
                  </a:cubicBezTo>
                  <a:cubicBezTo>
                    <a:pt x="2645" y="5731"/>
                    <a:pt x="2250" y="6825"/>
                    <a:pt x="1764" y="7828"/>
                  </a:cubicBezTo>
                  <a:cubicBezTo>
                    <a:pt x="1582" y="8224"/>
                    <a:pt x="1" y="11719"/>
                    <a:pt x="366" y="11962"/>
                  </a:cubicBezTo>
                  <a:cubicBezTo>
                    <a:pt x="2341" y="13391"/>
                    <a:pt x="4317" y="14941"/>
                    <a:pt x="6597" y="15823"/>
                  </a:cubicBezTo>
                  <a:cubicBezTo>
                    <a:pt x="6688" y="15853"/>
                    <a:pt x="6232" y="17525"/>
                    <a:pt x="6202" y="17677"/>
                  </a:cubicBezTo>
                  <a:cubicBezTo>
                    <a:pt x="6050" y="18315"/>
                    <a:pt x="5898" y="18923"/>
                    <a:pt x="5776" y="19561"/>
                  </a:cubicBezTo>
                  <a:cubicBezTo>
                    <a:pt x="5533" y="20807"/>
                    <a:pt x="5320" y="22054"/>
                    <a:pt x="5107" y="23330"/>
                  </a:cubicBezTo>
                  <a:cubicBezTo>
                    <a:pt x="4986" y="24029"/>
                    <a:pt x="4864" y="24728"/>
                    <a:pt x="4743" y="25428"/>
                  </a:cubicBezTo>
                  <a:cubicBezTo>
                    <a:pt x="4712" y="25731"/>
                    <a:pt x="14652" y="26400"/>
                    <a:pt x="15564" y="26400"/>
                  </a:cubicBezTo>
                  <a:cubicBezTo>
                    <a:pt x="16524" y="26411"/>
                    <a:pt x="17690" y="26521"/>
                    <a:pt x="18861" y="26521"/>
                  </a:cubicBezTo>
                  <a:cubicBezTo>
                    <a:pt x="20875" y="26521"/>
                    <a:pt x="22903" y="26196"/>
                    <a:pt x="23922" y="24485"/>
                  </a:cubicBezTo>
                  <a:cubicBezTo>
                    <a:pt x="24287" y="23847"/>
                    <a:pt x="24469" y="23148"/>
                    <a:pt x="24652" y="22418"/>
                  </a:cubicBezTo>
                  <a:cubicBezTo>
                    <a:pt x="25503" y="18710"/>
                    <a:pt x="26020" y="14850"/>
                    <a:pt x="25959" y="11020"/>
                  </a:cubicBezTo>
                  <a:cubicBezTo>
                    <a:pt x="25959" y="7980"/>
                    <a:pt x="24925" y="5002"/>
                    <a:pt x="22494" y="2996"/>
                  </a:cubicBezTo>
                  <a:cubicBezTo>
                    <a:pt x="22342" y="2874"/>
                    <a:pt x="22159" y="2752"/>
                    <a:pt x="22007" y="2600"/>
                  </a:cubicBezTo>
                  <a:cubicBezTo>
                    <a:pt x="21126" y="1993"/>
                    <a:pt x="20123" y="1506"/>
                    <a:pt x="19120" y="1081"/>
                  </a:cubicBezTo>
                  <a:cubicBezTo>
                    <a:pt x="18147" y="625"/>
                    <a:pt x="17144" y="199"/>
                    <a:pt x="16050" y="47"/>
                  </a:cubicBezTo>
                  <a:cubicBezTo>
                    <a:pt x="15834" y="15"/>
                    <a:pt x="15624" y="1"/>
                    <a:pt x="1541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45"/>
            <p:cNvSpPr/>
            <p:nvPr/>
          </p:nvSpPr>
          <p:spPr>
            <a:xfrm>
              <a:off x="1747787" y="2413173"/>
              <a:ext cx="223232" cy="618458"/>
            </a:xfrm>
            <a:custGeom>
              <a:avLst/>
              <a:gdLst/>
              <a:ahLst/>
              <a:cxnLst/>
              <a:rect l="l" t="t" r="r" b="b"/>
              <a:pathLst>
                <a:path w="6779" h="18781" extrusionOk="0">
                  <a:moveTo>
                    <a:pt x="2831" y="1"/>
                  </a:moveTo>
                  <a:cubicBezTo>
                    <a:pt x="2789" y="1"/>
                    <a:pt x="2747" y="3"/>
                    <a:pt x="2705" y="7"/>
                  </a:cubicBezTo>
                  <a:cubicBezTo>
                    <a:pt x="304" y="189"/>
                    <a:pt x="365" y="4627"/>
                    <a:pt x="243" y="6268"/>
                  </a:cubicBezTo>
                  <a:cubicBezTo>
                    <a:pt x="0" y="9186"/>
                    <a:pt x="152" y="12135"/>
                    <a:pt x="699" y="14992"/>
                  </a:cubicBezTo>
                  <a:cubicBezTo>
                    <a:pt x="912" y="16177"/>
                    <a:pt x="1246" y="17393"/>
                    <a:pt x="2128" y="18183"/>
                  </a:cubicBezTo>
                  <a:cubicBezTo>
                    <a:pt x="2576" y="18580"/>
                    <a:pt x="3161" y="18781"/>
                    <a:pt x="3744" y="18781"/>
                  </a:cubicBezTo>
                  <a:cubicBezTo>
                    <a:pt x="4189" y="18781"/>
                    <a:pt x="4634" y="18663"/>
                    <a:pt x="5015" y="18427"/>
                  </a:cubicBezTo>
                  <a:cubicBezTo>
                    <a:pt x="5927" y="17879"/>
                    <a:pt x="5988" y="16968"/>
                    <a:pt x="6110" y="15964"/>
                  </a:cubicBezTo>
                  <a:cubicBezTo>
                    <a:pt x="6778" y="11527"/>
                    <a:pt x="6292" y="6967"/>
                    <a:pt x="5593" y="2590"/>
                  </a:cubicBezTo>
                  <a:cubicBezTo>
                    <a:pt x="5532" y="2256"/>
                    <a:pt x="5471" y="1952"/>
                    <a:pt x="5350" y="1679"/>
                  </a:cubicBezTo>
                  <a:cubicBezTo>
                    <a:pt x="5137" y="1253"/>
                    <a:pt x="4742" y="979"/>
                    <a:pt x="4377" y="706"/>
                  </a:cubicBezTo>
                  <a:cubicBezTo>
                    <a:pt x="3924" y="366"/>
                    <a:pt x="3393" y="1"/>
                    <a:pt x="283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45"/>
            <p:cNvSpPr/>
            <p:nvPr/>
          </p:nvSpPr>
          <p:spPr>
            <a:xfrm>
              <a:off x="1658678" y="2181541"/>
              <a:ext cx="325348" cy="462074"/>
            </a:xfrm>
            <a:custGeom>
              <a:avLst/>
              <a:gdLst/>
              <a:ahLst/>
              <a:cxnLst/>
              <a:rect l="l" t="t" r="r" b="b"/>
              <a:pathLst>
                <a:path w="9880" h="14032" extrusionOk="0">
                  <a:moveTo>
                    <a:pt x="2651" y="0"/>
                  </a:moveTo>
                  <a:cubicBezTo>
                    <a:pt x="2101" y="0"/>
                    <a:pt x="1569" y="39"/>
                    <a:pt x="1308" y="141"/>
                  </a:cubicBezTo>
                  <a:cubicBezTo>
                    <a:pt x="548" y="445"/>
                    <a:pt x="1095" y="1174"/>
                    <a:pt x="791" y="1904"/>
                  </a:cubicBezTo>
                  <a:cubicBezTo>
                    <a:pt x="457" y="2664"/>
                    <a:pt x="366" y="3485"/>
                    <a:pt x="305" y="4305"/>
                  </a:cubicBezTo>
                  <a:cubicBezTo>
                    <a:pt x="31" y="7193"/>
                    <a:pt x="183" y="10020"/>
                    <a:pt x="1" y="12877"/>
                  </a:cubicBezTo>
                  <a:cubicBezTo>
                    <a:pt x="1612" y="13090"/>
                    <a:pt x="3223" y="13272"/>
                    <a:pt x="4834" y="13485"/>
                  </a:cubicBezTo>
                  <a:cubicBezTo>
                    <a:pt x="6506" y="13667"/>
                    <a:pt x="8208" y="13849"/>
                    <a:pt x="9879" y="14032"/>
                  </a:cubicBezTo>
                  <a:cubicBezTo>
                    <a:pt x="9515" y="10992"/>
                    <a:pt x="9028" y="7983"/>
                    <a:pt x="8360" y="5035"/>
                  </a:cubicBezTo>
                  <a:cubicBezTo>
                    <a:pt x="7843" y="2725"/>
                    <a:pt x="6688" y="658"/>
                    <a:pt x="4195" y="111"/>
                  </a:cubicBezTo>
                  <a:cubicBezTo>
                    <a:pt x="3878" y="47"/>
                    <a:pt x="3253" y="0"/>
                    <a:pt x="265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45"/>
            <p:cNvSpPr/>
            <p:nvPr/>
          </p:nvSpPr>
          <p:spPr>
            <a:xfrm>
              <a:off x="1493531" y="1854871"/>
              <a:ext cx="342340" cy="408760"/>
            </a:xfrm>
            <a:custGeom>
              <a:avLst/>
              <a:gdLst/>
              <a:ahLst/>
              <a:cxnLst/>
              <a:rect l="l" t="t" r="r" b="b"/>
              <a:pathLst>
                <a:path w="10396" h="12413" extrusionOk="0">
                  <a:moveTo>
                    <a:pt x="7691" y="0"/>
                  </a:moveTo>
                  <a:cubicBezTo>
                    <a:pt x="7540" y="22"/>
                    <a:pt x="7405" y="43"/>
                    <a:pt x="7274" y="43"/>
                  </a:cubicBezTo>
                  <a:cubicBezTo>
                    <a:pt x="7220" y="43"/>
                    <a:pt x="7167" y="39"/>
                    <a:pt x="7113" y="30"/>
                  </a:cubicBezTo>
                  <a:cubicBezTo>
                    <a:pt x="6971" y="30"/>
                    <a:pt x="6829" y="17"/>
                    <a:pt x="6688" y="17"/>
                  </a:cubicBezTo>
                  <a:cubicBezTo>
                    <a:pt x="6617" y="17"/>
                    <a:pt x="6546" y="20"/>
                    <a:pt x="6475" y="30"/>
                  </a:cubicBezTo>
                  <a:cubicBezTo>
                    <a:pt x="5654" y="61"/>
                    <a:pt x="4864" y="334"/>
                    <a:pt x="4165" y="790"/>
                  </a:cubicBezTo>
                  <a:cubicBezTo>
                    <a:pt x="3435" y="1246"/>
                    <a:pt x="2615" y="2097"/>
                    <a:pt x="2250" y="2888"/>
                  </a:cubicBezTo>
                  <a:cubicBezTo>
                    <a:pt x="1824" y="3860"/>
                    <a:pt x="1824" y="5319"/>
                    <a:pt x="1794" y="6383"/>
                  </a:cubicBezTo>
                  <a:cubicBezTo>
                    <a:pt x="1764" y="8116"/>
                    <a:pt x="1976" y="10973"/>
                    <a:pt x="1" y="11642"/>
                  </a:cubicBezTo>
                  <a:cubicBezTo>
                    <a:pt x="1364" y="12155"/>
                    <a:pt x="2817" y="12412"/>
                    <a:pt x="4268" y="12412"/>
                  </a:cubicBezTo>
                  <a:cubicBezTo>
                    <a:pt x="5050" y="12412"/>
                    <a:pt x="5830" y="12338"/>
                    <a:pt x="6596" y="12189"/>
                  </a:cubicBezTo>
                  <a:cubicBezTo>
                    <a:pt x="6444" y="11672"/>
                    <a:pt x="6505" y="11186"/>
                    <a:pt x="6596" y="10639"/>
                  </a:cubicBezTo>
                  <a:cubicBezTo>
                    <a:pt x="6688" y="10091"/>
                    <a:pt x="6688" y="10091"/>
                    <a:pt x="7235" y="10031"/>
                  </a:cubicBezTo>
                  <a:cubicBezTo>
                    <a:pt x="8055" y="9909"/>
                    <a:pt x="8755" y="9484"/>
                    <a:pt x="9210" y="8784"/>
                  </a:cubicBezTo>
                  <a:cubicBezTo>
                    <a:pt x="10214" y="7325"/>
                    <a:pt x="10214" y="5380"/>
                    <a:pt x="10305" y="3708"/>
                  </a:cubicBezTo>
                  <a:cubicBezTo>
                    <a:pt x="10335" y="2796"/>
                    <a:pt x="10396" y="1885"/>
                    <a:pt x="10092" y="1064"/>
                  </a:cubicBezTo>
                  <a:cubicBezTo>
                    <a:pt x="10001" y="821"/>
                    <a:pt x="9910" y="578"/>
                    <a:pt x="9697" y="426"/>
                  </a:cubicBezTo>
                  <a:cubicBezTo>
                    <a:pt x="9514" y="243"/>
                    <a:pt x="9241" y="182"/>
                    <a:pt x="8967" y="122"/>
                  </a:cubicBezTo>
                  <a:cubicBezTo>
                    <a:pt x="8542" y="30"/>
                    <a:pt x="8116" y="0"/>
                    <a:pt x="76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5"/>
            <p:cNvSpPr/>
            <p:nvPr/>
          </p:nvSpPr>
          <p:spPr>
            <a:xfrm>
              <a:off x="1518558" y="1774982"/>
              <a:ext cx="359365" cy="321792"/>
            </a:xfrm>
            <a:custGeom>
              <a:avLst/>
              <a:gdLst/>
              <a:ahLst/>
              <a:cxnLst/>
              <a:rect l="l" t="t" r="r" b="b"/>
              <a:pathLst>
                <a:path w="10913" h="9772" extrusionOk="0">
                  <a:moveTo>
                    <a:pt x="6385" y="1"/>
                  </a:moveTo>
                  <a:cubicBezTo>
                    <a:pt x="5916" y="1"/>
                    <a:pt x="5451" y="189"/>
                    <a:pt x="5137" y="542"/>
                  </a:cubicBezTo>
                  <a:cubicBezTo>
                    <a:pt x="4925" y="754"/>
                    <a:pt x="4742" y="1028"/>
                    <a:pt x="4499" y="1149"/>
                  </a:cubicBezTo>
                  <a:cubicBezTo>
                    <a:pt x="4288" y="1245"/>
                    <a:pt x="4039" y="1270"/>
                    <a:pt x="3778" y="1270"/>
                  </a:cubicBezTo>
                  <a:cubicBezTo>
                    <a:pt x="3489" y="1270"/>
                    <a:pt x="3185" y="1239"/>
                    <a:pt x="2896" y="1239"/>
                  </a:cubicBezTo>
                  <a:cubicBezTo>
                    <a:pt x="2282" y="1239"/>
                    <a:pt x="1741" y="1378"/>
                    <a:pt x="1581" y="2244"/>
                  </a:cubicBezTo>
                  <a:cubicBezTo>
                    <a:pt x="1551" y="2456"/>
                    <a:pt x="1551" y="2700"/>
                    <a:pt x="1429" y="2912"/>
                  </a:cubicBezTo>
                  <a:cubicBezTo>
                    <a:pt x="1338" y="3034"/>
                    <a:pt x="1186" y="3125"/>
                    <a:pt x="1034" y="3186"/>
                  </a:cubicBezTo>
                  <a:cubicBezTo>
                    <a:pt x="943" y="3247"/>
                    <a:pt x="821" y="3308"/>
                    <a:pt x="700" y="3399"/>
                  </a:cubicBezTo>
                  <a:cubicBezTo>
                    <a:pt x="487" y="3520"/>
                    <a:pt x="274" y="3703"/>
                    <a:pt x="213" y="3946"/>
                  </a:cubicBezTo>
                  <a:cubicBezTo>
                    <a:pt x="0" y="4615"/>
                    <a:pt x="852" y="5283"/>
                    <a:pt x="608" y="5952"/>
                  </a:cubicBezTo>
                  <a:cubicBezTo>
                    <a:pt x="578" y="6074"/>
                    <a:pt x="487" y="6165"/>
                    <a:pt x="426" y="6286"/>
                  </a:cubicBezTo>
                  <a:cubicBezTo>
                    <a:pt x="61" y="6894"/>
                    <a:pt x="304" y="7593"/>
                    <a:pt x="304" y="8262"/>
                  </a:cubicBezTo>
                  <a:cubicBezTo>
                    <a:pt x="304" y="8900"/>
                    <a:pt x="183" y="9569"/>
                    <a:pt x="973" y="9751"/>
                  </a:cubicBezTo>
                  <a:cubicBezTo>
                    <a:pt x="1045" y="9765"/>
                    <a:pt x="1115" y="9772"/>
                    <a:pt x="1183" y="9772"/>
                  </a:cubicBezTo>
                  <a:cubicBezTo>
                    <a:pt x="1857" y="9772"/>
                    <a:pt x="2316" y="9124"/>
                    <a:pt x="2675" y="8627"/>
                  </a:cubicBezTo>
                  <a:cubicBezTo>
                    <a:pt x="3070" y="8140"/>
                    <a:pt x="3526" y="7745"/>
                    <a:pt x="4043" y="7411"/>
                  </a:cubicBezTo>
                  <a:cubicBezTo>
                    <a:pt x="4377" y="7168"/>
                    <a:pt x="4742" y="6985"/>
                    <a:pt x="4955" y="6621"/>
                  </a:cubicBezTo>
                  <a:cubicBezTo>
                    <a:pt x="5289" y="6074"/>
                    <a:pt x="5259" y="5374"/>
                    <a:pt x="5776" y="4979"/>
                  </a:cubicBezTo>
                  <a:cubicBezTo>
                    <a:pt x="6025" y="4796"/>
                    <a:pt x="6319" y="4748"/>
                    <a:pt x="6626" y="4748"/>
                  </a:cubicBezTo>
                  <a:cubicBezTo>
                    <a:pt x="6963" y="4748"/>
                    <a:pt x="7315" y="4805"/>
                    <a:pt x="7643" y="4805"/>
                  </a:cubicBezTo>
                  <a:cubicBezTo>
                    <a:pt x="7711" y="4805"/>
                    <a:pt x="7777" y="4803"/>
                    <a:pt x="7843" y="4797"/>
                  </a:cubicBezTo>
                  <a:cubicBezTo>
                    <a:pt x="9210" y="4706"/>
                    <a:pt x="10730" y="3703"/>
                    <a:pt x="10852" y="2244"/>
                  </a:cubicBezTo>
                  <a:cubicBezTo>
                    <a:pt x="10913" y="1514"/>
                    <a:pt x="10609" y="785"/>
                    <a:pt x="10092" y="329"/>
                  </a:cubicBezTo>
                  <a:cubicBezTo>
                    <a:pt x="9909" y="177"/>
                    <a:pt x="9727" y="55"/>
                    <a:pt x="9514" y="25"/>
                  </a:cubicBezTo>
                  <a:cubicBezTo>
                    <a:pt x="9477" y="17"/>
                    <a:pt x="9440" y="14"/>
                    <a:pt x="9402" y="14"/>
                  </a:cubicBezTo>
                  <a:cubicBezTo>
                    <a:pt x="9130" y="14"/>
                    <a:pt x="8843" y="188"/>
                    <a:pt x="8602" y="268"/>
                  </a:cubicBezTo>
                  <a:cubicBezTo>
                    <a:pt x="8357" y="335"/>
                    <a:pt x="8111" y="435"/>
                    <a:pt x="7865" y="435"/>
                  </a:cubicBezTo>
                  <a:cubicBezTo>
                    <a:pt x="7777" y="435"/>
                    <a:pt x="7688" y="422"/>
                    <a:pt x="7599" y="390"/>
                  </a:cubicBezTo>
                  <a:cubicBezTo>
                    <a:pt x="7447" y="329"/>
                    <a:pt x="7295" y="238"/>
                    <a:pt x="7143" y="177"/>
                  </a:cubicBezTo>
                  <a:cubicBezTo>
                    <a:pt x="6906" y="58"/>
                    <a:pt x="6645" y="1"/>
                    <a:pt x="638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45"/>
            <p:cNvSpPr/>
            <p:nvPr/>
          </p:nvSpPr>
          <p:spPr>
            <a:xfrm>
              <a:off x="1591631" y="1982476"/>
              <a:ext cx="94114" cy="90064"/>
            </a:xfrm>
            <a:custGeom>
              <a:avLst/>
              <a:gdLst/>
              <a:ahLst/>
              <a:cxnLst/>
              <a:rect l="l" t="t" r="r" b="b"/>
              <a:pathLst>
                <a:path w="2858" h="2735" extrusionOk="0">
                  <a:moveTo>
                    <a:pt x="1515" y="0"/>
                  </a:moveTo>
                  <a:cubicBezTo>
                    <a:pt x="1157" y="0"/>
                    <a:pt x="795" y="123"/>
                    <a:pt x="517" y="350"/>
                  </a:cubicBezTo>
                  <a:cubicBezTo>
                    <a:pt x="456" y="411"/>
                    <a:pt x="396" y="472"/>
                    <a:pt x="335" y="532"/>
                  </a:cubicBezTo>
                  <a:cubicBezTo>
                    <a:pt x="122" y="806"/>
                    <a:pt x="0" y="1171"/>
                    <a:pt x="31" y="1536"/>
                  </a:cubicBezTo>
                  <a:cubicBezTo>
                    <a:pt x="92" y="2113"/>
                    <a:pt x="608" y="2630"/>
                    <a:pt x="1155" y="2721"/>
                  </a:cubicBezTo>
                  <a:cubicBezTo>
                    <a:pt x="1214" y="2730"/>
                    <a:pt x="1273" y="2734"/>
                    <a:pt x="1332" y="2734"/>
                  </a:cubicBezTo>
                  <a:cubicBezTo>
                    <a:pt x="1673" y="2734"/>
                    <a:pt x="2016" y="2589"/>
                    <a:pt x="2250" y="2356"/>
                  </a:cubicBezTo>
                  <a:cubicBezTo>
                    <a:pt x="2736" y="1870"/>
                    <a:pt x="2858" y="806"/>
                    <a:pt x="2310" y="289"/>
                  </a:cubicBezTo>
                  <a:cubicBezTo>
                    <a:pt x="2158" y="137"/>
                    <a:pt x="1946" y="46"/>
                    <a:pt x="1733" y="16"/>
                  </a:cubicBezTo>
                  <a:cubicBezTo>
                    <a:pt x="1661" y="5"/>
                    <a:pt x="1588" y="0"/>
                    <a:pt x="151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45"/>
            <p:cNvSpPr/>
            <p:nvPr/>
          </p:nvSpPr>
          <p:spPr>
            <a:xfrm>
              <a:off x="966050" y="2845023"/>
              <a:ext cx="851800" cy="220829"/>
            </a:xfrm>
            <a:custGeom>
              <a:avLst/>
              <a:gdLst/>
              <a:ahLst/>
              <a:cxnLst/>
              <a:rect l="l" t="t" r="r" b="b"/>
              <a:pathLst>
                <a:path w="25867" h="6706" extrusionOk="0">
                  <a:moveTo>
                    <a:pt x="6131" y="1"/>
                  </a:moveTo>
                  <a:cubicBezTo>
                    <a:pt x="5255" y="1"/>
                    <a:pt x="4384" y="100"/>
                    <a:pt x="3526" y="328"/>
                  </a:cubicBezTo>
                  <a:cubicBezTo>
                    <a:pt x="1337" y="905"/>
                    <a:pt x="0" y="2729"/>
                    <a:pt x="1520" y="4796"/>
                  </a:cubicBezTo>
                  <a:cubicBezTo>
                    <a:pt x="2142" y="5640"/>
                    <a:pt x="3040" y="5754"/>
                    <a:pt x="4000" y="5754"/>
                  </a:cubicBezTo>
                  <a:cubicBezTo>
                    <a:pt x="4354" y="5754"/>
                    <a:pt x="4716" y="5738"/>
                    <a:pt x="5076" y="5738"/>
                  </a:cubicBezTo>
                  <a:cubicBezTo>
                    <a:pt x="8663" y="5829"/>
                    <a:pt x="12250" y="5768"/>
                    <a:pt x="15836" y="6194"/>
                  </a:cubicBezTo>
                  <a:cubicBezTo>
                    <a:pt x="16140" y="6224"/>
                    <a:pt x="16475" y="6255"/>
                    <a:pt x="16778" y="6316"/>
                  </a:cubicBezTo>
                  <a:cubicBezTo>
                    <a:pt x="18430" y="6501"/>
                    <a:pt x="20166" y="6705"/>
                    <a:pt x="21871" y="6705"/>
                  </a:cubicBezTo>
                  <a:cubicBezTo>
                    <a:pt x="23242" y="6705"/>
                    <a:pt x="24594" y="6573"/>
                    <a:pt x="25867" y="6194"/>
                  </a:cubicBezTo>
                  <a:cubicBezTo>
                    <a:pt x="25411" y="5556"/>
                    <a:pt x="24955" y="4887"/>
                    <a:pt x="24347" y="4340"/>
                  </a:cubicBezTo>
                  <a:cubicBezTo>
                    <a:pt x="23769" y="3793"/>
                    <a:pt x="23040" y="3367"/>
                    <a:pt x="22250" y="3246"/>
                  </a:cubicBezTo>
                  <a:cubicBezTo>
                    <a:pt x="22118" y="3227"/>
                    <a:pt x="21986" y="3220"/>
                    <a:pt x="21854" y="3220"/>
                  </a:cubicBezTo>
                  <a:cubicBezTo>
                    <a:pt x="21560" y="3220"/>
                    <a:pt x="21267" y="3255"/>
                    <a:pt x="20973" y="3276"/>
                  </a:cubicBezTo>
                  <a:cubicBezTo>
                    <a:pt x="20295" y="3361"/>
                    <a:pt x="19408" y="3708"/>
                    <a:pt x="18700" y="3708"/>
                  </a:cubicBezTo>
                  <a:cubicBezTo>
                    <a:pt x="18646" y="3708"/>
                    <a:pt x="18593" y="3706"/>
                    <a:pt x="18541" y="3702"/>
                  </a:cubicBezTo>
                  <a:cubicBezTo>
                    <a:pt x="17934" y="3641"/>
                    <a:pt x="17113" y="3124"/>
                    <a:pt x="16535" y="2881"/>
                  </a:cubicBezTo>
                  <a:cubicBezTo>
                    <a:pt x="13339" y="1637"/>
                    <a:pt x="9693" y="1"/>
                    <a:pt x="613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5"/>
            <p:cNvSpPr/>
            <p:nvPr/>
          </p:nvSpPr>
          <p:spPr>
            <a:xfrm>
              <a:off x="1827842" y="2216612"/>
              <a:ext cx="473632" cy="720475"/>
            </a:xfrm>
            <a:custGeom>
              <a:avLst/>
              <a:gdLst/>
              <a:ahLst/>
              <a:cxnLst/>
              <a:rect l="l" t="t" r="r" b="b"/>
              <a:pathLst>
                <a:path w="14383" h="21879" extrusionOk="0">
                  <a:moveTo>
                    <a:pt x="13375" y="2906"/>
                  </a:moveTo>
                  <a:cubicBezTo>
                    <a:pt x="13375" y="2936"/>
                    <a:pt x="13344" y="2967"/>
                    <a:pt x="13344" y="2967"/>
                  </a:cubicBezTo>
                  <a:cubicBezTo>
                    <a:pt x="13223" y="3301"/>
                    <a:pt x="12889" y="3514"/>
                    <a:pt x="12615" y="3696"/>
                  </a:cubicBezTo>
                  <a:cubicBezTo>
                    <a:pt x="12463" y="3787"/>
                    <a:pt x="12281" y="3879"/>
                    <a:pt x="12098" y="4000"/>
                  </a:cubicBezTo>
                  <a:cubicBezTo>
                    <a:pt x="12007" y="4091"/>
                    <a:pt x="11885" y="4152"/>
                    <a:pt x="11764" y="4243"/>
                  </a:cubicBezTo>
                  <a:cubicBezTo>
                    <a:pt x="11764" y="4152"/>
                    <a:pt x="11764" y="4091"/>
                    <a:pt x="11733" y="4000"/>
                  </a:cubicBezTo>
                  <a:lnTo>
                    <a:pt x="11764" y="4000"/>
                  </a:lnTo>
                  <a:cubicBezTo>
                    <a:pt x="12007" y="3818"/>
                    <a:pt x="12311" y="3696"/>
                    <a:pt x="12585" y="3514"/>
                  </a:cubicBezTo>
                  <a:cubicBezTo>
                    <a:pt x="12706" y="3423"/>
                    <a:pt x="12858" y="3331"/>
                    <a:pt x="13010" y="3210"/>
                  </a:cubicBezTo>
                  <a:cubicBezTo>
                    <a:pt x="13101" y="3119"/>
                    <a:pt x="13314" y="3027"/>
                    <a:pt x="13375" y="2906"/>
                  </a:cubicBezTo>
                  <a:close/>
                  <a:moveTo>
                    <a:pt x="11997" y="0"/>
                  </a:moveTo>
                  <a:cubicBezTo>
                    <a:pt x="11861" y="0"/>
                    <a:pt x="11710" y="66"/>
                    <a:pt x="11582" y="231"/>
                  </a:cubicBezTo>
                  <a:cubicBezTo>
                    <a:pt x="11278" y="535"/>
                    <a:pt x="9332" y="2328"/>
                    <a:pt x="8937" y="2480"/>
                  </a:cubicBezTo>
                  <a:cubicBezTo>
                    <a:pt x="8755" y="2572"/>
                    <a:pt x="8603" y="2632"/>
                    <a:pt x="8451" y="2723"/>
                  </a:cubicBezTo>
                  <a:cubicBezTo>
                    <a:pt x="8755" y="2298"/>
                    <a:pt x="8998" y="1842"/>
                    <a:pt x="9180" y="1325"/>
                  </a:cubicBezTo>
                  <a:cubicBezTo>
                    <a:pt x="9272" y="1033"/>
                    <a:pt x="9033" y="850"/>
                    <a:pt x="8796" y="850"/>
                  </a:cubicBezTo>
                  <a:cubicBezTo>
                    <a:pt x="8638" y="850"/>
                    <a:pt x="8481" y="931"/>
                    <a:pt x="8420" y="1113"/>
                  </a:cubicBezTo>
                  <a:cubicBezTo>
                    <a:pt x="8056" y="2116"/>
                    <a:pt x="7235" y="2875"/>
                    <a:pt x="6445" y="3544"/>
                  </a:cubicBezTo>
                  <a:cubicBezTo>
                    <a:pt x="5776" y="4122"/>
                    <a:pt x="5168" y="4851"/>
                    <a:pt x="4894" y="5702"/>
                  </a:cubicBezTo>
                  <a:cubicBezTo>
                    <a:pt x="4773" y="6097"/>
                    <a:pt x="4742" y="6553"/>
                    <a:pt x="4590" y="6948"/>
                  </a:cubicBezTo>
                  <a:cubicBezTo>
                    <a:pt x="4347" y="7708"/>
                    <a:pt x="4013" y="8438"/>
                    <a:pt x="3679" y="9167"/>
                  </a:cubicBezTo>
                  <a:cubicBezTo>
                    <a:pt x="3344" y="9958"/>
                    <a:pt x="3010" y="10748"/>
                    <a:pt x="2676" y="11538"/>
                  </a:cubicBezTo>
                  <a:cubicBezTo>
                    <a:pt x="2037" y="13119"/>
                    <a:pt x="1429" y="14730"/>
                    <a:pt x="882" y="16341"/>
                  </a:cubicBezTo>
                  <a:cubicBezTo>
                    <a:pt x="730" y="16736"/>
                    <a:pt x="578" y="17161"/>
                    <a:pt x="457" y="17557"/>
                  </a:cubicBezTo>
                  <a:cubicBezTo>
                    <a:pt x="214" y="18256"/>
                    <a:pt x="1" y="18924"/>
                    <a:pt x="1" y="19654"/>
                  </a:cubicBezTo>
                  <a:cubicBezTo>
                    <a:pt x="31" y="20383"/>
                    <a:pt x="305" y="21143"/>
                    <a:pt x="882" y="21538"/>
                  </a:cubicBezTo>
                  <a:cubicBezTo>
                    <a:pt x="1229" y="21779"/>
                    <a:pt x="1647" y="21878"/>
                    <a:pt x="2053" y="21878"/>
                  </a:cubicBezTo>
                  <a:cubicBezTo>
                    <a:pt x="2109" y="21878"/>
                    <a:pt x="2164" y="21876"/>
                    <a:pt x="2220" y="21873"/>
                  </a:cubicBezTo>
                  <a:cubicBezTo>
                    <a:pt x="3314" y="21842"/>
                    <a:pt x="4347" y="21174"/>
                    <a:pt x="5046" y="20323"/>
                  </a:cubicBezTo>
                  <a:cubicBezTo>
                    <a:pt x="5746" y="19471"/>
                    <a:pt x="6171" y="18438"/>
                    <a:pt x="6536" y="17374"/>
                  </a:cubicBezTo>
                  <a:cubicBezTo>
                    <a:pt x="7022" y="15946"/>
                    <a:pt x="6931" y="14547"/>
                    <a:pt x="7387" y="13119"/>
                  </a:cubicBezTo>
                  <a:cubicBezTo>
                    <a:pt x="7630" y="12420"/>
                    <a:pt x="7812" y="11721"/>
                    <a:pt x="7934" y="11021"/>
                  </a:cubicBezTo>
                  <a:lnTo>
                    <a:pt x="8481" y="8134"/>
                  </a:lnTo>
                  <a:cubicBezTo>
                    <a:pt x="8542" y="7860"/>
                    <a:pt x="8603" y="7617"/>
                    <a:pt x="8694" y="7374"/>
                  </a:cubicBezTo>
                  <a:cubicBezTo>
                    <a:pt x="8876" y="7070"/>
                    <a:pt x="9089" y="6979"/>
                    <a:pt x="9393" y="6827"/>
                  </a:cubicBezTo>
                  <a:cubicBezTo>
                    <a:pt x="10366" y="6280"/>
                    <a:pt x="11278" y="5611"/>
                    <a:pt x="12098" y="4851"/>
                  </a:cubicBezTo>
                  <a:cubicBezTo>
                    <a:pt x="12737" y="4274"/>
                    <a:pt x="13740" y="4122"/>
                    <a:pt x="14104" y="3179"/>
                  </a:cubicBezTo>
                  <a:cubicBezTo>
                    <a:pt x="14201" y="2891"/>
                    <a:pt x="13973" y="2716"/>
                    <a:pt x="13739" y="2716"/>
                  </a:cubicBezTo>
                  <a:cubicBezTo>
                    <a:pt x="13677" y="2716"/>
                    <a:pt x="13614" y="2729"/>
                    <a:pt x="13557" y="2754"/>
                  </a:cubicBezTo>
                  <a:cubicBezTo>
                    <a:pt x="13770" y="2541"/>
                    <a:pt x="13983" y="2328"/>
                    <a:pt x="14165" y="2085"/>
                  </a:cubicBezTo>
                  <a:cubicBezTo>
                    <a:pt x="14196" y="2055"/>
                    <a:pt x="14226" y="2024"/>
                    <a:pt x="14226" y="1994"/>
                  </a:cubicBezTo>
                  <a:cubicBezTo>
                    <a:pt x="14317" y="1842"/>
                    <a:pt x="14317" y="1660"/>
                    <a:pt x="14165" y="1538"/>
                  </a:cubicBezTo>
                  <a:lnTo>
                    <a:pt x="14165" y="1508"/>
                  </a:lnTo>
                  <a:cubicBezTo>
                    <a:pt x="14091" y="1434"/>
                    <a:pt x="13997" y="1400"/>
                    <a:pt x="13903" y="1400"/>
                  </a:cubicBezTo>
                  <a:cubicBezTo>
                    <a:pt x="13766" y="1400"/>
                    <a:pt x="13629" y="1472"/>
                    <a:pt x="13557" y="1599"/>
                  </a:cubicBezTo>
                  <a:cubicBezTo>
                    <a:pt x="13527" y="1599"/>
                    <a:pt x="13527" y="1599"/>
                    <a:pt x="13527" y="1629"/>
                  </a:cubicBezTo>
                  <a:cubicBezTo>
                    <a:pt x="13284" y="1994"/>
                    <a:pt x="12828" y="2359"/>
                    <a:pt x="12463" y="2632"/>
                  </a:cubicBezTo>
                  <a:cubicBezTo>
                    <a:pt x="12281" y="2784"/>
                    <a:pt x="12068" y="2906"/>
                    <a:pt x="11855" y="3027"/>
                  </a:cubicBezTo>
                  <a:cubicBezTo>
                    <a:pt x="11794" y="3088"/>
                    <a:pt x="11703" y="3119"/>
                    <a:pt x="11642" y="3179"/>
                  </a:cubicBezTo>
                  <a:lnTo>
                    <a:pt x="11551" y="3240"/>
                  </a:lnTo>
                  <a:cubicBezTo>
                    <a:pt x="11521" y="3210"/>
                    <a:pt x="11521" y="3210"/>
                    <a:pt x="11521" y="3179"/>
                  </a:cubicBezTo>
                  <a:cubicBezTo>
                    <a:pt x="11673" y="3058"/>
                    <a:pt x="11855" y="2936"/>
                    <a:pt x="12007" y="2784"/>
                  </a:cubicBezTo>
                  <a:cubicBezTo>
                    <a:pt x="12250" y="2602"/>
                    <a:pt x="12463" y="2389"/>
                    <a:pt x="12706" y="2207"/>
                  </a:cubicBezTo>
                  <a:cubicBezTo>
                    <a:pt x="13162" y="1812"/>
                    <a:pt x="13618" y="1416"/>
                    <a:pt x="14074" y="1021"/>
                  </a:cubicBezTo>
                  <a:cubicBezTo>
                    <a:pt x="14382" y="760"/>
                    <a:pt x="14117" y="370"/>
                    <a:pt x="13798" y="370"/>
                  </a:cubicBezTo>
                  <a:cubicBezTo>
                    <a:pt x="13708" y="370"/>
                    <a:pt x="13614" y="401"/>
                    <a:pt x="13527" y="474"/>
                  </a:cubicBezTo>
                  <a:cubicBezTo>
                    <a:pt x="12737" y="1173"/>
                    <a:pt x="11916" y="1842"/>
                    <a:pt x="11095" y="2541"/>
                  </a:cubicBezTo>
                  <a:cubicBezTo>
                    <a:pt x="11065" y="2511"/>
                    <a:pt x="10882" y="2389"/>
                    <a:pt x="10761" y="2298"/>
                  </a:cubicBezTo>
                  <a:cubicBezTo>
                    <a:pt x="10670" y="2268"/>
                    <a:pt x="10639" y="2146"/>
                    <a:pt x="10730" y="2055"/>
                  </a:cubicBezTo>
                  <a:lnTo>
                    <a:pt x="12281" y="626"/>
                  </a:lnTo>
                  <a:cubicBezTo>
                    <a:pt x="12556" y="350"/>
                    <a:pt x="12314" y="0"/>
                    <a:pt x="1199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45"/>
            <p:cNvSpPr/>
            <p:nvPr/>
          </p:nvSpPr>
          <p:spPr>
            <a:xfrm>
              <a:off x="1797809" y="2509462"/>
              <a:ext cx="77122" cy="205780"/>
            </a:xfrm>
            <a:custGeom>
              <a:avLst/>
              <a:gdLst/>
              <a:ahLst/>
              <a:cxnLst/>
              <a:rect l="l" t="t" r="r" b="b"/>
              <a:pathLst>
                <a:path w="2342" h="6249" extrusionOk="0">
                  <a:moveTo>
                    <a:pt x="426" y="1"/>
                  </a:moveTo>
                  <a:cubicBezTo>
                    <a:pt x="335" y="305"/>
                    <a:pt x="305" y="609"/>
                    <a:pt x="305" y="913"/>
                  </a:cubicBezTo>
                  <a:lnTo>
                    <a:pt x="1" y="6050"/>
                  </a:lnTo>
                  <a:cubicBezTo>
                    <a:pt x="52" y="6090"/>
                    <a:pt x="102" y="6104"/>
                    <a:pt x="154" y="6104"/>
                  </a:cubicBezTo>
                  <a:cubicBezTo>
                    <a:pt x="258" y="6104"/>
                    <a:pt x="366" y="6050"/>
                    <a:pt x="487" y="6050"/>
                  </a:cubicBezTo>
                  <a:cubicBezTo>
                    <a:pt x="700" y="6050"/>
                    <a:pt x="974" y="6110"/>
                    <a:pt x="1186" y="6141"/>
                  </a:cubicBezTo>
                  <a:cubicBezTo>
                    <a:pt x="1504" y="6165"/>
                    <a:pt x="1822" y="6249"/>
                    <a:pt x="2124" y="6249"/>
                  </a:cubicBezTo>
                  <a:cubicBezTo>
                    <a:pt x="2198" y="6249"/>
                    <a:pt x="2270" y="6244"/>
                    <a:pt x="2341" y="6232"/>
                  </a:cubicBezTo>
                  <a:cubicBezTo>
                    <a:pt x="2311" y="6201"/>
                    <a:pt x="2311" y="6201"/>
                    <a:pt x="2311" y="6201"/>
                  </a:cubicBezTo>
                  <a:cubicBezTo>
                    <a:pt x="1885" y="4469"/>
                    <a:pt x="1429" y="2736"/>
                    <a:pt x="852" y="1034"/>
                  </a:cubicBezTo>
                  <a:cubicBezTo>
                    <a:pt x="730" y="669"/>
                    <a:pt x="578" y="335"/>
                    <a:pt x="42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45"/>
            <p:cNvSpPr/>
            <p:nvPr/>
          </p:nvSpPr>
          <p:spPr>
            <a:xfrm>
              <a:off x="1662695" y="2170147"/>
              <a:ext cx="55092" cy="54104"/>
            </a:xfrm>
            <a:custGeom>
              <a:avLst/>
              <a:gdLst/>
              <a:ahLst/>
              <a:cxnLst/>
              <a:rect l="l" t="t" r="r" b="b"/>
              <a:pathLst>
                <a:path w="1673" h="1643" extrusionOk="0">
                  <a:moveTo>
                    <a:pt x="0" y="1"/>
                  </a:moveTo>
                  <a:cubicBezTo>
                    <a:pt x="0" y="31"/>
                    <a:pt x="31" y="61"/>
                    <a:pt x="31" y="61"/>
                  </a:cubicBezTo>
                  <a:cubicBezTo>
                    <a:pt x="61" y="92"/>
                    <a:pt x="61" y="122"/>
                    <a:pt x="92" y="153"/>
                  </a:cubicBezTo>
                  <a:cubicBezTo>
                    <a:pt x="183" y="305"/>
                    <a:pt x="274" y="426"/>
                    <a:pt x="365" y="548"/>
                  </a:cubicBezTo>
                  <a:cubicBezTo>
                    <a:pt x="578" y="791"/>
                    <a:pt x="1277" y="1551"/>
                    <a:pt x="1368" y="1642"/>
                  </a:cubicBezTo>
                  <a:cubicBezTo>
                    <a:pt x="1368" y="1520"/>
                    <a:pt x="1429" y="913"/>
                    <a:pt x="1642" y="609"/>
                  </a:cubicBezTo>
                  <a:cubicBezTo>
                    <a:pt x="1642" y="578"/>
                    <a:pt x="1672" y="548"/>
                    <a:pt x="1672" y="548"/>
                  </a:cubicBezTo>
                  <a:cubicBezTo>
                    <a:pt x="1095" y="457"/>
                    <a:pt x="487" y="305"/>
                    <a:pt x="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45"/>
            <p:cNvSpPr/>
            <p:nvPr/>
          </p:nvSpPr>
          <p:spPr>
            <a:xfrm>
              <a:off x="2079101" y="2306281"/>
              <a:ext cx="26048" cy="59076"/>
            </a:xfrm>
            <a:custGeom>
              <a:avLst/>
              <a:gdLst/>
              <a:ahLst/>
              <a:cxnLst/>
              <a:rect l="l" t="t" r="r" b="b"/>
              <a:pathLst>
                <a:path w="791" h="1794" fill="none" extrusionOk="0">
                  <a:moveTo>
                    <a:pt x="790" y="0"/>
                  </a:moveTo>
                  <a:cubicBezTo>
                    <a:pt x="730" y="335"/>
                    <a:pt x="699" y="669"/>
                    <a:pt x="578" y="1004"/>
                  </a:cubicBezTo>
                  <a:cubicBezTo>
                    <a:pt x="486" y="1308"/>
                    <a:pt x="304" y="1611"/>
                    <a:pt x="0" y="1794"/>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45"/>
            <p:cNvSpPr/>
            <p:nvPr/>
          </p:nvSpPr>
          <p:spPr>
            <a:xfrm>
              <a:off x="1610632" y="1999007"/>
              <a:ext cx="27068" cy="45048"/>
            </a:xfrm>
            <a:custGeom>
              <a:avLst/>
              <a:gdLst/>
              <a:ahLst/>
              <a:cxnLst/>
              <a:rect l="l" t="t" r="r" b="b"/>
              <a:pathLst>
                <a:path w="822" h="1368" fill="none" extrusionOk="0">
                  <a:moveTo>
                    <a:pt x="822" y="0"/>
                  </a:moveTo>
                  <a:cubicBezTo>
                    <a:pt x="518" y="91"/>
                    <a:pt x="244" y="274"/>
                    <a:pt x="122" y="517"/>
                  </a:cubicBezTo>
                  <a:cubicBezTo>
                    <a:pt x="1" y="790"/>
                    <a:pt x="31" y="1155"/>
                    <a:pt x="244" y="1368"/>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45"/>
            <p:cNvSpPr/>
            <p:nvPr/>
          </p:nvSpPr>
          <p:spPr>
            <a:xfrm>
              <a:off x="753846" y="2324294"/>
              <a:ext cx="987933" cy="1243075"/>
            </a:xfrm>
            <a:custGeom>
              <a:avLst/>
              <a:gdLst/>
              <a:ahLst/>
              <a:cxnLst/>
              <a:rect l="l" t="t" r="r" b="b"/>
              <a:pathLst>
                <a:path w="30001" h="37749" extrusionOk="0">
                  <a:moveTo>
                    <a:pt x="5927" y="1"/>
                  </a:moveTo>
                  <a:cubicBezTo>
                    <a:pt x="5380" y="305"/>
                    <a:pt x="4863" y="669"/>
                    <a:pt x="4408" y="1095"/>
                  </a:cubicBezTo>
                  <a:cubicBezTo>
                    <a:pt x="2280" y="3040"/>
                    <a:pt x="1307" y="5928"/>
                    <a:pt x="821" y="8785"/>
                  </a:cubicBezTo>
                  <a:cubicBezTo>
                    <a:pt x="0" y="13314"/>
                    <a:pt x="335" y="19211"/>
                    <a:pt x="2006" y="24287"/>
                  </a:cubicBezTo>
                  <a:cubicBezTo>
                    <a:pt x="2857" y="26901"/>
                    <a:pt x="4104" y="29302"/>
                    <a:pt x="5715" y="31156"/>
                  </a:cubicBezTo>
                  <a:cubicBezTo>
                    <a:pt x="7478" y="33162"/>
                    <a:pt x="9909" y="34469"/>
                    <a:pt x="12402" y="35442"/>
                  </a:cubicBezTo>
                  <a:cubicBezTo>
                    <a:pt x="16301" y="36976"/>
                    <a:pt x="20485" y="37748"/>
                    <a:pt x="24669" y="37748"/>
                  </a:cubicBezTo>
                  <a:cubicBezTo>
                    <a:pt x="26453" y="37748"/>
                    <a:pt x="28238" y="37608"/>
                    <a:pt x="30001" y="37326"/>
                  </a:cubicBezTo>
                  <a:lnTo>
                    <a:pt x="30001" y="36566"/>
                  </a:lnTo>
                  <a:cubicBezTo>
                    <a:pt x="29028" y="36232"/>
                    <a:pt x="28055" y="35776"/>
                    <a:pt x="27144" y="35320"/>
                  </a:cubicBezTo>
                  <a:cubicBezTo>
                    <a:pt x="25381" y="34408"/>
                    <a:pt x="23739" y="33375"/>
                    <a:pt x="22128" y="32250"/>
                  </a:cubicBezTo>
                  <a:cubicBezTo>
                    <a:pt x="20669" y="31247"/>
                    <a:pt x="19271" y="30183"/>
                    <a:pt x="17873" y="29120"/>
                  </a:cubicBezTo>
                  <a:cubicBezTo>
                    <a:pt x="16414" y="28025"/>
                    <a:pt x="15076" y="26779"/>
                    <a:pt x="13861" y="25381"/>
                  </a:cubicBezTo>
                  <a:cubicBezTo>
                    <a:pt x="11551" y="22737"/>
                    <a:pt x="9818" y="19606"/>
                    <a:pt x="8602" y="16293"/>
                  </a:cubicBezTo>
                  <a:cubicBezTo>
                    <a:pt x="7386" y="12980"/>
                    <a:pt x="6687" y="9484"/>
                    <a:pt x="6292" y="5989"/>
                  </a:cubicBezTo>
                  <a:cubicBezTo>
                    <a:pt x="6079" y="3982"/>
                    <a:pt x="5958" y="2007"/>
                    <a:pt x="592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45"/>
            <p:cNvSpPr/>
            <p:nvPr/>
          </p:nvSpPr>
          <p:spPr>
            <a:xfrm>
              <a:off x="4073966" y="3054987"/>
              <a:ext cx="428452" cy="1382303"/>
            </a:xfrm>
            <a:custGeom>
              <a:avLst/>
              <a:gdLst/>
              <a:ahLst/>
              <a:cxnLst/>
              <a:rect l="l" t="t" r="r" b="b"/>
              <a:pathLst>
                <a:path w="13011" h="41977" fill="none" extrusionOk="0">
                  <a:moveTo>
                    <a:pt x="13010" y="41977"/>
                  </a:moveTo>
                  <a:lnTo>
                    <a:pt x="6901" y="152"/>
                  </a:lnTo>
                  <a:cubicBezTo>
                    <a:pt x="6901" y="0"/>
                    <a:pt x="6688" y="0"/>
                    <a:pt x="6657" y="152"/>
                  </a:cubicBezTo>
                  <a:lnTo>
                    <a:pt x="1" y="41977"/>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45"/>
            <p:cNvSpPr/>
            <p:nvPr/>
          </p:nvSpPr>
          <p:spPr>
            <a:xfrm>
              <a:off x="671750" y="3054987"/>
              <a:ext cx="408431" cy="1382303"/>
            </a:xfrm>
            <a:custGeom>
              <a:avLst/>
              <a:gdLst/>
              <a:ahLst/>
              <a:cxnLst/>
              <a:rect l="l" t="t" r="r" b="b"/>
              <a:pathLst>
                <a:path w="12403" h="41977" fill="none" extrusionOk="0">
                  <a:moveTo>
                    <a:pt x="12402" y="41977"/>
                  </a:moveTo>
                  <a:lnTo>
                    <a:pt x="6597" y="152"/>
                  </a:lnTo>
                  <a:cubicBezTo>
                    <a:pt x="6566" y="0"/>
                    <a:pt x="6384" y="0"/>
                    <a:pt x="6353" y="152"/>
                  </a:cubicBezTo>
                  <a:lnTo>
                    <a:pt x="1" y="41977"/>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45"/>
            <p:cNvSpPr/>
            <p:nvPr/>
          </p:nvSpPr>
          <p:spPr>
            <a:xfrm>
              <a:off x="750816" y="3016952"/>
              <a:ext cx="3674461" cy="61085"/>
            </a:xfrm>
            <a:custGeom>
              <a:avLst/>
              <a:gdLst/>
              <a:ahLst/>
              <a:cxnLst/>
              <a:rect l="l" t="t" r="r" b="b"/>
              <a:pathLst>
                <a:path w="111584" h="1855" extrusionOk="0">
                  <a:moveTo>
                    <a:pt x="1" y="0"/>
                  </a:moveTo>
                  <a:lnTo>
                    <a:pt x="1" y="1854"/>
                  </a:lnTo>
                  <a:lnTo>
                    <a:pt x="111584" y="1854"/>
                  </a:lnTo>
                  <a:lnTo>
                    <a:pt x="111584"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45"/>
            <p:cNvSpPr/>
            <p:nvPr/>
          </p:nvSpPr>
          <p:spPr>
            <a:xfrm>
              <a:off x="2871838" y="2976909"/>
              <a:ext cx="866849" cy="40076"/>
            </a:xfrm>
            <a:custGeom>
              <a:avLst/>
              <a:gdLst/>
              <a:ahLst/>
              <a:cxnLst/>
              <a:rect l="l" t="t" r="r" b="b"/>
              <a:pathLst>
                <a:path w="26324" h="1217" extrusionOk="0">
                  <a:moveTo>
                    <a:pt x="578" y="1"/>
                  </a:moveTo>
                  <a:cubicBezTo>
                    <a:pt x="244" y="1"/>
                    <a:pt x="0" y="274"/>
                    <a:pt x="0" y="578"/>
                  </a:cubicBezTo>
                  <a:lnTo>
                    <a:pt x="0" y="639"/>
                  </a:lnTo>
                  <a:cubicBezTo>
                    <a:pt x="0" y="943"/>
                    <a:pt x="244" y="1216"/>
                    <a:pt x="578" y="1216"/>
                  </a:cubicBezTo>
                  <a:lnTo>
                    <a:pt x="25746" y="1216"/>
                  </a:lnTo>
                  <a:cubicBezTo>
                    <a:pt x="26080" y="1216"/>
                    <a:pt x="26323" y="943"/>
                    <a:pt x="26323" y="639"/>
                  </a:cubicBezTo>
                  <a:lnTo>
                    <a:pt x="26323" y="578"/>
                  </a:lnTo>
                  <a:cubicBezTo>
                    <a:pt x="26323" y="274"/>
                    <a:pt x="26080" y="1"/>
                    <a:pt x="2574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5"/>
            <p:cNvSpPr/>
            <p:nvPr/>
          </p:nvSpPr>
          <p:spPr>
            <a:xfrm>
              <a:off x="2802782" y="2564521"/>
              <a:ext cx="806785" cy="452458"/>
            </a:xfrm>
            <a:custGeom>
              <a:avLst/>
              <a:gdLst/>
              <a:ahLst/>
              <a:cxnLst/>
              <a:rect l="l" t="t" r="r" b="b"/>
              <a:pathLst>
                <a:path w="24500" h="13740" extrusionOk="0">
                  <a:moveTo>
                    <a:pt x="942" y="1"/>
                  </a:moveTo>
                  <a:cubicBezTo>
                    <a:pt x="395" y="1"/>
                    <a:pt x="0" y="487"/>
                    <a:pt x="91" y="1034"/>
                  </a:cubicBezTo>
                  <a:lnTo>
                    <a:pt x="2006" y="13739"/>
                  </a:lnTo>
                  <a:lnTo>
                    <a:pt x="24499" y="13739"/>
                  </a:lnTo>
                  <a:lnTo>
                    <a:pt x="22554" y="791"/>
                  </a:lnTo>
                  <a:cubicBezTo>
                    <a:pt x="22493" y="335"/>
                    <a:pt x="22098" y="1"/>
                    <a:pt x="2167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5"/>
            <p:cNvSpPr/>
            <p:nvPr/>
          </p:nvSpPr>
          <p:spPr>
            <a:xfrm>
              <a:off x="1503542" y="2979906"/>
              <a:ext cx="820813" cy="38067"/>
            </a:xfrm>
            <a:custGeom>
              <a:avLst/>
              <a:gdLst/>
              <a:ahLst/>
              <a:cxnLst/>
              <a:rect l="l" t="t" r="r" b="b"/>
              <a:pathLst>
                <a:path w="24926" h="1156" extrusionOk="0">
                  <a:moveTo>
                    <a:pt x="578" y="1"/>
                  </a:moveTo>
                  <a:cubicBezTo>
                    <a:pt x="274" y="1"/>
                    <a:pt x="1" y="274"/>
                    <a:pt x="1" y="578"/>
                  </a:cubicBezTo>
                  <a:cubicBezTo>
                    <a:pt x="1" y="882"/>
                    <a:pt x="274" y="1156"/>
                    <a:pt x="578" y="1156"/>
                  </a:cubicBezTo>
                  <a:lnTo>
                    <a:pt x="24378" y="1156"/>
                  </a:lnTo>
                  <a:cubicBezTo>
                    <a:pt x="24682" y="1156"/>
                    <a:pt x="24925" y="882"/>
                    <a:pt x="24925" y="578"/>
                  </a:cubicBezTo>
                  <a:cubicBezTo>
                    <a:pt x="24925" y="274"/>
                    <a:pt x="24682" y="1"/>
                    <a:pt x="2437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5"/>
            <p:cNvSpPr/>
            <p:nvPr/>
          </p:nvSpPr>
          <p:spPr>
            <a:xfrm>
              <a:off x="1625648" y="2590537"/>
              <a:ext cx="763745" cy="427431"/>
            </a:xfrm>
            <a:custGeom>
              <a:avLst/>
              <a:gdLst/>
              <a:ahLst/>
              <a:cxnLst/>
              <a:rect l="l" t="t" r="r" b="b"/>
              <a:pathLst>
                <a:path w="23193" h="12980" extrusionOk="0">
                  <a:moveTo>
                    <a:pt x="2706" y="1"/>
                  </a:moveTo>
                  <a:cubicBezTo>
                    <a:pt x="2280" y="1"/>
                    <a:pt x="1916" y="305"/>
                    <a:pt x="1855" y="730"/>
                  </a:cubicBezTo>
                  <a:lnTo>
                    <a:pt x="1" y="12980"/>
                  </a:lnTo>
                  <a:lnTo>
                    <a:pt x="21308" y="12980"/>
                  </a:lnTo>
                  <a:lnTo>
                    <a:pt x="23102" y="973"/>
                  </a:lnTo>
                  <a:cubicBezTo>
                    <a:pt x="23193" y="457"/>
                    <a:pt x="22798" y="1"/>
                    <a:pt x="2231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45"/>
          <p:cNvGrpSpPr/>
          <p:nvPr/>
        </p:nvGrpSpPr>
        <p:grpSpPr>
          <a:xfrm flipH="1">
            <a:off x="37270" y="2299256"/>
            <a:ext cx="920707" cy="2844252"/>
            <a:chOff x="2207201" y="1773500"/>
            <a:chExt cx="661665" cy="2044019"/>
          </a:xfrm>
        </p:grpSpPr>
        <p:sp>
          <p:nvSpPr>
            <p:cNvPr id="454" name="Google Shape;454;p45"/>
            <p:cNvSpPr/>
            <p:nvPr/>
          </p:nvSpPr>
          <p:spPr>
            <a:xfrm>
              <a:off x="2361349" y="17735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45"/>
            <p:cNvSpPr/>
            <p:nvPr/>
          </p:nvSpPr>
          <p:spPr>
            <a:xfrm>
              <a:off x="2410415" y="25655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45"/>
            <p:cNvSpPr/>
            <p:nvPr/>
          </p:nvSpPr>
          <p:spPr>
            <a:xfrm>
              <a:off x="2207201" y="3418308"/>
              <a:ext cx="447453"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3"/>
          <p:cNvSpPr txBox="1">
            <a:spLocks noGrp="1"/>
          </p:cNvSpPr>
          <p:nvPr>
            <p:ph type="body" idx="1"/>
          </p:nvPr>
        </p:nvSpPr>
        <p:spPr>
          <a:xfrm>
            <a:off x="713225" y="1085200"/>
            <a:ext cx="7717500" cy="345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b="1" u="sng" dirty="0"/>
              <a:t>List of modules used in the Music Player:-</a:t>
            </a:r>
          </a:p>
          <a:p>
            <a:pPr marL="457200" lvl="0" indent="-304800" algn="l" rtl="0">
              <a:spcBef>
                <a:spcPts val="1600"/>
              </a:spcBef>
              <a:spcAft>
                <a:spcPts val="0"/>
              </a:spcAft>
              <a:buClr>
                <a:schemeClr val="bg2">
                  <a:lumMod val="75000"/>
                </a:schemeClr>
              </a:buClr>
              <a:buSzPts val="1200"/>
              <a:buAutoNum type="arabicPeriod"/>
            </a:pPr>
            <a:r>
              <a:rPr lang="en-US" b="1" u="sng" dirty="0"/>
              <a:t>Customtkinter</a:t>
            </a:r>
            <a:r>
              <a:rPr lang="en-US" dirty="0"/>
              <a:t>: Used to set the appearance mode, default color theme, various frames, various controlling buttons, button images, switches, and sliders.</a:t>
            </a:r>
          </a:p>
          <a:p>
            <a:pPr marL="457200" lvl="0" indent="-304800" algn="l" rtl="0">
              <a:spcBef>
                <a:spcPts val="1600"/>
              </a:spcBef>
              <a:spcAft>
                <a:spcPts val="0"/>
              </a:spcAft>
              <a:buClr>
                <a:schemeClr val="bg2">
                  <a:lumMod val="75000"/>
                </a:schemeClr>
              </a:buClr>
              <a:buSzPts val="1200"/>
              <a:buAutoNum type="arabicPeriod"/>
            </a:pPr>
            <a:r>
              <a:rPr lang="en-US" b="1" u="sng" dirty="0" err="1"/>
              <a:t>Pygame</a:t>
            </a:r>
            <a:r>
              <a:rPr lang="en-US" dirty="0"/>
              <a:t>: It is used to load and play songs, to stop the currently played song, to play the next/previous song from your playlist, to pause and resume the playing song, with the volume slider, one can adjust the volume.</a:t>
            </a:r>
          </a:p>
          <a:p>
            <a:pPr marL="457200" lvl="0" indent="-304800" algn="l" rtl="0">
              <a:spcBef>
                <a:spcPts val="1600"/>
              </a:spcBef>
              <a:spcAft>
                <a:spcPts val="0"/>
              </a:spcAft>
              <a:buClr>
                <a:schemeClr val="bg2">
                  <a:lumMod val="75000"/>
                </a:schemeClr>
              </a:buClr>
              <a:buSzPts val="1200"/>
              <a:buAutoNum type="arabicPeriod"/>
            </a:pPr>
            <a:r>
              <a:rPr lang="en-US" b="1" u="sng" dirty="0"/>
              <a:t>Tkinter</a:t>
            </a:r>
            <a:r>
              <a:rPr lang="en-US" dirty="0"/>
              <a:t>: Tkinter is mainly used to extend the capabilities of app like adding the list box where all songs appear, menu bar to add/delete song, label for time elapsed and cover image. </a:t>
            </a:r>
          </a:p>
          <a:p>
            <a:pPr marL="457200" lvl="0" indent="-304800" algn="l" rtl="0">
              <a:spcBef>
                <a:spcPts val="1600"/>
              </a:spcBef>
              <a:spcAft>
                <a:spcPts val="0"/>
              </a:spcAft>
              <a:buClr>
                <a:schemeClr val="bg2">
                  <a:lumMod val="75000"/>
                </a:schemeClr>
              </a:buClr>
              <a:buSzPts val="1200"/>
              <a:buAutoNum type="arabicPeriod"/>
            </a:pPr>
            <a:r>
              <a:rPr lang="en-US" b="1" u="sng" dirty="0"/>
              <a:t>Time</a:t>
            </a:r>
            <a:r>
              <a:rPr lang="en-US" dirty="0"/>
              <a:t>: Synchronizing the audio playback, updating the progress bar, and displaying the elapsed time and current time.</a:t>
            </a:r>
          </a:p>
          <a:p>
            <a:pPr marL="457200" lvl="0" indent="-304800" algn="l" rtl="0">
              <a:spcBef>
                <a:spcPts val="1600"/>
              </a:spcBef>
              <a:spcAft>
                <a:spcPts val="0"/>
              </a:spcAft>
              <a:buClr>
                <a:schemeClr val="tx2"/>
              </a:buClr>
              <a:buSzPts val="1200"/>
              <a:buAutoNum type="arabicPeriod"/>
            </a:pPr>
            <a:r>
              <a:rPr lang="en-US" dirty="0"/>
              <a:t> </a:t>
            </a:r>
            <a:r>
              <a:rPr lang="en-US" b="1" u="sng" dirty="0"/>
              <a:t>Mutagen</a:t>
            </a:r>
            <a:r>
              <a:rPr lang="en-US" dirty="0"/>
              <a:t>: Allows the program to handle and play MP3 audio files, This is used to get the total length of the song which is playing currently.</a:t>
            </a:r>
          </a:p>
          <a:p>
            <a:pPr marL="457200" lvl="0" indent="-304800" algn="l" rtl="0">
              <a:spcBef>
                <a:spcPts val="1600"/>
              </a:spcBef>
              <a:spcAft>
                <a:spcPts val="0"/>
              </a:spcAft>
              <a:buClr>
                <a:schemeClr val="bg2">
                  <a:lumMod val="75000"/>
                </a:schemeClr>
              </a:buClr>
              <a:buSzPts val="1200"/>
              <a:buAutoNum type="arabicPeriod"/>
            </a:pPr>
            <a:endParaRPr lang="en-US" dirty="0"/>
          </a:p>
          <a:p>
            <a:pPr marL="457200" lvl="0" indent="-304800" algn="l" rtl="0">
              <a:spcBef>
                <a:spcPts val="1600"/>
              </a:spcBef>
              <a:spcAft>
                <a:spcPts val="0"/>
              </a:spcAft>
              <a:buSzPts val="1200"/>
              <a:buAutoNum type="arabicPeriod"/>
            </a:pPr>
            <a:endParaRPr lang="en-US" b="1" dirty="0"/>
          </a:p>
        </p:txBody>
      </p:sp>
      <p:sp>
        <p:nvSpPr>
          <p:cNvPr id="371" name="Google Shape;371;p4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Modules Used</a:t>
            </a:r>
            <a:endParaRPr dirty="0"/>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43"/>
          <p:cNvSpPr txBox="1">
            <a:spLocks noGrp="1"/>
          </p:cNvSpPr>
          <p:nvPr>
            <p:ph type="body" idx="1"/>
          </p:nvPr>
        </p:nvSpPr>
        <p:spPr>
          <a:xfrm>
            <a:off x="713225" y="1085200"/>
            <a:ext cx="7717500" cy="3456000"/>
          </a:xfrm>
          <a:prstGeom prst="rect">
            <a:avLst/>
          </a:prstGeom>
        </p:spPr>
        <p:txBody>
          <a:bodyPr spcFirstLastPara="1" wrap="square" lIns="91425" tIns="91425" rIns="91425" bIns="91425" anchor="t" anchorCtr="0">
            <a:noAutofit/>
          </a:bodyPr>
          <a:lstStyle/>
          <a:p>
            <a:pPr marL="228600" indent="-228600">
              <a:buClr>
                <a:schemeClr val="bg2">
                  <a:lumMod val="75000"/>
                </a:schemeClr>
              </a:buClr>
              <a:buSzPts val="1100"/>
              <a:buFont typeface="+mj-lt"/>
              <a:buAutoNum type="arabicPeriod" startAt="6"/>
            </a:pPr>
            <a:r>
              <a:rPr lang="en-US" b="1" u="sng" dirty="0" err="1"/>
              <a:t>Imagetk</a:t>
            </a:r>
            <a:r>
              <a:rPr lang="en-US" dirty="0"/>
              <a:t>: Allows to dynamically load and display the album covers associated with the currently playing songs, providing a more engaging and aesthetically pleasing user interface, also allows to get and remove the album cover. Additionally used to display icon in the form of buttons.</a:t>
            </a:r>
          </a:p>
          <a:p>
            <a:pPr marL="0" indent="0">
              <a:buClr>
                <a:schemeClr val="bg2">
                  <a:lumMod val="75000"/>
                </a:schemeClr>
              </a:buClr>
              <a:buSzPts val="1100"/>
              <a:buNone/>
            </a:pPr>
            <a:endParaRPr lang="en-US" dirty="0"/>
          </a:p>
          <a:p>
            <a:pPr marL="228600" indent="-228600">
              <a:buClr>
                <a:schemeClr val="bg2">
                  <a:lumMod val="75000"/>
                </a:schemeClr>
              </a:buClr>
              <a:buSzPts val="1100"/>
              <a:buAutoNum type="arabicPeriod" startAt="6"/>
            </a:pPr>
            <a:endParaRPr lang="en-US" dirty="0"/>
          </a:p>
          <a:p>
            <a:pPr marL="228600" indent="-228600">
              <a:buClr>
                <a:schemeClr val="bg2">
                  <a:lumMod val="75000"/>
                </a:schemeClr>
              </a:buClr>
              <a:buSzPts val="1100"/>
              <a:buAutoNum type="arabicPeriod" startAt="6"/>
            </a:pPr>
            <a:endParaRPr lang="en-US" dirty="0"/>
          </a:p>
          <a:p>
            <a:pPr marL="228600" indent="-228600">
              <a:buClr>
                <a:schemeClr val="dk1"/>
              </a:buClr>
              <a:buSzPts val="1100"/>
              <a:buAutoNum type="arabicPeriod" startAt="6"/>
            </a:pPr>
            <a:endParaRPr lang="en-US" dirty="0"/>
          </a:p>
          <a:p>
            <a:pPr marL="228600" indent="-228600">
              <a:buClr>
                <a:schemeClr val="dk1"/>
              </a:buClr>
              <a:buSzPts val="1100"/>
              <a:buAutoNum type="arabicPeriod" startAt="6"/>
            </a:pPr>
            <a:endParaRPr lang="en-US" dirty="0"/>
          </a:p>
        </p:txBody>
      </p:sp>
      <p:sp>
        <p:nvSpPr>
          <p:cNvPr id="371" name="Google Shape;371;p43"/>
          <p:cNvSpPr txBox="1">
            <a:spLocks noGrp="1"/>
          </p:cNvSpPr>
          <p:nvPr>
            <p:ph type="title"/>
          </p:nvPr>
        </p:nvSpPr>
        <p:spPr>
          <a:xfrm>
            <a:off x="713225" y="445025"/>
            <a:ext cx="7717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Continued:-</a:t>
            </a:r>
            <a:endParaRPr dirty="0"/>
          </a:p>
        </p:txBody>
      </p:sp>
    </p:spTree>
    <p:extLst>
      <p:ext uri="{BB962C8B-B14F-4D97-AF65-F5344CB8AC3E}">
        <p14:creationId xmlns:p14="http://schemas.microsoft.com/office/powerpoint/2010/main" val="3723558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53"/>
          <p:cNvSpPr/>
          <p:nvPr/>
        </p:nvSpPr>
        <p:spPr>
          <a:xfrm>
            <a:off x="4319850" y="12979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3"/>
          <p:cNvSpPr txBox="1">
            <a:spLocks noGrp="1"/>
          </p:cNvSpPr>
          <p:nvPr>
            <p:ph type="title"/>
          </p:nvPr>
        </p:nvSpPr>
        <p:spPr>
          <a:xfrm>
            <a:off x="221831" y="2454612"/>
            <a:ext cx="3931948" cy="1378948"/>
          </a:xfrm>
          <a:prstGeom prst="rect">
            <a:avLst/>
          </a:prstGeom>
        </p:spPr>
        <p:txBody>
          <a:bodyPr spcFirstLastPara="1" wrap="square" lIns="0" tIns="91425" rIns="91425" bIns="91425" anchor="ctr" anchorCtr="0">
            <a:noAutofit/>
          </a:bodyPr>
          <a:lstStyle/>
          <a:p>
            <a:pPr marL="0" lvl="0" indent="0" algn="ctr" rtl="0">
              <a:spcBef>
                <a:spcPts val="0"/>
              </a:spcBef>
              <a:spcAft>
                <a:spcPts val="0"/>
              </a:spcAft>
              <a:buNone/>
            </a:pPr>
            <a:r>
              <a:rPr lang="en-US" dirty="0"/>
              <a:t>Setting up basic app</a:t>
            </a:r>
            <a:endParaRPr dirty="0"/>
          </a:p>
        </p:txBody>
      </p:sp>
      <p:sp>
        <p:nvSpPr>
          <p:cNvPr id="836" name="Google Shape;836;p53"/>
          <p:cNvSpPr txBox="1">
            <a:spLocks noGrp="1"/>
          </p:cNvSpPr>
          <p:nvPr>
            <p:ph type="title" idx="2"/>
          </p:nvPr>
        </p:nvSpPr>
        <p:spPr>
          <a:xfrm>
            <a:off x="1235005" y="911850"/>
            <a:ext cx="1905600" cy="1239900"/>
          </a:xfrm>
          <a:prstGeom prst="rect">
            <a:avLst/>
          </a:prstGeom>
        </p:spPr>
        <p:txBody>
          <a:bodyPr spcFirstLastPara="1" wrap="square" lIns="0" tIns="91425" rIns="91425" bIns="91425" anchor="t" anchorCtr="0">
            <a:noAutofit/>
          </a:bodyPr>
          <a:lstStyle/>
          <a:p>
            <a:pPr marL="0" lvl="0" indent="0" algn="ctr" rtl="0">
              <a:spcBef>
                <a:spcPts val="0"/>
              </a:spcBef>
              <a:spcAft>
                <a:spcPts val="0"/>
              </a:spcAft>
              <a:buNone/>
            </a:pPr>
            <a:r>
              <a:rPr lang="en" dirty="0"/>
              <a:t>02</a:t>
            </a:r>
            <a:endParaRPr dirty="0"/>
          </a:p>
        </p:txBody>
      </p:sp>
      <p:grpSp>
        <p:nvGrpSpPr>
          <p:cNvPr id="837" name="Google Shape;837;p53"/>
          <p:cNvGrpSpPr/>
          <p:nvPr/>
        </p:nvGrpSpPr>
        <p:grpSpPr>
          <a:xfrm>
            <a:off x="4451875" y="1531800"/>
            <a:ext cx="3626225" cy="3027475"/>
            <a:chOff x="3121900" y="2293575"/>
            <a:chExt cx="3626225" cy="3027475"/>
          </a:xfrm>
        </p:grpSpPr>
        <p:sp>
          <p:nvSpPr>
            <p:cNvPr id="838" name="Google Shape;838;p53"/>
            <p:cNvSpPr/>
            <p:nvPr/>
          </p:nvSpPr>
          <p:spPr>
            <a:xfrm>
              <a:off x="5100675" y="3430425"/>
              <a:ext cx="177075" cy="778150"/>
            </a:xfrm>
            <a:custGeom>
              <a:avLst/>
              <a:gdLst/>
              <a:ahLst/>
              <a:cxnLst/>
              <a:rect l="l" t="t" r="r" b="b"/>
              <a:pathLst>
                <a:path w="7083" h="31126" fill="none" extrusionOk="0">
                  <a:moveTo>
                    <a:pt x="1094" y="31126"/>
                  </a:moveTo>
                  <a:cubicBezTo>
                    <a:pt x="5471" y="27904"/>
                    <a:pt x="7082" y="21977"/>
                    <a:pt x="4711" y="16901"/>
                  </a:cubicBezTo>
                  <a:cubicBezTo>
                    <a:pt x="3708" y="14773"/>
                    <a:pt x="2097" y="12980"/>
                    <a:pt x="1277" y="10791"/>
                  </a:cubicBezTo>
                  <a:cubicBezTo>
                    <a:pt x="0" y="7357"/>
                    <a:pt x="821" y="3557"/>
                    <a:pt x="1672" y="1"/>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3"/>
            <p:cNvSpPr/>
            <p:nvPr/>
          </p:nvSpPr>
          <p:spPr>
            <a:xfrm>
              <a:off x="4784550" y="4181200"/>
              <a:ext cx="762950" cy="60050"/>
            </a:xfrm>
            <a:custGeom>
              <a:avLst/>
              <a:gdLst/>
              <a:ahLst/>
              <a:cxnLst/>
              <a:rect l="l" t="t" r="r" b="b"/>
              <a:pathLst>
                <a:path w="30518" h="2402" extrusionOk="0">
                  <a:moveTo>
                    <a:pt x="1156" y="1"/>
                  </a:moveTo>
                  <a:cubicBezTo>
                    <a:pt x="517" y="1"/>
                    <a:pt x="0" y="517"/>
                    <a:pt x="0" y="1156"/>
                  </a:cubicBezTo>
                  <a:lnTo>
                    <a:pt x="0" y="1216"/>
                  </a:lnTo>
                  <a:cubicBezTo>
                    <a:pt x="0" y="1885"/>
                    <a:pt x="517" y="2402"/>
                    <a:pt x="1156" y="2402"/>
                  </a:cubicBezTo>
                  <a:lnTo>
                    <a:pt x="29332" y="2402"/>
                  </a:lnTo>
                  <a:cubicBezTo>
                    <a:pt x="30001" y="2402"/>
                    <a:pt x="30518" y="1885"/>
                    <a:pt x="30518" y="1216"/>
                  </a:cubicBezTo>
                  <a:lnTo>
                    <a:pt x="30518" y="1156"/>
                  </a:lnTo>
                  <a:cubicBezTo>
                    <a:pt x="30518" y="517"/>
                    <a:pt x="30001" y="1"/>
                    <a:pt x="2933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3"/>
            <p:cNvSpPr/>
            <p:nvPr/>
          </p:nvSpPr>
          <p:spPr>
            <a:xfrm>
              <a:off x="3970700" y="2445625"/>
              <a:ext cx="2434725" cy="1462050"/>
            </a:xfrm>
            <a:custGeom>
              <a:avLst/>
              <a:gdLst/>
              <a:ahLst/>
              <a:cxnLst/>
              <a:rect l="l" t="t" r="r" b="b"/>
              <a:pathLst>
                <a:path w="97389" h="58482" extrusionOk="0">
                  <a:moveTo>
                    <a:pt x="1520" y="0"/>
                  </a:moveTo>
                  <a:cubicBezTo>
                    <a:pt x="700" y="0"/>
                    <a:pt x="1" y="669"/>
                    <a:pt x="1" y="1520"/>
                  </a:cubicBezTo>
                  <a:lnTo>
                    <a:pt x="1" y="56931"/>
                  </a:lnTo>
                  <a:cubicBezTo>
                    <a:pt x="1" y="57782"/>
                    <a:pt x="700" y="58481"/>
                    <a:pt x="1520" y="58481"/>
                  </a:cubicBezTo>
                  <a:lnTo>
                    <a:pt x="95869" y="58481"/>
                  </a:lnTo>
                  <a:cubicBezTo>
                    <a:pt x="96720" y="58481"/>
                    <a:pt x="97389" y="57782"/>
                    <a:pt x="97389" y="56931"/>
                  </a:cubicBezTo>
                  <a:lnTo>
                    <a:pt x="97389" y="1520"/>
                  </a:lnTo>
                  <a:cubicBezTo>
                    <a:pt x="97389" y="669"/>
                    <a:pt x="96720" y="0"/>
                    <a:pt x="95869" y="0"/>
                  </a:cubicBezTo>
                  <a:close/>
                </a:path>
              </a:pathLst>
            </a:custGeom>
            <a:solidFill>
              <a:schemeClr val="dk1"/>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3"/>
            <p:cNvSpPr/>
            <p:nvPr/>
          </p:nvSpPr>
          <p:spPr>
            <a:xfrm>
              <a:off x="3970700" y="2445625"/>
              <a:ext cx="2434725" cy="1462050"/>
            </a:xfrm>
            <a:custGeom>
              <a:avLst/>
              <a:gdLst/>
              <a:ahLst/>
              <a:cxnLst/>
              <a:rect l="l" t="t" r="r" b="b"/>
              <a:pathLst>
                <a:path w="97389" h="58482" fill="none" extrusionOk="0">
                  <a:moveTo>
                    <a:pt x="96082" y="58481"/>
                  </a:moveTo>
                  <a:lnTo>
                    <a:pt x="1277" y="58481"/>
                  </a:lnTo>
                  <a:cubicBezTo>
                    <a:pt x="578" y="58481"/>
                    <a:pt x="1" y="57904"/>
                    <a:pt x="1" y="57205"/>
                  </a:cubicBezTo>
                  <a:lnTo>
                    <a:pt x="1" y="1277"/>
                  </a:lnTo>
                  <a:cubicBezTo>
                    <a:pt x="1" y="547"/>
                    <a:pt x="578" y="0"/>
                    <a:pt x="1277" y="0"/>
                  </a:cubicBezTo>
                  <a:lnTo>
                    <a:pt x="95686" y="0"/>
                  </a:lnTo>
                  <a:cubicBezTo>
                    <a:pt x="96629" y="0"/>
                    <a:pt x="97389" y="760"/>
                    <a:pt x="97389" y="1702"/>
                  </a:cubicBezTo>
                  <a:lnTo>
                    <a:pt x="97389" y="57144"/>
                  </a:lnTo>
                  <a:cubicBezTo>
                    <a:pt x="97389" y="57873"/>
                    <a:pt x="96811" y="58481"/>
                    <a:pt x="96082" y="58481"/>
                  </a:cubicBezTo>
                  <a:close/>
                </a:path>
              </a:pathLst>
            </a:custGeom>
            <a:solidFill>
              <a:schemeClr val="dk1"/>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3"/>
            <p:cNvSpPr/>
            <p:nvPr/>
          </p:nvSpPr>
          <p:spPr>
            <a:xfrm>
              <a:off x="3982875" y="2560350"/>
              <a:ext cx="2410400" cy="1235625"/>
            </a:xfrm>
            <a:custGeom>
              <a:avLst/>
              <a:gdLst/>
              <a:ahLst/>
              <a:cxnLst/>
              <a:rect l="l" t="t" r="r" b="b"/>
              <a:pathLst>
                <a:path w="96416" h="49425" extrusionOk="0">
                  <a:moveTo>
                    <a:pt x="0" y="1"/>
                  </a:moveTo>
                  <a:lnTo>
                    <a:pt x="0" y="49424"/>
                  </a:lnTo>
                  <a:lnTo>
                    <a:pt x="96415" y="49424"/>
                  </a:lnTo>
                  <a:lnTo>
                    <a:pt x="96415"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3"/>
            <p:cNvSpPr/>
            <p:nvPr/>
          </p:nvSpPr>
          <p:spPr>
            <a:xfrm>
              <a:off x="4782275" y="273285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3"/>
            <p:cNvSpPr/>
            <p:nvPr/>
          </p:nvSpPr>
          <p:spPr>
            <a:xfrm>
              <a:off x="4108250" y="2732850"/>
              <a:ext cx="600325" cy="586675"/>
            </a:xfrm>
            <a:custGeom>
              <a:avLst/>
              <a:gdLst/>
              <a:ahLst/>
              <a:cxnLst/>
              <a:rect l="l" t="t" r="r" b="b"/>
              <a:pathLst>
                <a:path w="24013" h="23467" extrusionOk="0">
                  <a:moveTo>
                    <a:pt x="0" y="1"/>
                  </a:moveTo>
                  <a:lnTo>
                    <a:pt x="0" y="23466"/>
                  </a:lnTo>
                  <a:lnTo>
                    <a:pt x="24013" y="23466"/>
                  </a:lnTo>
                  <a:lnTo>
                    <a:pt x="24013"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3"/>
            <p:cNvSpPr/>
            <p:nvPr/>
          </p:nvSpPr>
          <p:spPr>
            <a:xfrm>
              <a:off x="4782275" y="305200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3"/>
            <p:cNvSpPr/>
            <p:nvPr/>
          </p:nvSpPr>
          <p:spPr>
            <a:xfrm>
              <a:off x="5289125" y="273285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3"/>
            <p:cNvSpPr/>
            <p:nvPr/>
          </p:nvSpPr>
          <p:spPr>
            <a:xfrm>
              <a:off x="5289125" y="305200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3"/>
            <p:cNvSpPr/>
            <p:nvPr/>
          </p:nvSpPr>
          <p:spPr>
            <a:xfrm>
              <a:off x="5795975" y="273285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3"/>
            <p:cNvSpPr/>
            <p:nvPr/>
          </p:nvSpPr>
          <p:spPr>
            <a:xfrm>
              <a:off x="5795975" y="3052000"/>
              <a:ext cx="433150" cy="264475"/>
            </a:xfrm>
            <a:custGeom>
              <a:avLst/>
              <a:gdLst/>
              <a:ahLst/>
              <a:cxnLst/>
              <a:rect l="l" t="t" r="r" b="b"/>
              <a:pathLst>
                <a:path w="17326" h="10579" extrusionOk="0">
                  <a:moveTo>
                    <a:pt x="0" y="1"/>
                  </a:moveTo>
                  <a:lnTo>
                    <a:pt x="0" y="10578"/>
                  </a:lnTo>
                  <a:lnTo>
                    <a:pt x="17326" y="10578"/>
                  </a:lnTo>
                  <a:lnTo>
                    <a:pt x="1732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3"/>
            <p:cNvSpPr/>
            <p:nvPr/>
          </p:nvSpPr>
          <p:spPr>
            <a:xfrm>
              <a:off x="4120400" y="3400025"/>
              <a:ext cx="536525" cy="25"/>
            </a:xfrm>
            <a:custGeom>
              <a:avLst/>
              <a:gdLst/>
              <a:ahLst/>
              <a:cxnLst/>
              <a:rect l="l" t="t" r="r" b="b"/>
              <a:pathLst>
                <a:path w="21461" h="1" fill="none" extrusionOk="0">
                  <a:moveTo>
                    <a:pt x="1" y="1"/>
                  </a:moveTo>
                  <a:lnTo>
                    <a:pt x="21460"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3"/>
            <p:cNvSpPr/>
            <p:nvPr/>
          </p:nvSpPr>
          <p:spPr>
            <a:xfrm>
              <a:off x="4120400" y="3439550"/>
              <a:ext cx="536525" cy="25"/>
            </a:xfrm>
            <a:custGeom>
              <a:avLst/>
              <a:gdLst/>
              <a:ahLst/>
              <a:cxnLst/>
              <a:rect l="l" t="t" r="r" b="b"/>
              <a:pathLst>
                <a:path w="21461" h="1" fill="none" extrusionOk="0">
                  <a:moveTo>
                    <a:pt x="1" y="1"/>
                  </a:moveTo>
                  <a:lnTo>
                    <a:pt x="21460"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3"/>
            <p:cNvSpPr/>
            <p:nvPr/>
          </p:nvSpPr>
          <p:spPr>
            <a:xfrm>
              <a:off x="4120400" y="3478300"/>
              <a:ext cx="536525" cy="25"/>
            </a:xfrm>
            <a:custGeom>
              <a:avLst/>
              <a:gdLst/>
              <a:ahLst/>
              <a:cxnLst/>
              <a:rect l="l" t="t" r="r" b="b"/>
              <a:pathLst>
                <a:path w="21461" h="1" fill="none" extrusionOk="0">
                  <a:moveTo>
                    <a:pt x="1" y="1"/>
                  </a:moveTo>
                  <a:lnTo>
                    <a:pt x="21460"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3"/>
            <p:cNvSpPr/>
            <p:nvPr/>
          </p:nvSpPr>
          <p:spPr>
            <a:xfrm>
              <a:off x="4120400" y="3517825"/>
              <a:ext cx="536525" cy="25"/>
            </a:xfrm>
            <a:custGeom>
              <a:avLst/>
              <a:gdLst/>
              <a:ahLst/>
              <a:cxnLst/>
              <a:rect l="l" t="t" r="r" b="b"/>
              <a:pathLst>
                <a:path w="21461" h="1" fill="none" extrusionOk="0">
                  <a:moveTo>
                    <a:pt x="1" y="0"/>
                  </a:moveTo>
                  <a:lnTo>
                    <a:pt x="21460" y="0"/>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3"/>
            <p:cNvSpPr/>
            <p:nvPr/>
          </p:nvSpPr>
          <p:spPr>
            <a:xfrm>
              <a:off x="4120400" y="3557325"/>
              <a:ext cx="472675" cy="25"/>
            </a:xfrm>
            <a:custGeom>
              <a:avLst/>
              <a:gdLst/>
              <a:ahLst/>
              <a:cxnLst/>
              <a:rect l="l" t="t" r="r" b="b"/>
              <a:pathLst>
                <a:path w="18907" h="1" fill="none" extrusionOk="0">
                  <a:moveTo>
                    <a:pt x="1" y="1"/>
                  </a:moveTo>
                  <a:lnTo>
                    <a:pt x="18907"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3"/>
            <p:cNvSpPr/>
            <p:nvPr/>
          </p:nvSpPr>
          <p:spPr>
            <a:xfrm>
              <a:off x="3121900" y="4323300"/>
              <a:ext cx="3626225" cy="89700"/>
            </a:xfrm>
            <a:custGeom>
              <a:avLst/>
              <a:gdLst/>
              <a:ahLst/>
              <a:cxnLst/>
              <a:rect l="l" t="t" r="r" b="b"/>
              <a:pathLst>
                <a:path w="145049" h="3588" extrusionOk="0">
                  <a:moveTo>
                    <a:pt x="1" y="1"/>
                  </a:moveTo>
                  <a:lnTo>
                    <a:pt x="1" y="3587"/>
                  </a:lnTo>
                  <a:lnTo>
                    <a:pt x="145049" y="3587"/>
                  </a:lnTo>
                  <a:lnTo>
                    <a:pt x="145049"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3"/>
            <p:cNvSpPr/>
            <p:nvPr/>
          </p:nvSpPr>
          <p:spPr>
            <a:xfrm>
              <a:off x="3329350" y="4353700"/>
              <a:ext cx="53225" cy="967350"/>
            </a:xfrm>
            <a:custGeom>
              <a:avLst/>
              <a:gdLst/>
              <a:ahLst/>
              <a:cxnLst/>
              <a:rect l="l" t="t" r="r" b="b"/>
              <a:pathLst>
                <a:path w="2129" h="38694" extrusionOk="0">
                  <a:moveTo>
                    <a:pt x="1" y="0"/>
                  </a:moveTo>
                  <a:lnTo>
                    <a:pt x="1" y="38694"/>
                  </a:lnTo>
                  <a:lnTo>
                    <a:pt x="2128" y="38694"/>
                  </a:lnTo>
                  <a:lnTo>
                    <a:pt x="212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3"/>
            <p:cNvSpPr/>
            <p:nvPr/>
          </p:nvSpPr>
          <p:spPr>
            <a:xfrm>
              <a:off x="6482150" y="4353700"/>
              <a:ext cx="53225" cy="967350"/>
            </a:xfrm>
            <a:custGeom>
              <a:avLst/>
              <a:gdLst/>
              <a:ahLst/>
              <a:cxnLst/>
              <a:rect l="l" t="t" r="r" b="b"/>
              <a:pathLst>
                <a:path w="2129" h="38694" extrusionOk="0">
                  <a:moveTo>
                    <a:pt x="0" y="0"/>
                  </a:moveTo>
                  <a:lnTo>
                    <a:pt x="0" y="38694"/>
                  </a:lnTo>
                  <a:lnTo>
                    <a:pt x="2128" y="38694"/>
                  </a:lnTo>
                  <a:lnTo>
                    <a:pt x="212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3"/>
            <p:cNvSpPr/>
            <p:nvPr/>
          </p:nvSpPr>
          <p:spPr>
            <a:xfrm>
              <a:off x="5905400" y="2876925"/>
              <a:ext cx="449125" cy="1403700"/>
            </a:xfrm>
            <a:custGeom>
              <a:avLst/>
              <a:gdLst/>
              <a:ahLst/>
              <a:cxnLst/>
              <a:rect l="l" t="t" r="r" b="b"/>
              <a:pathLst>
                <a:path w="17965" h="56148" extrusionOk="0">
                  <a:moveTo>
                    <a:pt x="11958" y="0"/>
                  </a:moveTo>
                  <a:cubicBezTo>
                    <a:pt x="11905" y="0"/>
                    <a:pt x="11850" y="4"/>
                    <a:pt x="11794" y="13"/>
                  </a:cubicBezTo>
                  <a:cubicBezTo>
                    <a:pt x="10517" y="195"/>
                    <a:pt x="10122" y="1806"/>
                    <a:pt x="9970" y="3083"/>
                  </a:cubicBezTo>
                  <a:cubicBezTo>
                    <a:pt x="9848" y="3903"/>
                    <a:pt x="9088" y="5484"/>
                    <a:pt x="8237" y="5818"/>
                  </a:cubicBezTo>
                  <a:cubicBezTo>
                    <a:pt x="8049" y="5889"/>
                    <a:pt x="7887" y="5921"/>
                    <a:pt x="7747" y="5921"/>
                  </a:cubicBezTo>
                  <a:cubicBezTo>
                    <a:pt x="6621" y="5921"/>
                    <a:pt x="6991" y="3850"/>
                    <a:pt x="7721" y="3174"/>
                  </a:cubicBezTo>
                  <a:cubicBezTo>
                    <a:pt x="7933" y="2992"/>
                    <a:pt x="8237" y="2870"/>
                    <a:pt x="8481" y="2688"/>
                  </a:cubicBezTo>
                  <a:cubicBezTo>
                    <a:pt x="8936" y="2414"/>
                    <a:pt x="9636" y="1776"/>
                    <a:pt x="9848" y="1289"/>
                  </a:cubicBezTo>
                  <a:cubicBezTo>
                    <a:pt x="10111" y="612"/>
                    <a:pt x="9901" y="154"/>
                    <a:pt x="9401" y="154"/>
                  </a:cubicBezTo>
                  <a:cubicBezTo>
                    <a:pt x="9206" y="154"/>
                    <a:pt x="8966" y="224"/>
                    <a:pt x="8693" y="378"/>
                  </a:cubicBezTo>
                  <a:cubicBezTo>
                    <a:pt x="7052" y="1320"/>
                    <a:pt x="5654" y="1259"/>
                    <a:pt x="4438" y="2900"/>
                  </a:cubicBezTo>
                  <a:cubicBezTo>
                    <a:pt x="3222" y="4542"/>
                    <a:pt x="2219" y="6426"/>
                    <a:pt x="1885" y="8463"/>
                  </a:cubicBezTo>
                  <a:cubicBezTo>
                    <a:pt x="1642" y="9770"/>
                    <a:pt x="1702" y="11077"/>
                    <a:pt x="1672" y="12384"/>
                  </a:cubicBezTo>
                  <a:cubicBezTo>
                    <a:pt x="1520" y="17946"/>
                    <a:pt x="1672" y="23478"/>
                    <a:pt x="1581" y="29010"/>
                  </a:cubicBezTo>
                  <a:cubicBezTo>
                    <a:pt x="1520" y="31685"/>
                    <a:pt x="1581" y="34451"/>
                    <a:pt x="1155" y="37095"/>
                  </a:cubicBezTo>
                  <a:cubicBezTo>
                    <a:pt x="973" y="38190"/>
                    <a:pt x="365" y="39162"/>
                    <a:pt x="213" y="40196"/>
                  </a:cubicBezTo>
                  <a:cubicBezTo>
                    <a:pt x="0" y="41655"/>
                    <a:pt x="547" y="43509"/>
                    <a:pt x="912" y="45059"/>
                  </a:cubicBezTo>
                  <a:cubicBezTo>
                    <a:pt x="973" y="45393"/>
                    <a:pt x="1064" y="45728"/>
                    <a:pt x="1125" y="46032"/>
                  </a:cubicBezTo>
                  <a:cubicBezTo>
                    <a:pt x="1490" y="48251"/>
                    <a:pt x="2067" y="50804"/>
                    <a:pt x="3556" y="52567"/>
                  </a:cubicBezTo>
                  <a:cubicBezTo>
                    <a:pt x="4739" y="53974"/>
                    <a:pt x="6605" y="54902"/>
                    <a:pt x="8385" y="54902"/>
                  </a:cubicBezTo>
                  <a:cubicBezTo>
                    <a:pt x="9258" y="54902"/>
                    <a:pt x="10111" y="54678"/>
                    <a:pt x="10851" y="54178"/>
                  </a:cubicBezTo>
                  <a:cubicBezTo>
                    <a:pt x="11195" y="53942"/>
                    <a:pt x="11492" y="53844"/>
                    <a:pt x="11751" y="53844"/>
                  </a:cubicBezTo>
                  <a:cubicBezTo>
                    <a:pt x="13011" y="53844"/>
                    <a:pt x="13392" y="56147"/>
                    <a:pt x="13984" y="56147"/>
                  </a:cubicBezTo>
                  <a:cubicBezTo>
                    <a:pt x="14166" y="56147"/>
                    <a:pt x="14368" y="55930"/>
                    <a:pt x="14620" y="55363"/>
                  </a:cubicBezTo>
                  <a:cubicBezTo>
                    <a:pt x="17964" y="47886"/>
                    <a:pt x="10821" y="25241"/>
                    <a:pt x="9757" y="14998"/>
                  </a:cubicBezTo>
                  <a:cubicBezTo>
                    <a:pt x="9696" y="14451"/>
                    <a:pt x="9636" y="13873"/>
                    <a:pt x="9788" y="13326"/>
                  </a:cubicBezTo>
                  <a:cubicBezTo>
                    <a:pt x="10487" y="11107"/>
                    <a:pt x="12797" y="9527"/>
                    <a:pt x="13435" y="7095"/>
                  </a:cubicBezTo>
                  <a:cubicBezTo>
                    <a:pt x="13702" y="6176"/>
                    <a:pt x="14026" y="0"/>
                    <a:pt x="11958" y="0"/>
                  </a:cubicBezTo>
                  <a:close/>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3"/>
            <p:cNvSpPr/>
            <p:nvPr/>
          </p:nvSpPr>
          <p:spPr>
            <a:xfrm>
              <a:off x="4946400" y="2890150"/>
              <a:ext cx="406575" cy="475175"/>
            </a:xfrm>
            <a:custGeom>
              <a:avLst/>
              <a:gdLst/>
              <a:ahLst/>
              <a:cxnLst/>
              <a:rect l="l" t="t" r="r" b="b"/>
              <a:pathLst>
                <a:path w="16263" h="19007" extrusionOk="0">
                  <a:moveTo>
                    <a:pt x="1277" y="1"/>
                  </a:moveTo>
                  <a:lnTo>
                    <a:pt x="1277" y="1"/>
                  </a:lnTo>
                  <a:cubicBezTo>
                    <a:pt x="1338" y="4134"/>
                    <a:pt x="1125" y="7964"/>
                    <a:pt x="882" y="11551"/>
                  </a:cubicBezTo>
                  <a:cubicBezTo>
                    <a:pt x="761" y="13283"/>
                    <a:pt x="639" y="14499"/>
                    <a:pt x="1" y="15958"/>
                  </a:cubicBezTo>
                  <a:cubicBezTo>
                    <a:pt x="2767" y="17113"/>
                    <a:pt x="4712" y="18542"/>
                    <a:pt x="7691" y="18846"/>
                  </a:cubicBezTo>
                  <a:cubicBezTo>
                    <a:pt x="8608" y="18939"/>
                    <a:pt x="9613" y="19007"/>
                    <a:pt x="10633" y="19007"/>
                  </a:cubicBezTo>
                  <a:cubicBezTo>
                    <a:pt x="12624" y="19007"/>
                    <a:pt x="14675" y="18747"/>
                    <a:pt x="16262" y="17904"/>
                  </a:cubicBezTo>
                  <a:cubicBezTo>
                    <a:pt x="14317" y="12736"/>
                    <a:pt x="14803" y="7417"/>
                    <a:pt x="14682" y="2189"/>
                  </a:cubicBezTo>
                  <a:cubicBezTo>
                    <a:pt x="14652" y="1490"/>
                    <a:pt x="14652" y="760"/>
                    <a:pt x="14652" y="61"/>
                  </a:cubicBezTo>
                  <a:lnTo>
                    <a:pt x="1277" y="1"/>
                  </a:lnTo>
                  <a:close/>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3"/>
            <p:cNvSpPr/>
            <p:nvPr/>
          </p:nvSpPr>
          <p:spPr>
            <a:xfrm>
              <a:off x="4354450" y="3154175"/>
              <a:ext cx="1502325" cy="1805950"/>
            </a:xfrm>
            <a:custGeom>
              <a:avLst/>
              <a:gdLst/>
              <a:ahLst/>
              <a:cxnLst/>
              <a:rect l="l" t="t" r="r" b="b"/>
              <a:pathLst>
                <a:path w="60093" h="72238" extrusionOk="0">
                  <a:moveTo>
                    <a:pt x="29401" y="0"/>
                  </a:moveTo>
                  <a:cubicBezTo>
                    <a:pt x="28891" y="0"/>
                    <a:pt x="28382" y="6"/>
                    <a:pt x="27873" y="17"/>
                  </a:cubicBezTo>
                  <a:cubicBezTo>
                    <a:pt x="21825" y="139"/>
                    <a:pt x="8481" y="3361"/>
                    <a:pt x="4833" y="8163"/>
                  </a:cubicBezTo>
                  <a:cubicBezTo>
                    <a:pt x="1" y="14455"/>
                    <a:pt x="2584" y="23604"/>
                    <a:pt x="7508" y="29045"/>
                  </a:cubicBezTo>
                  <a:cubicBezTo>
                    <a:pt x="6080" y="37191"/>
                    <a:pt x="4742" y="45671"/>
                    <a:pt x="4621" y="53969"/>
                  </a:cubicBezTo>
                  <a:cubicBezTo>
                    <a:pt x="4560" y="59805"/>
                    <a:pt x="6080" y="65611"/>
                    <a:pt x="6384" y="71447"/>
                  </a:cubicBezTo>
                  <a:lnTo>
                    <a:pt x="56172" y="72237"/>
                  </a:lnTo>
                  <a:cubicBezTo>
                    <a:pt x="57631" y="59623"/>
                    <a:pt x="57114" y="47313"/>
                    <a:pt x="57175" y="34638"/>
                  </a:cubicBezTo>
                  <a:cubicBezTo>
                    <a:pt x="57175" y="33088"/>
                    <a:pt x="57205" y="31507"/>
                    <a:pt x="57448" y="29957"/>
                  </a:cubicBezTo>
                  <a:cubicBezTo>
                    <a:pt x="57752" y="28346"/>
                    <a:pt x="58299" y="26826"/>
                    <a:pt x="58603" y="25215"/>
                  </a:cubicBezTo>
                  <a:cubicBezTo>
                    <a:pt x="60093" y="17312"/>
                    <a:pt x="55685" y="7494"/>
                    <a:pt x="48360" y="3847"/>
                  </a:cubicBezTo>
                  <a:cubicBezTo>
                    <a:pt x="42552" y="943"/>
                    <a:pt x="35933" y="0"/>
                    <a:pt x="2940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3"/>
            <p:cNvSpPr/>
            <p:nvPr/>
          </p:nvSpPr>
          <p:spPr>
            <a:xfrm>
              <a:off x="4811900" y="2658875"/>
              <a:ext cx="116275" cy="154325"/>
            </a:xfrm>
            <a:custGeom>
              <a:avLst/>
              <a:gdLst/>
              <a:ahLst/>
              <a:cxnLst/>
              <a:rect l="l" t="t" r="r" b="b"/>
              <a:pathLst>
                <a:path w="4651" h="6173" extrusionOk="0">
                  <a:moveTo>
                    <a:pt x="2090" y="0"/>
                  </a:moveTo>
                  <a:cubicBezTo>
                    <a:pt x="1754" y="0"/>
                    <a:pt x="1407" y="86"/>
                    <a:pt x="1065" y="285"/>
                  </a:cubicBezTo>
                  <a:cubicBezTo>
                    <a:pt x="274" y="741"/>
                    <a:pt x="1" y="1653"/>
                    <a:pt x="183" y="2443"/>
                  </a:cubicBezTo>
                  <a:cubicBezTo>
                    <a:pt x="335" y="3203"/>
                    <a:pt x="821" y="3932"/>
                    <a:pt x="1308" y="4601"/>
                  </a:cubicBezTo>
                  <a:cubicBezTo>
                    <a:pt x="1521" y="4905"/>
                    <a:pt x="1764" y="5209"/>
                    <a:pt x="1976" y="5513"/>
                  </a:cubicBezTo>
                  <a:cubicBezTo>
                    <a:pt x="2159" y="5786"/>
                    <a:pt x="2402" y="6090"/>
                    <a:pt x="2797" y="6151"/>
                  </a:cubicBezTo>
                  <a:cubicBezTo>
                    <a:pt x="2876" y="6165"/>
                    <a:pt x="2951" y="6172"/>
                    <a:pt x="3023" y="6172"/>
                  </a:cubicBezTo>
                  <a:cubicBezTo>
                    <a:pt x="4651" y="6172"/>
                    <a:pt x="4644" y="2684"/>
                    <a:pt x="4469" y="1957"/>
                  </a:cubicBezTo>
                  <a:cubicBezTo>
                    <a:pt x="4257" y="1015"/>
                    <a:pt x="3243" y="0"/>
                    <a:pt x="2090" y="0"/>
                  </a:cubicBezTo>
                  <a:close/>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3"/>
            <p:cNvSpPr/>
            <p:nvPr/>
          </p:nvSpPr>
          <p:spPr>
            <a:xfrm>
              <a:off x="5308875" y="2658375"/>
              <a:ext cx="140600" cy="159800"/>
            </a:xfrm>
            <a:custGeom>
              <a:avLst/>
              <a:gdLst/>
              <a:ahLst/>
              <a:cxnLst/>
              <a:rect l="l" t="t" r="r" b="b"/>
              <a:pathLst>
                <a:path w="5624" h="6392" extrusionOk="0">
                  <a:moveTo>
                    <a:pt x="4499" y="1"/>
                  </a:moveTo>
                  <a:cubicBezTo>
                    <a:pt x="2128" y="1"/>
                    <a:pt x="1" y="4712"/>
                    <a:pt x="1520" y="6050"/>
                  </a:cubicBezTo>
                  <a:cubicBezTo>
                    <a:pt x="1672" y="6202"/>
                    <a:pt x="1885" y="6354"/>
                    <a:pt x="2159" y="6384"/>
                  </a:cubicBezTo>
                  <a:cubicBezTo>
                    <a:pt x="2198" y="6389"/>
                    <a:pt x="2238" y="6392"/>
                    <a:pt x="2276" y="6392"/>
                  </a:cubicBezTo>
                  <a:cubicBezTo>
                    <a:pt x="2682" y="6392"/>
                    <a:pt x="3034" y="6114"/>
                    <a:pt x="3283" y="5837"/>
                  </a:cubicBezTo>
                  <a:cubicBezTo>
                    <a:pt x="3314" y="5806"/>
                    <a:pt x="3314" y="5776"/>
                    <a:pt x="3344" y="5776"/>
                  </a:cubicBezTo>
                  <a:cubicBezTo>
                    <a:pt x="4469" y="4499"/>
                    <a:pt x="5229" y="2980"/>
                    <a:pt x="5533" y="1429"/>
                  </a:cubicBezTo>
                  <a:cubicBezTo>
                    <a:pt x="5593" y="1125"/>
                    <a:pt x="5624" y="822"/>
                    <a:pt x="5472" y="548"/>
                  </a:cubicBezTo>
                  <a:cubicBezTo>
                    <a:pt x="5320" y="244"/>
                    <a:pt x="4925" y="1"/>
                    <a:pt x="4499" y="1"/>
                  </a:cubicBezTo>
                  <a:close/>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3"/>
            <p:cNvSpPr/>
            <p:nvPr/>
          </p:nvSpPr>
          <p:spPr>
            <a:xfrm>
              <a:off x="3779000" y="3161425"/>
              <a:ext cx="1187200" cy="1197050"/>
            </a:xfrm>
            <a:custGeom>
              <a:avLst/>
              <a:gdLst/>
              <a:ahLst/>
              <a:cxnLst/>
              <a:rect l="l" t="t" r="r" b="b"/>
              <a:pathLst>
                <a:path w="47488" h="47882" extrusionOk="0">
                  <a:moveTo>
                    <a:pt x="47487" y="1"/>
                  </a:moveTo>
                  <a:cubicBezTo>
                    <a:pt x="46484" y="62"/>
                    <a:pt x="45511" y="183"/>
                    <a:pt x="44508" y="335"/>
                  </a:cubicBezTo>
                  <a:cubicBezTo>
                    <a:pt x="38338" y="1338"/>
                    <a:pt x="32532" y="3831"/>
                    <a:pt x="27517" y="7691"/>
                  </a:cubicBezTo>
                  <a:cubicBezTo>
                    <a:pt x="22593" y="11521"/>
                    <a:pt x="18490" y="16323"/>
                    <a:pt x="14629" y="21247"/>
                  </a:cubicBezTo>
                  <a:cubicBezTo>
                    <a:pt x="11134" y="25715"/>
                    <a:pt x="7790" y="30336"/>
                    <a:pt x="4629" y="35047"/>
                  </a:cubicBezTo>
                  <a:cubicBezTo>
                    <a:pt x="3596" y="36597"/>
                    <a:pt x="2562" y="38147"/>
                    <a:pt x="2015" y="39910"/>
                  </a:cubicBezTo>
                  <a:cubicBezTo>
                    <a:pt x="1" y="46391"/>
                    <a:pt x="5697" y="47881"/>
                    <a:pt x="10702" y="47881"/>
                  </a:cubicBezTo>
                  <a:cubicBezTo>
                    <a:pt x="10908" y="47881"/>
                    <a:pt x="11113" y="47879"/>
                    <a:pt x="11316" y="47874"/>
                  </a:cubicBezTo>
                  <a:cubicBezTo>
                    <a:pt x="15602" y="47783"/>
                    <a:pt x="19888" y="46293"/>
                    <a:pt x="23201" y="43558"/>
                  </a:cubicBezTo>
                  <a:cubicBezTo>
                    <a:pt x="24569" y="42433"/>
                    <a:pt x="25754" y="41156"/>
                    <a:pt x="26970" y="39849"/>
                  </a:cubicBezTo>
                  <a:cubicBezTo>
                    <a:pt x="29158" y="37478"/>
                    <a:pt x="31347" y="35381"/>
                    <a:pt x="32806" y="32524"/>
                  </a:cubicBezTo>
                  <a:cubicBezTo>
                    <a:pt x="33779" y="30609"/>
                    <a:pt x="34842" y="28725"/>
                    <a:pt x="35876" y="26840"/>
                  </a:cubicBezTo>
                  <a:cubicBezTo>
                    <a:pt x="36500" y="25711"/>
                    <a:pt x="40031" y="17983"/>
                    <a:pt x="41807" y="17983"/>
                  </a:cubicBezTo>
                  <a:cubicBezTo>
                    <a:pt x="41847" y="17983"/>
                    <a:pt x="41886" y="17987"/>
                    <a:pt x="41925" y="17995"/>
                  </a:cubicBezTo>
                  <a:cubicBezTo>
                    <a:pt x="42806" y="18177"/>
                    <a:pt x="43718" y="18329"/>
                    <a:pt x="44660" y="18451"/>
                  </a:cubicBezTo>
                  <a:cubicBezTo>
                    <a:pt x="44660" y="16141"/>
                    <a:pt x="44812" y="13831"/>
                    <a:pt x="44903" y="11521"/>
                  </a:cubicBezTo>
                  <a:cubicBezTo>
                    <a:pt x="44964" y="10274"/>
                    <a:pt x="45025" y="9028"/>
                    <a:pt x="45055" y="7782"/>
                  </a:cubicBezTo>
                  <a:cubicBezTo>
                    <a:pt x="45055" y="6961"/>
                    <a:pt x="44599" y="5746"/>
                    <a:pt x="44812" y="4986"/>
                  </a:cubicBezTo>
                  <a:cubicBezTo>
                    <a:pt x="45299" y="3131"/>
                    <a:pt x="46241" y="1399"/>
                    <a:pt x="4748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3"/>
            <p:cNvSpPr/>
            <p:nvPr/>
          </p:nvSpPr>
          <p:spPr>
            <a:xfrm>
              <a:off x="5270125" y="3176625"/>
              <a:ext cx="1074500" cy="1191450"/>
            </a:xfrm>
            <a:custGeom>
              <a:avLst/>
              <a:gdLst/>
              <a:ahLst/>
              <a:cxnLst/>
              <a:rect l="l" t="t" r="r" b="b"/>
              <a:pathLst>
                <a:path w="42980" h="47658" extrusionOk="0">
                  <a:moveTo>
                    <a:pt x="0" y="1"/>
                  </a:moveTo>
                  <a:lnTo>
                    <a:pt x="0" y="17843"/>
                  </a:lnTo>
                  <a:cubicBezTo>
                    <a:pt x="943" y="17721"/>
                    <a:pt x="1854" y="17569"/>
                    <a:pt x="2736" y="17387"/>
                  </a:cubicBezTo>
                  <a:cubicBezTo>
                    <a:pt x="2738" y="17386"/>
                    <a:pt x="2740" y="17386"/>
                    <a:pt x="2742" y="17386"/>
                  </a:cubicBezTo>
                  <a:cubicBezTo>
                    <a:pt x="3322" y="17386"/>
                    <a:pt x="13409" y="34870"/>
                    <a:pt x="14681" y="36567"/>
                  </a:cubicBezTo>
                  <a:cubicBezTo>
                    <a:pt x="18299" y="41369"/>
                    <a:pt x="22676" y="46324"/>
                    <a:pt x="28907" y="47448"/>
                  </a:cubicBezTo>
                  <a:cubicBezTo>
                    <a:pt x="29686" y="47584"/>
                    <a:pt x="30520" y="47657"/>
                    <a:pt x="31374" y="47657"/>
                  </a:cubicBezTo>
                  <a:cubicBezTo>
                    <a:pt x="35282" y="47657"/>
                    <a:pt x="39583" y="46132"/>
                    <a:pt x="40731" y="42190"/>
                  </a:cubicBezTo>
                  <a:cubicBezTo>
                    <a:pt x="42980" y="34439"/>
                    <a:pt x="34530" y="24560"/>
                    <a:pt x="30062" y="19089"/>
                  </a:cubicBezTo>
                  <a:cubicBezTo>
                    <a:pt x="24408" y="12098"/>
                    <a:pt x="15411" y="1916"/>
                    <a:pt x="5776" y="791"/>
                  </a:cubicBezTo>
                  <a:cubicBezTo>
                    <a:pt x="2979" y="487"/>
                    <a:pt x="2827" y="396"/>
                    <a:pt x="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3"/>
            <p:cNvSpPr/>
            <p:nvPr/>
          </p:nvSpPr>
          <p:spPr>
            <a:xfrm>
              <a:off x="4830150" y="2293575"/>
              <a:ext cx="587425" cy="669775"/>
            </a:xfrm>
            <a:custGeom>
              <a:avLst/>
              <a:gdLst/>
              <a:ahLst/>
              <a:cxnLst/>
              <a:rect l="l" t="t" r="r" b="b"/>
              <a:pathLst>
                <a:path w="23497" h="26791" extrusionOk="0">
                  <a:moveTo>
                    <a:pt x="14151" y="1"/>
                  </a:moveTo>
                  <a:cubicBezTo>
                    <a:pt x="13696" y="1"/>
                    <a:pt x="13293" y="262"/>
                    <a:pt x="12918" y="550"/>
                  </a:cubicBezTo>
                  <a:cubicBezTo>
                    <a:pt x="12554" y="824"/>
                    <a:pt x="12159" y="1128"/>
                    <a:pt x="11672" y="1158"/>
                  </a:cubicBezTo>
                  <a:cubicBezTo>
                    <a:pt x="9301" y="1340"/>
                    <a:pt x="6687" y="1553"/>
                    <a:pt x="4681" y="3134"/>
                  </a:cubicBezTo>
                  <a:cubicBezTo>
                    <a:pt x="2705" y="4684"/>
                    <a:pt x="1520" y="7176"/>
                    <a:pt x="1003" y="9578"/>
                  </a:cubicBezTo>
                  <a:cubicBezTo>
                    <a:pt x="0" y="14623"/>
                    <a:pt x="1186" y="20186"/>
                    <a:pt x="3860" y="24563"/>
                  </a:cubicBezTo>
                  <a:cubicBezTo>
                    <a:pt x="4286" y="25323"/>
                    <a:pt x="4803" y="26022"/>
                    <a:pt x="5563" y="26447"/>
                  </a:cubicBezTo>
                  <a:cubicBezTo>
                    <a:pt x="5867" y="26630"/>
                    <a:pt x="6231" y="26721"/>
                    <a:pt x="6596" y="26751"/>
                  </a:cubicBezTo>
                  <a:cubicBezTo>
                    <a:pt x="6711" y="26762"/>
                    <a:pt x="6828" y="26766"/>
                    <a:pt x="6947" y="26766"/>
                  </a:cubicBezTo>
                  <a:cubicBezTo>
                    <a:pt x="8207" y="26766"/>
                    <a:pt x="9644" y="26221"/>
                    <a:pt x="10700" y="26082"/>
                  </a:cubicBezTo>
                  <a:cubicBezTo>
                    <a:pt x="11448" y="25980"/>
                    <a:pt x="12206" y="25920"/>
                    <a:pt x="12961" y="25920"/>
                  </a:cubicBezTo>
                  <a:cubicBezTo>
                    <a:pt x="14228" y="25920"/>
                    <a:pt x="15487" y="26089"/>
                    <a:pt x="16687" y="26508"/>
                  </a:cubicBezTo>
                  <a:cubicBezTo>
                    <a:pt x="17226" y="26690"/>
                    <a:pt x="17723" y="26791"/>
                    <a:pt x="18175" y="26791"/>
                  </a:cubicBezTo>
                  <a:cubicBezTo>
                    <a:pt x="19226" y="26791"/>
                    <a:pt x="20028" y="26246"/>
                    <a:pt x="20517" y="24927"/>
                  </a:cubicBezTo>
                  <a:cubicBezTo>
                    <a:pt x="21399" y="22617"/>
                    <a:pt x="22432" y="20246"/>
                    <a:pt x="22888" y="17784"/>
                  </a:cubicBezTo>
                  <a:cubicBezTo>
                    <a:pt x="23496" y="14532"/>
                    <a:pt x="23314" y="11097"/>
                    <a:pt x="22068" y="7997"/>
                  </a:cubicBezTo>
                  <a:cubicBezTo>
                    <a:pt x="20852" y="4957"/>
                    <a:pt x="18815" y="2252"/>
                    <a:pt x="16353" y="64"/>
                  </a:cubicBezTo>
                  <a:cubicBezTo>
                    <a:pt x="15988" y="459"/>
                    <a:pt x="15502" y="763"/>
                    <a:pt x="14955" y="945"/>
                  </a:cubicBezTo>
                  <a:cubicBezTo>
                    <a:pt x="15168" y="520"/>
                    <a:pt x="14681" y="3"/>
                    <a:pt x="14225" y="3"/>
                  </a:cubicBezTo>
                  <a:cubicBezTo>
                    <a:pt x="14201" y="1"/>
                    <a:pt x="14176" y="1"/>
                    <a:pt x="1415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3"/>
            <p:cNvSpPr/>
            <p:nvPr/>
          </p:nvSpPr>
          <p:spPr>
            <a:xfrm>
              <a:off x="4811150" y="2999875"/>
              <a:ext cx="701400" cy="433025"/>
            </a:xfrm>
            <a:custGeom>
              <a:avLst/>
              <a:gdLst/>
              <a:ahLst/>
              <a:cxnLst/>
              <a:rect l="l" t="t" r="r" b="b"/>
              <a:pathLst>
                <a:path w="28056" h="17321" extrusionOk="0">
                  <a:moveTo>
                    <a:pt x="13242" y="0"/>
                  </a:moveTo>
                  <a:cubicBezTo>
                    <a:pt x="10451" y="0"/>
                    <a:pt x="7662" y="260"/>
                    <a:pt x="4924" y="779"/>
                  </a:cubicBezTo>
                  <a:cubicBezTo>
                    <a:pt x="3952" y="961"/>
                    <a:pt x="2949" y="1204"/>
                    <a:pt x="2128" y="1751"/>
                  </a:cubicBezTo>
                  <a:cubicBezTo>
                    <a:pt x="699" y="2694"/>
                    <a:pt x="0" y="4487"/>
                    <a:pt x="61" y="6189"/>
                  </a:cubicBezTo>
                  <a:cubicBezTo>
                    <a:pt x="122" y="7891"/>
                    <a:pt x="851" y="9502"/>
                    <a:pt x="1824" y="10900"/>
                  </a:cubicBezTo>
                  <a:cubicBezTo>
                    <a:pt x="4751" y="15139"/>
                    <a:pt x="9591" y="17321"/>
                    <a:pt x="14578" y="17321"/>
                  </a:cubicBezTo>
                  <a:cubicBezTo>
                    <a:pt x="16064" y="17321"/>
                    <a:pt x="17563" y="17127"/>
                    <a:pt x="19028" y="16736"/>
                  </a:cubicBezTo>
                  <a:cubicBezTo>
                    <a:pt x="23922" y="15429"/>
                    <a:pt x="28056" y="9502"/>
                    <a:pt x="27812" y="4487"/>
                  </a:cubicBezTo>
                  <a:cubicBezTo>
                    <a:pt x="27752" y="3727"/>
                    <a:pt x="27600" y="2906"/>
                    <a:pt x="27022" y="2390"/>
                  </a:cubicBezTo>
                  <a:cubicBezTo>
                    <a:pt x="26688" y="2086"/>
                    <a:pt x="26232" y="1964"/>
                    <a:pt x="25806" y="1812"/>
                  </a:cubicBezTo>
                  <a:cubicBezTo>
                    <a:pt x="21735" y="602"/>
                    <a:pt x="17487" y="0"/>
                    <a:pt x="1324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53"/>
            <p:cNvSpPr/>
            <p:nvPr/>
          </p:nvSpPr>
          <p:spPr>
            <a:xfrm>
              <a:off x="6110550" y="2659150"/>
              <a:ext cx="150500" cy="347300"/>
            </a:xfrm>
            <a:custGeom>
              <a:avLst/>
              <a:gdLst/>
              <a:ahLst/>
              <a:cxnLst/>
              <a:rect l="l" t="t" r="r" b="b"/>
              <a:pathLst>
                <a:path w="6020" h="13892" fill="none" extrusionOk="0">
                  <a:moveTo>
                    <a:pt x="1" y="13891"/>
                  </a:moveTo>
                  <a:lnTo>
                    <a:pt x="6019" y="0"/>
                  </a:ln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53"/>
            <p:cNvSpPr/>
            <p:nvPr/>
          </p:nvSpPr>
          <p:spPr>
            <a:xfrm>
              <a:off x="4361300" y="2956250"/>
              <a:ext cx="134525" cy="158100"/>
            </a:xfrm>
            <a:custGeom>
              <a:avLst/>
              <a:gdLst/>
              <a:ahLst/>
              <a:cxnLst/>
              <a:rect l="l" t="t" r="r" b="b"/>
              <a:pathLst>
                <a:path w="5381" h="6324" extrusionOk="0">
                  <a:moveTo>
                    <a:pt x="0" y="1"/>
                  </a:moveTo>
                  <a:lnTo>
                    <a:pt x="0" y="6323"/>
                  </a:lnTo>
                  <a:lnTo>
                    <a:pt x="5380" y="3071"/>
                  </a:lnTo>
                  <a:lnTo>
                    <a:pt x="0"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3"/>
            <p:cNvSpPr/>
            <p:nvPr/>
          </p:nvSpPr>
          <p:spPr>
            <a:xfrm>
              <a:off x="4519350" y="3694875"/>
              <a:ext cx="1229525" cy="1535750"/>
            </a:xfrm>
            <a:custGeom>
              <a:avLst/>
              <a:gdLst/>
              <a:ahLst/>
              <a:cxnLst/>
              <a:rect l="l" t="t" r="r" b="b"/>
              <a:pathLst>
                <a:path w="49181" h="61430" extrusionOk="0">
                  <a:moveTo>
                    <a:pt x="24013" y="0"/>
                  </a:moveTo>
                  <a:cubicBezTo>
                    <a:pt x="10730" y="0"/>
                    <a:pt x="0" y="10760"/>
                    <a:pt x="0" y="24013"/>
                  </a:cubicBezTo>
                  <a:lnTo>
                    <a:pt x="0" y="61430"/>
                  </a:lnTo>
                  <a:lnTo>
                    <a:pt x="49181" y="61430"/>
                  </a:lnTo>
                  <a:lnTo>
                    <a:pt x="49181" y="24013"/>
                  </a:lnTo>
                  <a:cubicBezTo>
                    <a:pt x="49181" y="10760"/>
                    <a:pt x="38451" y="0"/>
                    <a:pt x="2516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53"/>
          <p:cNvGrpSpPr/>
          <p:nvPr/>
        </p:nvGrpSpPr>
        <p:grpSpPr>
          <a:xfrm>
            <a:off x="7401250" y="2735393"/>
            <a:ext cx="1671184" cy="2440924"/>
            <a:chOff x="6795049" y="1179275"/>
            <a:chExt cx="1268451" cy="1852694"/>
          </a:xfrm>
        </p:grpSpPr>
        <p:sp>
          <p:nvSpPr>
            <p:cNvPr id="871" name="Google Shape;871;p53"/>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3"/>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3"/>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3"/>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3"/>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3"/>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3"/>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1FB82A-02D7-B07F-1B92-D5C2DC1618AA}"/>
              </a:ext>
            </a:extLst>
          </p:cNvPr>
          <p:cNvSpPr>
            <a:spLocks noGrp="1"/>
          </p:cNvSpPr>
          <p:nvPr>
            <p:ph type="title"/>
          </p:nvPr>
        </p:nvSpPr>
        <p:spPr/>
        <p:txBody>
          <a:bodyPr/>
          <a:lstStyle/>
          <a:p>
            <a:r>
              <a:rPr lang="en-US" dirty="0"/>
              <a:t>Creating main app window</a:t>
            </a:r>
          </a:p>
        </p:txBody>
      </p:sp>
      <p:sp>
        <p:nvSpPr>
          <p:cNvPr id="2" name="Text Placeholder 1">
            <a:extLst>
              <a:ext uri="{FF2B5EF4-FFF2-40B4-BE49-F238E27FC236}">
                <a16:creationId xmlns:a16="http://schemas.microsoft.com/office/drawing/2014/main" id="{DAD3DFFC-856A-3151-6514-004E0287D550}"/>
              </a:ext>
            </a:extLst>
          </p:cNvPr>
          <p:cNvSpPr>
            <a:spLocks noGrp="1"/>
          </p:cNvSpPr>
          <p:nvPr>
            <p:ph type="subTitle" idx="1"/>
          </p:nvPr>
        </p:nvSpPr>
        <p:spPr/>
        <p:txBody>
          <a:bodyPr/>
          <a:lstStyle/>
          <a:p>
            <a:pPr marL="152400" indent="0">
              <a:buNone/>
            </a:pPr>
            <a:r>
              <a:rPr lang="en-US" sz="1200" dirty="0"/>
              <a:t>from </a:t>
            </a:r>
            <a:r>
              <a:rPr lang="en-US" sz="1200" dirty="0" err="1"/>
              <a:t>tkinter</a:t>
            </a:r>
            <a:r>
              <a:rPr lang="en-US" sz="1200" dirty="0"/>
              <a:t> import *</a:t>
            </a:r>
          </a:p>
          <a:p>
            <a:pPr marL="152400" indent="0">
              <a:buNone/>
            </a:pPr>
            <a:r>
              <a:rPr lang="en-US" sz="1200" dirty="0"/>
              <a:t>import customtkinter</a:t>
            </a:r>
          </a:p>
          <a:p>
            <a:pPr marL="152400" indent="0">
              <a:buNone/>
            </a:pPr>
            <a:r>
              <a:rPr lang="en-US" sz="1200" dirty="0"/>
              <a:t>import </a:t>
            </a:r>
            <a:r>
              <a:rPr lang="en-US" sz="1200" dirty="0" err="1"/>
              <a:t>pygame</a:t>
            </a:r>
            <a:endParaRPr lang="en-US" sz="1200" dirty="0"/>
          </a:p>
          <a:p>
            <a:pPr marL="152400" indent="0">
              <a:buNone/>
            </a:pPr>
            <a:r>
              <a:rPr lang="en-US" sz="1200" dirty="0"/>
              <a:t>from </a:t>
            </a:r>
            <a:r>
              <a:rPr lang="en-US" sz="1200" dirty="0" err="1"/>
              <a:t>tkinter</a:t>
            </a:r>
            <a:r>
              <a:rPr lang="en-US" sz="1200" dirty="0"/>
              <a:t> import </a:t>
            </a:r>
            <a:r>
              <a:rPr lang="en-US" sz="1200" dirty="0" err="1"/>
              <a:t>filedialog</a:t>
            </a:r>
            <a:endParaRPr lang="en-US" sz="1200" dirty="0"/>
          </a:p>
          <a:p>
            <a:pPr marL="152400" indent="0">
              <a:buNone/>
            </a:pPr>
            <a:r>
              <a:rPr lang="en-US" sz="1200" dirty="0"/>
              <a:t>import time</a:t>
            </a:r>
          </a:p>
          <a:p>
            <a:pPr marL="152400" indent="0">
              <a:buNone/>
            </a:pPr>
            <a:r>
              <a:rPr lang="en-US" sz="1200" dirty="0"/>
              <a:t>from mutagen.mp3 import MP3</a:t>
            </a:r>
          </a:p>
          <a:p>
            <a:pPr marL="152400" indent="0">
              <a:buNone/>
            </a:pPr>
            <a:r>
              <a:rPr lang="en-US" sz="1200" dirty="0"/>
              <a:t>from PIL import Image, </a:t>
            </a:r>
            <a:r>
              <a:rPr lang="en-US" sz="1200" dirty="0" err="1"/>
              <a:t>ImageTk</a:t>
            </a:r>
            <a:endParaRPr lang="en-US" sz="1200" dirty="0"/>
          </a:p>
          <a:p>
            <a:pPr marL="152400" indent="0">
              <a:buNone/>
            </a:pPr>
            <a:r>
              <a:rPr lang="en-US" sz="1200" dirty="0"/>
              <a:t>import </a:t>
            </a:r>
            <a:r>
              <a:rPr lang="en-US" sz="1200" dirty="0" err="1"/>
              <a:t>tkinter</a:t>
            </a:r>
            <a:endParaRPr lang="en-US" sz="1200" dirty="0"/>
          </a:p>
          <a:p>
            <a:pPr marL="152400" indent="0">
              <a:buNone/>
            </a:pPr>
            <a:endParaRPr lang="en-US" sz="1200" dirty="0"/>
          </a:p>
          <a:p>
            <a:pPr marL="152400" indent="0">
              <a:buNone/>
            </a:pPr>
            <a:r>
              <a:rPr lang="en-US" sz="1200" dirty="0"/>
              <a:t>root = </a:t>
            </a:r>
            <a:r>
              <a:rPr lang="en-US" sz="1200" dirty="0" err="1"/>
              <a:t>customtkinter.CTk</a:t>
            </a:r>
            <a:r>
              <a:rPr lang="en-US" sz="1200" dirty="0"/>
              <a:t>()</a:t>
            </a:r>
          </a:p>
          <a:p>
            <a:pPr marL="152400" indent="0">
              <a:buNone/>
            </a:pPr>
            <a:r>
              <a:rPr lang="en-US" sz="1200" dirty="0" err="1"/>
              <a:t>root.title</a:t>
            </a:r>
            <a:r>
              <a:rPr lang="en-US" sz="1200" dirty="0"/>
              <a:t>('Music Player')</a:t>
            </a:r>
          </a:p>
          <a:p>
            <a:pPr marL="152400" indent="0">
              <a:buNone/>
            </a:pPr>
            <a:r>
              <a:rPr lang="en-US" sz="1200" dirty="0" err="1"/>
              <a:t>root.geometry</a:t>
            </a:r>
            <a:r>
              <a:rPr lang="en-US" sz="1200" dirty="0"/>
              <a:t>('920x450')</a:t>
            </a:r>
          </a:p>
          <a:p>
            <a:pPr marL="152400" indent="0">
              <a:buNone/>
            </a:pPr>
            <a:r>
              <a:rPr lang="en-US" sz="1200" dirty="0" err="1"/>
              <a:t>root.resizable</a:t>
            </a:r>
            <a:r>
              <a:rPr lang="en-US" sz="1200" dirty="0"/>
              <a:t>(width=FALSE, height=FALSE)</a:t>
            </a:r>
          </a:p>
          <a:p>
            <a:pPr marL="152400" indent="0">
              <a:buNone/>
            </a:pPr>
            <a:r>
              <a:rPr lang="en-US" sz="1200" dirty="0" err="1"/>
              <a:t>customtkinter.set_appearance_mode</a:t>
            </a:r>
            <a:r>
              <a:rPr lang="en-US" sz="1200" dirty="0"/>
              <a:t>('system’)</a:t>
            </a:r>
          </a:p>
          <a:p>
            <a:pPr marL="152400" indent="0">
              <a:buNone/>
            </a:pPr>
            <a:r>
              <a:rPr lang="en-US" sz="1200" dirty="0" err="1"/>
              <a:t>customtkinter.set_default_color_theme</a:t>
            </a:r>
            <a:r>
              <a:rPr lang="en-US" sz="1200" dirty="0"/>
              <a:t>('blue’)</a:t>
            </a:r>
          </a:p>
          <a:p>
            <a:pPr marL="152400" indent="0">
              <a:buNone/>
            </a:pPr>
            <a:endParaRPr lang="en-US" sz="1200" dirty="0"/>
          </a:p>
          <a:p>
            <a:pPr marL="152400" indent="0">
              <a:buNone/>
            </a:pPr>
            <a:r>
              <a:rPr lang="en-US" sz="1200" dirty="0" err="1"/>
              <a:t>pygame.mixer.init</a:t>
            </a:r>
            <a:r>
              <a:rPr lang="en-US" sz="1200" dirty="0"/>
              <a:t>()</a:t>
            </a:r>
          </a:p>
          <a:p>
            <a:pPr marL="152400" indent="0">
              <a:buNone/>
            </a:pPr>
            <a:endParaRPr lang="en-US" dirty="0"/>
          </a:p>
          <a:p>
            <a:pPr marL="152400" indent="0">
              <a:buNone/>
            </a:pPr>
            <a:endParaRPr lang="en-US" dirty="0"/>
          </a:p>
        </p:txBody>
      </p:sp>
      <p:sp>
        <p:nvSpPr>
          <p:cNvPr id="4" name="Subtitle 3">
            <a:extLst>
              <a:ext uri="{FF2B5EF4-FFF2-40B4-BE49-F238E27FC236}">
                <a16:creationId xmlns:a16="http://schemas.microsoft.com/office/drawing/2014/main" id="{FE3DF501-0769-5100-EE5A-36A274BC127B}"/>
              </a:ext>
            </a:extLst>
          </p:cNvPr>
          <p:cNvSpPr>
            <a:spLocks noGrp="1"/>
          </p:cNvSpPr>
          <p:nvPr>
            <p:ph type="subTitle" idx="2"/>
          </p:nvPr>
        </p:nvSpPr>
        <p:spPr/>
        <p:txBody>
          <a:bodyPr/>
          <a:lstStyle/>
          <a:p>
            <a:pPr marL="114300" indent="0">
              <a:buNone/>
            </a:pPr>
            <a:r>
              <a:rPr lang="en-US" sz="1400" dirty="0"/>
              <a:t>The </a:t>
            </a:r>
            <a:r>
              <a:rPr lang="en-US" sz="1400" dirty="0" err="1"/>
              <a:t>CTk</a:t>
            </a:r>
            <a:r>
              <a:rPr lang="en-US" sz="1400" dirty="0"/>
              <a:t> class forms the basis of any </a:t>
            </a:r>
            <a:r>
              <a:rPr lang="en-US" sz="1400" dirty="0" err="1"/>
              <a:t>CustomTkinter</a:t>
            </a:r>
            <a:r>
              <a:rPr lang="en-US" sz="1400" dirty="0"/>
              <a:t> program. It creates the main app window. An app is started by calling the ‘.</a:t>
            </a:r>
            <a:r>
              <a:rPr lang="en-US" sz="1400" dirty="0" err="1"/>
              <a:t>mainloop</a:t>
            </a:r>
            <a:r>
              <a:rPr lang="en-US" sz="1400" dirty="0"/>
              <a:t>()’ method.</a:t>
            </a:r>
          </a:p>
          <a:p>
            <a:pPr marL="114300" indent="0">
              <a:buNone/>
            </a:pPr>
            <a:r>
              <a:rPr lang="en-US" sz="1400" dirty="0"/>
              <a:t>When you set the appearance mode to "system", the current mode is read from the operating system. If the appearance mode of the operating system changes, the program will adapt .By default all colors are set by the color theme. Currently we set the theme to "blue".</a:t>
            </a:r>
          </a:p>
          <a:p>
            <a:pPr marL="114300" indent="0">
              <a:buNone/>
            </a:pPr>
            <a:endParaRPr lang="en-US" sz="1400" dirty="0"/>
          </a:p>
          <a:p>
            <a:pPr marL="114300" indent="0">
              <a:buNone/>
            </a:pPr>
            <a:r>
              <a:rPr lang="en-US" sz="1400" dirty="0"/>
              <a:t>Also initializing the ‘</a:t>
            </a:r>
            <a:r>
              <a:rPr lang="en-US" sz="1400" dirty="0" err="1"/>
              <a:t>pygame</a:t>
            </a:r>
            <a:r>
              <a:rPr lang="en-US" sz="1400" dirty="0"/>
              <a:t>’ mixer for audio playback</a:t>
            </a:r>
          </a:p>
        </p:txBody>
      </p:sp>
    </p:spTree>
    <p:extLst>
      <p:ext uri="{BB962C8B-B14F-4D97-AF65-F5344CB8AC3E}">
        <p14:creationId xmlns:p14="http://schemas.microsoft.com/office/powerpoint/2010/main" val="4154518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p53"/>
          <p:cNvSpPr/>
          <p:nvPr/>
        </p:nvSpPr>
        <p:spPr>
          <a:xfrm>
            <a:off x="5391095" y="1421928"/>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3"/>
          <p:cNvSpPr txBox="1">
            <a:spLocks noGrp="1"/>
          </p:cNvSpPr>
          <p:nvPr>
            <p:ph type="title"/>
          </p:nvPr>
        </p:nvSpPr>
        <p:spPr>
          <a:xfrm>
            <a:off x="172928" y="1976877"/>
            <a:ext cx="4510442" cy="2301760"/>
          </a:xfrm>
          <a:prstGeom prst="rect">
            <a:avLst/>
          </a:prstGeom>
        </p:spPr>
        <p:txBody>
          <a:bodyPr spcFirstLastPara="1" wrap="square" lIns="0" tIns="91425" rIns="91425" bIns="91425" anchor="ctr" anchorCtr="0">
            <a:noAutofit/>
          </a:bodyPr>
          <a:lstStyle/>
          <a:p>
            <a:pPr marL="0" lvl="0" indent="0" algn="ctr" rtl="0">
              <a:spcBef>
                <a:spcPts val="0"/>
              </a:spcBef>
              <a:spcAft>
                <a:spcPts val="0"/>
              </a:spcAft>
              <a:buNone/>
            </a:pPr>
            <a:r>
              <a:rPr lang="en-US" dirty="0"/>
              <a:t>Basic Functions </a:t>
            </a:r>
            <a:endParaRPr dirty="0"/>
          </a:p>
        </p:txBody>
      </p:sp>
      <p:sp>
        <p:nvSpPr>
          <p:cNvPr id="836" name="Google Shape;836;p53"/>
          <p:cNvSpPr txBox="1">
            <a:spLocks noGrp="1"/>
          </p:cNvSpPr>
          <p:nvPr>
            <p:ph type="title" idx="2"/>
          </p:nvPr>
        </p:nvSpPr>
        <p:spPr>
          <a:xfrm>
            <a:off x="1235005" y="911850"/>
            <a:ext cx="1905600" cy="1239900"/>
          </a:xfrm>
          <a:prstGeom prst="rect">
            <a:avLst/>
          </a:prstGeom>
        </p:spPr>
        <p:txBody>
          <a:bodyPr spcFirstLastPara="1" wrap="square" lIns="0" tIns="91425" rIns="91425" bIns="91425" anchor="t" anchorCtr="0">
            <a:noAutofit/>
          </a:bodyPr>
          <a:lstStyle/>
          <a:p>
            <a:pPr marL="0" lvl="0" indent="0" algn="ctr" rtl="0">
              <a:spcBef>
                <a:spcPts val="0"/>
              </a:spcBef>
              <a:spcAft>
                <a:spcPts val="0"/>
              </a:spcAft>
              <a:buNone/>
            </a:pPr>
            <a:r>
              <a:rPr lang="en" dirty="0"/>
              <a:t>03</a:t>
            </a:r>
            <a:endParaRPr dirty="0"/>
          </a:p>
        </p:txBody>
      </p:sp>
      <p:grpSp>
        <p:nvGrpSpPr>
          <p:cNvPr id="2" name="Google Shape;679;p49">
            <a:extLst>
              <a:ext uri="{FF2B5EF4-FFF2-40B4-BE49-F238E27FC236}">
                <a16:creationId xmlns:a16="http://schemas.microsoft.com/office/drawing/2014/main" id="{6448D895-2B8F-F51E-9C9A-CCD1B7C87872}"/>
              </a:ext>
            </a:extLst>
          </p:cNvPr>
          <p:cNvGrpSpPr/>
          <p:nvPr/>
        </p:nvGrpSpPr>
        <p:grpSpPr>
          <a:xfrm>
            <a:off x="5166953" y="1573130"/>
            <a:ext cx="2625203" cy="2874889"/>
            <a:chOff x="5807650" y="1609575"/>
            <a:chExt cx="2505443" cy="2743738"/>
          </a:xfrm>
        </p:grpSpPr>
        <p:sp>
          <p:nvSpPr>
            <p:cNvPr id="3" name="Google Shape;680;p49">
              <a:extLst>
                <a:ext uri="{FF2B5EF4-FFF2-40B4-BE49-F238E27FC236}">
                  <a16:creationId xmlns:a16="http://schemas.microsoft.com/office/drawing/2014/main" id="{5B3C2C29-2284-BB21-F33C-EC58763BBBF2}"/>
                </a:ext>
              </a:extLst>
            </p:cNvPr>
            <p:cNvSpPr/>
            <p:nvPr/>
          </p:nvSpPr>
          <p:spPr>
            <a:xfrm>
              <a:off x="6742830" y="3258654"/>
              <a:ext cx="693129" cy="962729"/>
            </a:xfrm>
            <a:custGeom>
              <a:avLst/>
              <a:gdLst/>
              <a:ahLst/>
              <a:cxnLst/>
              <a:rect l="l" t="t" r="r" b="b"/>
              <a:pathLst>
                <a:path w="14531" h="20183" fill="none" extrusionOk="0">
                  <a:moveTo>
                    <a:pt x="14530" y="20183"/>
                  </a:moveTo>
                  <a:lnTo>
                    <a:pt x="10609" y="0"/>
                  </a:lnTo>
                  <a:lnTo>
                    <a:pt x="5594" y="0"/>
                  </a:lnTo>
                  <a:lnTo>
                    <a:pt x="1" y="20183"/>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81;p49">
              <a:extLst>
                <a:ext uri="{FF2B5EF4-FFF2-40B4-BE49-F238E27FC236}">
                  <a16:creationId xmlns:a16="http://schemas.microsoft.com/office/drawing/2014/main" id="{FEFDEEF4-E738-FE56-EA10-D44AC618463A}"/>
                </a:ext>
              </a:extLst>
            </p:cNvPr>
            <p:cNvSpPr/>
            <p:nvPr/>
          </p:nvSpPr>
          <p:spPr>
            <a:xfrm>
              <a:off x="6512338" y="2147550"/>
              <a:ext cx="1259948" cy="1249025"/>
            </a:xfrm>
            <a:custGeom>
              <a:avLst/>
              <a:gdLst/>
              <a:ahLst/>
              <a:cxnLst/>
              <a:rect l="l" t="t" r="r" b="b"/>
              <a:pathLst>
                <a:path w="26414" h="26185" extrusionOk="0">
                  <a:moveTo>
                    <a:pt x="20094" y="1"/>
                  </a:moveTo>
                  <a:cubicBezTo>
                    <a:pt x="19455" y="1"/>
                    <a:pt x="18807" y="132"/>
                    <a:pt x="18177" y="405"/>
                  </a:cubicBezTo>
                  <a:cubicBezTo>
                    <a:pt x="16323" y="1165"/>
                    <a:pt x="15654" y="2898"/>
                    <a:pt x="15380" y="4782"/>
                  </a:cubicBezTo>
                  <a:cubicBezTo>
                    <a:pt x="15137" y="6484"/>
                    <a:pt x="14803" y="8217"/>
                    <a:pt x="14408" y="9919"/>
                  </a:cubicBezTo>
                  <a:cubicBezTo>
                    <a:pt x="13921" y="11865"/>
                    <a:pt x="13344" y="13840"/>
                    <a:pt x="12158" y="15482"/>
                  </a:cubicBezTo>
                  <a:cubicBezTo>
                    <a:pt x="11034" y="17062"/>
                    <a:pt x="9605" y="17822"/>
                    <a:pt x="7751" y="18308"/>
                  </a:cubicBezTo>
                  <a:cubicBezTo>
                    <a:pt x="5927" y="18795"/>
                    <a:pt x="3830" y="19585"/>
                    <a:pt x="2128" y="20497"/>
                  </a:cubicBezTo>
                  <a:cubicBezTo>
                    <a:pt x="0" y="21652"/>
                    <a:pt x="456" y="23415"/>
                    <a:pt x="2371" y="24661"/>
                  </a:cubicBezTo>
                  <a:cubicBezTo>
                    <a:pt x="3344" y="25299"/>
                    <a:pt x="4499" y="25603"/>
                    <a:pt x="5654" y="25816"/>
                  </a:cubicBezTo>
                  <a:cubicBezTo>
                    <a:pt x="6995" y="26063"/>
                    <a:pt x="8356" y="26184"/>
                    <a:pt x="9717" y="26184"/>
                  </a:cubicBezTo>
                  <a:cubicBezTo>
                    <a:pt x="12548" y="26184"/>
                    <a:pt x="15376" y="25657"/>
                    <a:pt x="18025" y="24631"/>
                  </a:cubicBezTo>
                  <a:cubicBezTo>
                    <a:pt x="19696" y="23962"/>
                    <a:pt x="21368" y="23080"/>
                    <a:pt x="22554" y="21713"/>
                  </a:cubicBezTo>
                  <a:cubicBezTo>
                    <a:pt x="23648" y="20436"/>
                    <a:pt x="24499" y="18825"/>
                    <a:pt x="25076" y="17062"/>
                  </a:cubicBezTo>
                  <a:cubicBezTo>
                    <a:pt x="26201" y="13627"/>
                    <a:pt x="26414" y="9615"/>
                    <a:pt x="25867" y="6545"/>
                  </a:cubicBezTo>
                  <a:cubicBezTo>
                    <a:pt x="25532" y="4630"/>
                    <a:pt x="24894" y="2655"/>
                    <a:pt x="23435" y="1348"/>
                  </a:cubicBezTo>
                  <a:cubicBezTo>
                    <a:pt x="22480" y="472"/>
                    <a:pt x="21304" y="1"/>
                    <a:pt x="2009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82;p49">
              <a:extLst>
                <a:ext uri="{FF2B5EF4-FFF2-40B4-BE49-F238E27FC236}">
                  <a16:creationId xmlns:a16="http://schemas.microsoft.com/office/drawing/2014/main" id="{95ADA675-5CBC-B7E2-78AC-E964B5E04CEF}"/>
                </a:ext>
              </a:extLst>
            </p:cNvPr>
            <p:cNvSpPr/>
            <p:nvPr/>
          </p:nvSpPr>
          <p:spPr>
            <a:xfrm>
              <a:off x="6953096" y="1629800"/>
              <a:ext cx="519071" cy="369150"/>
            </a:xfrm>
            <a:custGeom>
              <a:avLst/>
              <a:gdLst/>
              <a:ahLst/>
              <a:cxnLst/>
              <a:rect l="l" t="t" r="r" b="b"/>
              <a:pathLst>
                <a:path w="10882" h="7739" extrusionOk="0">
                  <a:moveTo>
                    <a:pt x="3576" y="0"/>
                  </a:moveTo>
                  <a:cubicBezTo>
                    <a:pt x="3470" y="0"/>
                    <a:pt x="3369" y="22"/>
                    <a:pt x="3283" y="43"/>
                  </a:cubicBezTo>
                  <a:cubicBezTo>
                    <a:pt x="2676" y="195"/>
                    <a:pt x="2251" y="1014"/>
                    <a:pt x="2280" y="1622"/>
                  </a:cubicBezTo>
                  <a:lnTo>
                    <a:pt x="2280" y="1622"/>
                  </a:lnTo>
                  <a:cubicBezTo>
                    <a:pt x="2279" y="1610"/>
                    <a:pt x="2269" y="1605"/>
                    <a:pt x="2252" y="1605"/>
                  </a:cubicBezTo>
                  <a:cubicBezTo>
                    <a:pt x="2143" y="1605"/>
                    <a:pt x="1759" y="1811"/>
                    <a:pt x="1733" y="1837"/>
                  </a:cubicBezTo>
                  <a:cubicBezTo>
                    <a:pt x="1520" y="2019"/>
                    <a:pt x="1399" y="2232"/>
                    <a:pt x="1338" y="2505"/>
                  </a:cubicBezTo>
                  <a:cubicBezTo>
                    <a:pt x="1216" y="3053"/>
                    <a:pt x="1277" y="3721"/>
                    <a:pt x="1490" y="4208"/>
                  </a:cubicBezTo>
                  <a:cubicBezTo>
                    <a:pt x="426" y="4967"/>
                    <a:pt x="0" y="6578"/>
                    <a:pt x="1247" y="7430"/>
                  </a:cubicBezTo>
                  <a:cubicBezTo>
                    <a:pt x="1542" y="7639"/>
                    <a:pt x="1902" y="7738"/>
                    <a:pt x="2265" y="7738"/>
                  </a:cubicBezTo>
                  <a:cubicBezTo>
                    <a:pt x="2797" y="7738"/>
                    <a:pt x="3335" y="7523"/>
                    <a:pt x="3678" y="7126"/>
                  </a:cubicBezTo>
                  <a:cubicBezTo>
                    <a:pt x="4195" y="7490"/>
                    <a:pt x="4864" y="7612"/>
                    <a:pt x="5502" y="7673"/>
                  </a:cubicBezTo>
                  <a:cubicBezTo>
                    <a:pt x="5863" y="7704"/>
                    <a:pt x="6224" y="7719"/>
                    <a:pt x="6585" y="7719"/>
                  </a:cubicBezTo>
                  <a:cubicBezTo>
                    <a:pt x="7621" y="7719"/>
                    <a:pt x="8652" y="7594"/>
                    <a:pt x="9666" y="7369"/>
                  </a:cubicBezTo>
                  <a:cubicBezTo>
                    <a:pt x="10001" y="7278"/>
                    <a:pt x="10365" y="7217"/>
                    <a:pt x="10578" y="6943"/>
                  </a:cubicBezTo>
                  <a:cubicBezTo>
                    <a:pt x="10791" y="6670"/>
                    <a:pt x="10882" y="6305"/>
                    <a:pt x="10791" y="5971"/>
                  </a:cubicBezTo>
                  <a:cubicBezTo>
                    <a:pt x="10669" y="5636"/>
                    <a:pt x="10335" y="5363"/>
                    <a:pt x="9970" y="5302"/>
                  </a:cubicBezTo>
                  <a:cubicBezTo>
                    <a:pt x="10335" y="4937"/>
                    <a:pt x="10396" y="4329"/>
                    <a:pt x="10153" y="3904"/>
                  </a:cubicBezTo>
                  <a:cubicBezTo>
                    <a:pt x="9930" y="3533"/>
                    <a:pt x="9526" y="3323"/>
                    <a:pt x="9122" y="3323"/>
                  </a:cubicBezTo>
                  <a:cubicBezTo>
                    <a:pt x="9029" y="3323"/>
                    <a:pt x="8936" y="3334"/>
                    <a:pt x="8845" y="3357"/>
                  </a:cubicBezTo>
                  <a:cubicBezTo>
                    <a:pt x="9058" y="2992"/>
                    <a:pt x="9301" y="2566"/>
                    <a:pt x="9149" y="2171"/>
                  </a:cubicBezTo>
                  <a:cubicBezTo>
                    <a:pt x="9058" y="1898"/>
                    <a:pt x="8845" y="1715"/>
                    <a:pt x="8633" y="1594"/>
                  </a:cubicBezTo>
                  <a:cubicBezTo>
                    <a:pt x="8390" y="1442"/>
                    <a:pt x="8146" y="1320"/>
                    <a:pt x="7873" y="1320"/>
                  </a:cubicBezTo>
                  <a:cubicBezTo>
                    <a:pt x="7842" y="1316"/>
                    <a:pt x="7812" y="1314"/>
                    <a:pt x="7780" y="1314"/>
                  </a:cubicBezTo>
                  <a:cubicBezTo>
                    <a:pt x="7563" y="1314"/>
                    <a:pt x="7333" y="1407"/>
                    <a:pt x="7174" y="1594"/>
                  </a:cubicBezTo>
                  <a:cubicBezTo>
                    <a:pt x="7083" y="1229"/>
                    <a:pt x="6839" y="925"/>
                    <a:pt x="6535" y="682"/>
                  </a:cubicBezTo>
                  <a:cubicBezTo>
                    <a:pt x="6231" y="469"/>
                    <a:pt x="5867" y="347"/>
                    <a:pt x="5502" y="226"/>
                  </a:cubicBezTo>
                  <a:cubicBezTo>
                    <a:pt x="5076" y="135"/>
                    <a:pt x="4651" y="43"/>
                    <a:pt x="4225" y="43"/>
                  </a:cubicBezTo>
                  <a:cubicBezTo>
                    <a:pt x="4073" y="43"/>
                    <a:pt x="3891" y="13"/>
                    <a:pt x="3709" y="13"/>
                  </a:cubicBezTo>
                  <a:cubicBezTo>
                    <a:pt x="3664" y="4"/>
                    <a:pt x="3620" y="0"/>
                    <a:pt x="357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83;p49">
              <a:extLst>
                <a:ext uri="{FF2B5EF4-FFF2-40B4-BE49-F238E27FC236}">
                  <a16:creationId xmlns:a16="http://schemas.microsoft.com/office/drawing/2014/main" id="{DD2014D9-3179-8154-59B8-DFEBD029B61D}"/>
                </a:ext>
              </a:extLst>
            </p:cNvPr>
            <p:cNvSpPr/>
            <p:nvPr/>
          </p:nvSpPr>
          <p:spPr>
            <a:xfrm>
              <a:off x="6966119" y="2008405"/>
              <a:ext cx="417613" cy="890893"/>
            </a:xfrm>
            <a:custGeom>
              <a:avLst/>
              <a:gdLst/>
              <a:ahLst/>
              <a:cxnLst/>
              <a:rect l="l" t="t" r="r" b="b"/>
              <a:pathLst>
                <a:path w="8755" h="18677" extrusionOk="0">
                  <a:moveTo>
                    <a:pt x="4379" y="1"/>
                  </a:moveTo>
                  <a:cubicBezTo>
                    <a:pt x="4298" y="1"/>
                    <a:pt x="4216" y="3"/>
                    <a:pt x="4135" y="9"/>
                  </a:cubicBezTo>
                  <a:cubicBezTo>
                    <a:pt x="3344" y="100"/>
                    <a:pt x="2585" y="222"/>
                    <a:pt x="1794" y="374"/>
                  </a:cubicBezTo>
                  <a:cubicBezTo>
                    <a:pt x="1673" y="404"/>
                    <a:pt x="1521" y="435"/>
                    <a:pt x="1429" y="526"/>
                  </a:cubicBezTo>
                  <a:cubicBezTo>
                    <a:pt x="1126" y="800"/>
                    <a:pt x="1278" y="1255"/>
                    <a:pt x="1247" y="1590"/>
                  </a:cubicBezTo>
                  <a:cubicBezTo>
                    <a:pt x="1217" y="2046"/>
                    <a:pt x="1034" y="2471"/>
                    <a:pt x="913" y="2897"/>
                  </a:cubicBezTo>
                  <a:cubicBezTo>
                    <a:pt x="609" y="4143"/>
                    <a:pt x="700" y="5450"/>
                    <a:pt x="670" y="6727"/>
                  </a:cubicBezTo>
                  <a:cubicBezTo>
                    <a:pt x="578" y="8642"/>
                    <a:pt x="122" y="10496"/>
                    <a:pt x="31" y="12380"/>
                  </a:cubicBezTo>
                  <a:cubicBezTo>
                    <a:pt x="1" y="12867"/>
                    <a:pt x="1" y="13353"/>
                    <a:pt x="62" y="13809"/>
                  </a:cubicBezTo>
                  <a:cubicBezTo>
                    <a:pt x="92" y="14447"/>
                    <a:pt x="214" y="15055"/>
                    <a:pt x="335" y="15663"/>
                  </a:cubicBezTo>
                  <a:cubicBezTo>
                    <a:pt x="426" y="16180"/>
                    <a:pt x="548" y="16727"/>
                    <a:pt x="822" y="17213"/>
                  </a:cubicBezTo>
                  <a:cubicBezTo>
                    <a:pt x="1217" y="17943"/>
                    <a:pt x="1885" y="18034"/>
                    <a:pt x="2554" y="18399"/>
                  </a:cubicBezTo>
                  <a:cubicBezTo>
                    <a:pt x="2884" y="18582"/>
                    <a:pt x="3246" y="18677"/>
                    <a:pt x="3609" y="18677"/>
                  </a:cubicBezTo>
                  <a:cubicBezTo>
                    <a:pt x="3848" y="18677"/>
                    <a:pt x="4087" y="18635"/>
                    <a:pt x="4317" y="18551"/>
                  </a:cubicBezTo>
                  <a:cubicBezTo>
                    <a:pt x="4803" y="18399"/>
                    <a:pt x="5199" y="18125"/>
                    <a:pt x="5594" y="17821"/>
                  </a:cubicBezTo>
                  <a:cubicBezTo>
                    <a:pt x="5867" y="17608"/>
                    <a:pt x="6110" y="17365"/>
                    <a:pt x="6323" y="17092"/>
                  </a:cubicBezTo>
                  <a:cubicBezTo>
                    <a:pt x="6566" y="16727"/>
                    <a:pt x="6718" y="16301"/>
                    <a:pt x="6870" y="15906"/>
                  </a:cubicBezTo>
                  <a:cubicBezTo>
                    <a:pt x="7235" y="14690"/>
                    <a:pt x="7630" y="13505"/>
                    <a:pt x="7934" y="12259"/>
                  </a:cubicBezTo>
                  <a:cubicBezTo>
                    <a:pt x="8512" y="9705"/>
                    <a:pt x="8572" y="7061"/>
                    <a:pt x="8633" y="4417"/>
                  </a:cubicBezTo>
                  <a:cubicBezTo>
                    <a:pt x="8664" y="3596"/>
                    <a:pt x="8755" y="2562"/>
                    <a:pt x="8451" y="1772"/>
                  </a:cubicBezTo>
                  <a:cubicBezTo>
                    <a:pt x="8177" y="982"/>
                    <a:pt x="7387" y="739"/>
                    <a:pt x="6597" y="465"/>
                  </a:cubicBezTo>
                  <a:cubicBezTo>
                    <a:pt x="5882" y="245"/>
                    <a:pt x="5143" y="1"/>
                    <a:pt x="437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4;p49">
              <a:extLst>
                <a:ext uri="{FF2B5EF4-FFF2-40B4-BE49-F238E27FC236}">
                  <a16:creationId xmlns:a16="http://schemas.microsoft.com/office/drawing/2014/main" id="{6CC0BE20-6C21-B72E-6B2E-5763F151374B}"/>
                </a:ext>
              </a:extLst>
            </p:cNvPr>
            <p:cNvSpPr/>
            <p:nvPr/>
          </p:nvSpPr>
          <p:spPr>
            <a:xfrm>
              <a:off x="6716737" y="2027676"/>
              <a:ext cx="381362" cy="830839"/>
            </a:xfrm>
            <a:custGeom>
              <a:avLst/>
              <a:gdLst/>
              <a:ahLst/>
              <a:cxnLst/>
              <a:rect l="l" t="t" r="r" b="b"/>
              <a:pathLst>
                <a:path w="7995" h="17418" extrusionOk="0">
                  <a:moveTo>
                    <a:pt x="7022" y="0"/>
                  </a:moveTo>
                  <a:cubicBezTo>
                    <a:pt x="6171" y="31"/>
                    <a:pt x="5047" y="335"/>
                    <a:pt x="4317" y="821"/>
                  </a:cubicBezTo>
                  <a:cubicBezTo>
                    <a:pt x="2949" y="1733"/>
                    <a:pt x="2341" y="3465"/>
                    <a:pt x="1855" y="5046"/>
                  </a:cubicBezTo>
                  <a:cubicBezTo>
                    <a:pt x="1612" y="5806"/>
                    <a:pt x="1308" y="6596"/>
                    <a:pt x="1065" y="7417"/>
                  </a:cubicBezTo>
                  <a:cubicBezTo>
                    <a:pt x="822" y="8146"/>
                    <a:pt x="578" y="8876"/>
                    <a:pt x="487" y="9605"/>
                  </a:cubicBezTo>
                  <a:cubicBezTo>
                    <a:pt x="335" y="10426"/>
                    <a:pt x="366" y="11308"/>
                    <a:pt x="305" y="12159"/>
                  </a:cubicBezTo>
                  <a:cubicBezTo>
                    <a:pt x="305" y="12615"/>
                    <a:pt x="1" y="14256"/>
                    <a:pt x="274" y="14590"/>
                  </a:cubicBezTo>
                  <a:cubicBezTo>
                    <a:pt x="457" y="14803"/>
                    <a:pt x="609" y="14712"/>
                    <a:pt x="791" y="14925"/>
                  </a:cubicBezTo>
                  <a:cubicBezTo>
                    <a:pt x="2797" y="15685"/>
                    <a:pt x="4803" y="16475"/>
                    <a:pt x="6718" y="17417"/>
                  </a:cubicBezTo>
                  <a:cubicBezTo>
                    <a:pt x="6688" y="17204"/>
                    <a:pt x="6657" y="16992"/>
                    <a:pt x="6657" y="16779"/>
                  </a:cubicBezTo>
                  <a:cubicBezTo>
                    <a:pt x="6475" y="14317"/>
                    <a:pt x="6657" y="11794"/>
                    <a:pt x="7235" y="9332"/>
                  </a:cubicBezTo>
                  <a:cubicBezTo>
                    <a:pt x="7539" y="7994"/>
                    <a:pt x="7995" y="6627"/>
                    <a:pt x="7995" y="5228"/>
                  </a:cubicBezTo>
                  <a:cubicBezTo>
                    <a:pt x="7995" y="4438"/>
                    <a:pt x="7873" y="3678"/>
                    <a:pt x="7691" y="2918"/>
                  </a:cubicBezTo>
                  <a:cubicBezTo>
                    <a:pt x="7509" y="1946"/>
                    <a:pt x="7265" y="973"/>
                    <a:pt x="70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85;p49">
              <a:extLst>
                <a:ext uri="{FF2B5EF4-FFF2-40B4-BE49-F238E27FC236}">
                  <a16:creationId xmlns:a16="http://schemas.microsoft.com/office/drawing/2014/main" id="{3E55FF22-41EB-138D-BA0D-0B53536AED8B}"/>
                </a:ext>
              </a:extLst>
            </p:cNvPr>
            <p:cNvSpPr/>
            <p:nvPr/>
          </p:nvSpPr>
          <p:spPr>
            <a:xfrm>
              <a:off x="7174906" y="2024433"/>
              <a:ext cx="359610" cy="1102586"/>
            </a:xfrm>
            <a:custGeom>
              <a:avLst/>
              <a:gdLst/>
              <a:ahLst/>
              <a:cxnLst/>
              <a:rect l="l" t="t" r="r" b="b"/>
              <a:pathLst>
                <a:path w="7539" h="23115" extrusionOk="0">
                  <a:moveTo>
                    <a:pt x="3150" y="0"/>
                  </a:moveTo>
                  <a:cubicBezTo>
                    <a:pt x="3028" y="0"/>
                    <a:pt x="2918" y="31"/>
                    <a:pt x="2828" y="99"/>
                  </a:cubicBezTo>
                  <a:cubicBezTo>
                    <a:pt x="2463" y="372"/>
                    <a:pt x="2250" y="1771"/>
                    <a:pt x="2068" y="2196"/>
                  </a:cubicBezTo>
                  <a:cubicBezTo>
                    <a:pt x="1764" y="2956"/>
                    <a:pt x="1429" y="3716"/>
                    <a:pt x="1065" y="4445"/>
                  </a:cubicBezTo>
                  <a:cubicBezTo>
                    <a:pt x="882" y="4810"/>
                    <a:pt x="670" y="5175"/>
                    <a:pt x="609" y="5600"/>
                  </a:cubicBezTo>
                  <a:cubicBezTo>
                    <a:pt x="548" y="5874"/>
                    <a:pt x="548" y="6178"/>
                    <a:pt x="548" y="6482"/>
                  </a:cubicBezTo>
                  <a:cubicBezTo>
                    <a:pt x="548" y="8306"/>
                    <a:pt x="518" y="10129"/>
                    <a:pt x="518" y="11953"/>
                  </a:cubicBezTo>
                  <a:cubicBezTo>
                    <a:pt x="518" y="13594"/>
                    <a:pt x="670" y="15236"/>
                    <a:pt x="426" y="16877"/>
                  </a:cubicBezTo>
                  <a:cubicBezTo>
                    <a:pt x="305" y="17667"/>
                    <a:pt x="153" y="18458"/>
                    <a:pt x="1" y="19248"/>
                  </a:cubicBezTo>
                  <a:cubicBezTo>
                    <a:pt x="1217" y="20160"/>
                    <a:pt x="2463" y="21193"/>
                    <a:pt x="3436" y="22348"/>
                  </a:cubicBezTo>
                  <a:cubicBezTo>
                    <a:pt x="3817" y="22813"/>
                    <a:pt x="4317" y="23115"/>
                    <a:pt x="4825" y="23115"/>
                  </a:cubicBezTo>
                  <a:cubicBezTo>
                    <a:pt x="5248" y="23115"/>
                    <a:pt x="5677" y="22906"/>
                    <a:pt x="6050" y="22409"/>
                  </a:cubicBezTo>
                  <a:cubicBezTo>
                    <a:pt x="6475" y="21862"/>
                    <a:pt x="6566" y="21133"/>
                    <a:pt x="6627" y="20464"/>
                  </a:cubicBezTo>
                  <a:cubicBezTo>
                    <a:pt x="7113" y="15327"/>
                    <a:pt x="7539" y="10160"/>
                    <a:pt x="6779" y="5053"/>
                  </a:cubicBezTo>
                  <a:cubicBezTo>
                    <a:pt x="6627" y="3989"/>
                    <a:pt x="6414" y="2895"/>
                    <a:pt x="5837" y="2014"/>
                  </a:cubicBezTo>
                  <a:cubicBezTo>
                    <a:pt x="5517" y="1508"/>
                    <a:pt x="4010" y="0"/>
                    <a:pt x="315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6;p49">
              <a:extLst>
                <a:ext uri="{FF2B5EF4-FFF2-40B4-BE49-F238E27FC236}">
                  <a16:creationId xmlns:a16="http://schemas.microsoft.com/office/drawing/2014/main" id="{2EBE24C0-1562-C873-7F8D-D5BE6CB00BBE}"/>
                </a:ext>
              </a:extLst>
            </p:cNvPr>
            <p:cNvSpPr/>
            <p:nvPr/>
          </p:nvSpPr>
          <p:spPr>
            <a:xfrm>
              <a:off x="6312232" y="3252978"/>
              <a:ext cx="215365" cy="416039"/>
            </a:xfrm>
            <a:custGeom>
              <a:avLst/>
              <a:gdLst/>
              <a:ahLst/>
              <a:cxnLst/>
              <a:rect l="l" t="t" r="r" b="b"/>
              <a:pathLst>
                <a:path w="4515" h="8722" extrusionOk="0">
                  <a:moveTo>
                    <a:pt x="2670" y="1"/>
                  </a:moveTo>
                  <a:cubicBezTo>
                    <a:pt x="2430" y="1"/>
                    <a:pt x="2175" y="56"/>
                    <a:pt x="1915" y="180"/>
                  </a:cubicBezTo>
                  <a:cubicBezTo>
                    <a:pt x="1368" y="423"/>
                    <a:pt x="1095" y="636"/>
                    <a:pt x="943" y="1213"/>
                  </a:cubicBezTo>
                  <a:cubicBezTo>
                    <a:pt x="669" y="2338"/>
                    <a:pt x="456" y="3493"/>
                    <a:pt x="335" y="4679"/>
                  </a:cubicBezTo>
                  <a:cubicBezTo>
                    <a:pt x="244" y="5256"/>
                    <a:pt x="183" y="5834"/>
                    <a:pt x="152" y="6442"/>
                  </a:cubicBezTo>
                  <a:cubicBezTo>
                    <a:pt x="92" y="7110"/>
                    <a:pt x="0" y="7536"/>
                    <a:pt x="396" y="8144"/>
                  </a:cubicBezTo>
                  <a:cubicBezTo>
                    <a:pt x="608" y="8448"/>
                    <a:pt x="973" y="8691"/>
                    <a:pt x="1338" y="8721"/>
                  </a:cubicBezTo>
                  <a:cubicBezTo>
                    <a:pt x="1581" y="8721"/>
                    <a:pt x="1794" y="8630"/>
                    <a:pt x="1976" y="8478"/>
                  </a:cubicBezTo>
                  <a:cubicBezTo>
                    <a:pt x="2159" y="8356"/>
                    <a:pt x="2311" y="8144"/>
                    <a:pt x="2432" y="7961"/>
                  </a:cubicBezTo>
                  <a:cubicBezTo>
                    <a:pt x="2888" y="7201"/>
                    <a:pt x="3101" y="6107"/>
                    <a:pt x="3344" y="5317"/>
                  </a:cubicBezTo>
                  <a:cubicBezTo>
                    <a:pt x="3739" y="4223"/>
                    <a:pt x="4073" y="3128"/>
                    <a:pt x="4317" y="1973"/>
                  </a:cubicBezTo>
                  <a:cubicBezTo>
                    <a:pt x="4515" y="1058"/>
                    <a:pt x="3725" y="1"/>
                    <a:pt x="26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87;p49">
              <a:extLst>
                <a:ext uri="{FF2B5EF4-FFF2-40B4-BE49-F238E27FC236}">
                  <a16:creationId xmlns:a16="http://schemas.microsoft.com/office/drawing/2014/main" id="{7B45083E-5CF7-0D0C-65BB-47D51DA8802B}"/>
                </a:ext>
              </a:extLst>
            </p:cNvPr>
            <p:cNvSpPr/>
            <p:nvPr/>
          </p:nvSpPr>
          <p:spPr>
            <a:xfrm>
              <a:off x="6094763" y="3587793"/>
              <a:ext cx="350881" cy="213171"/>
            </a:xfrm>
            <a:custGeom>
              <a:avLst/>
              <a:gdLst/>
              <a:ahLst/>
              <a:cxnLst/>
              <a:rect l="l" t="t" r="r" b="b"/>
              <a:pathLst>
                <a:path w="7356" h="4469" extrusionOk="0">
                  <a:moveTo>
                    <a:pt x="4681" y="0"/>
                  </a:moveTo>
                  <a:cubicBezTo>
                    <a:pt x="4590" y="0"/>
                    <a:pt x="4529" y="0"/>
                    <a:pt x="4438" y="30"/>
                  </a:cubicBezTo>
                  <a:cubicBezTo>
                    <a:pt x="4377" y="61"/>
                    <a:pt x="4286" y="122"/>
                    <a:pt x="4225" y="182"/>
                  </a:cubicBezTo>
                  <a:cubicBezTo>
                    <a:pt x="3769" y="669"/>
                    <a:pt x="3252" y="1125"/>
                    <a:pt x="2675" y="1429"/>
                  </a:cubicBezTo>
                  <a:cubicBezTo>
                    <a:pt x="2067" y="1763"/>
                    <a:pt x="1429" y="2006"/>
                    <a:pt x="882" y="2432"/>
                  </a:cubicBezTo>
                  <a:cubicBezTo>
                    <a:pt x="365" y="2857"/>
                    <a:pt x="30" y="3830"/>
                    <a:pt x="0" y="4468"/>
                  </a:cubicBezTo>
                  <a:cubicBezTo>
                    <a:pt x="0" y="4438"/>
                    <a:pt x="2097" y="4073"/>
                    <a:pt x="2280" y="4043"/>
                  </a:cubicBezTo>
                  <a:cubicBezTo>
                    <a:pt x="3070" y="3830"/>
                    <a:pt x="3860" y="3617"/>
                    <a:pt x="4651" y="3344"/>
                  </a:cubicBezTo>
                  <a:cubicBezTo>
                    <a:pt x="5015" y="3222"/>
                    <a:pt x="5411" y="3070"/>
                    <a:pt x="5775" y="2918"/>
                  </a:cubicBezTo>
                  <a:cubicBezTo>
                    <a:pt x="6079" y="2796"/>
                    <a:pt x="6657" y="2675"/>
                    <a:pt x="6870" y="2432"/>
                  </a:cubicBezTo>
                  <a:cubicBezTo>
                    <a:pt x="7082" y="2219"/>
                    <a:pt x="7113" y="1733"/>
                    <a:pt x="7173" y="1459"/>
                  </a:cubicBezTo>
                  <a:cubicBezTo>
                    <a:pt x="7265" y="1003"/>
                    <a:pt x="7325" y="578"/>
                    <a:pt x="7356" y="122"/>
                  </a:cubicBezTo>
                  <a:cubicBezTo>
                    <a:pt x="6961" y="0"/>
                    <a:pt x="6566" y="0"/>
                    <a:pt x="61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88;p49">
              <a:extLst>
                <a:ext uri="{FF2B5EF4-FFF2-40B4-BE49-F238E27FC236}">
                  <a16:creationId xmlns:a16="http://schemas.microsoft.com/office/drawing/2014/main" id="{99ADA47F-13C5-1980-0709-23E29162D168}"/>
                </a:ext>
              </a:extLst>
            </p:cNvPr>
            <p:cNvSpPr/>
            <p:nvPr/>
          </p:nvSpPr>
          <p:spPr>
            <a:xfrm>
              <a:off x="6309322" y="2691057"/>
              <a:ext cx="1104875" cy="795254"/>
            </a:xfrm>
            <a:custGeom>
              <a:avLst/>
              <a:gdLst/>
              <a:ahLst/>
              <a:cxnLst/>
              <a:rect l="l" t="t" r="r" b="b"/>
              <a:pathLst>
                <a:path w="23163" h="16672" extrusionOk="0">
                  <a:moveTo>
                    <a:pt x="5082" y="1"/>
                  </a:moveTo>
                  <a:cubicBezTo>
                    <a:pt x="4243" y="1"/>
                    <a:pt x="3445" y="170"/>
                    <a:pt x="2797" y="926"/>
                  </a:cubicBezTo>
                  <a:cubicBezTo>
                    <a:pt x="1581" y="2355"/>
                    <a:pt x="1551" y="4513"/>
                    <a:pt x="1308" y="6276"/>
                  </a:cubicBezTo>
                  <a:cubicBezTo>
                    <a:pt x="1004" y="8465"/>
                    <a:pt x="1" y="14392"/>
                    <a:pt x="1" y="15212"/>
                  </a:cubicBezTo>
                  <a:cubicBezTo>
                    <a:pt x="700" y="15547"/>
                    <a:pt x="1399" y="15911"/>
                    <a:pt x="2159" y="16155"/>
                  </a:cubicBezTo>
                  <a:cubicBezTo>
                    <a:pt x="2858" y="16337"/>
                    <a:pt x="3557" y="16459"/>
                    <a:pt x="4226" y="16671"/>
                  </a:cubicBezTo>
                  <a:cubicBezTo>
                    <a:pt x="4469" y="15942"/>
                    <a:pt x="4773" y="14696"/>
                    <a:pt x="4834" y="14209"/>
                  </a:cubicBezTo>
                  <a:cubicBezTo>
                    <a:pt x="5046" y="12386"/>
                    <a:pt x="5563" y="10775"/>
                    <a:pt x="5867" y="8981"/>
                  </a:cubicBezTo>
                  <a:cubicBezTo>
                    <a:pt x="6019" y="8221"/>
                    <a:pt x="6232" y="7006"/>
                    <a:pt x="6992" y="6519"/>
                  </a:cubicBezTo>
                  <a:cubicBezTo>
                    <a:pt x="7221" y="6374"/>
                    <a:pt x="7458" y="6313"/>
                    <a:pt x="7699" y="6313"/>
                  </a:cubicBezTo>
                  <a:cubicBezTo>
                    <a:pt x="8670" y="6313"/>
                    <a:pt x="9689" y="7309"/>
                    <a:pt x="10396" y="7796"/>
                  </a:cubicBezTo>
                  <a:cubicBezTo>
                    <a:pt x="12037" y="8951"/>
                    <a:pt x="11490" y="10319"/>
                    <a:pt x="13405" y="11018"/>
                  </a:cubicBezTo>
                  <a:cubicBezTo>
                    <a:pt x="14220" y="11307"/>
                    <a:pt x="15502" y="11454"/>
                    <a:pt x="16841" y="11454"/>
                  </a:cubicBezTo>
                  <a:cubicBezTo>
                    <a:pt x="18598" y="11454"/>
                    <a:pt x="20455" y="11201"/>
                    <a:pt x="21490" y="10683"/>
                  </a:cubicBezTo>
                  <a:cubicBezTo>
                    <a:pt x="22585" y="10167"/>
                    <a:pt x="23162" y="8981"/>
                    <a:pt x="23101" y="7735"/>
                  </a:cubicBezTo>
                  <a:cubicBezTo>
                    <a:pt x="23041" y="6519"/>
                    <a:pt x="22372" y="5395"/>
                    <a:pt x="21460" y="4604"/>
                  </a:cubicBezTo>
                  <a:cubicBezTo>
                    <a:pt x="20548" y="3784"/>
                    <a:pt x="19423" y="3267"/>
                    <a:pt x="18268" y="2811"/>
                  </a:cubicBezTo>
                  <a:cubicBezTo>
                    <a:pt x="16293" y="2051"/>
                    <a:pt x="14226" y="1504"/>
                    <a:pt x="12159" y="1018"/>
                  </a:cubicBezTo>
                  <a:cubicBezTo>
                    <a:pt x="10396" y="592"/>
                    <a:pt x="8633" y="227"/>
                    <a:pt x="6840" y="106"/>
                  </a:cubicBezTo>
                  <a:cubicBezTo>
                    <a:pt x="6257" y="81"/>
                    <a:pt x="5660" y="1"/>
                    <a:pt x="508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89;p49">
              <a:extLst>
                <a:ext uri="{FF2B5EF4-FFF2-40B4-BE49-F238E27FC236}">
                  <a16:creationId xmlns:a16="http://schemas.microsoft.com/office/drawing/2014/main" id="{736490F4-AB71-9D82-BB6F-FB7862B04FF3}"/>
                </a:ext>
              </a:extLst>
            </p:cNvPr>
            <p:cNvSpPr/>
            <p:nvPr/>
          </p:nvSpPr>
          <p:spPr>
            <a:xfrm>
              <a:off x="6874771" y="2217623"/>
              <a:ext cx="68211" cy="520550"/>
            </a:xfrm>
            <a:custGeom>
              <a:avLst/>
              <a:gdLst/>
              <a:ahLst/>
              <a:cxnLst/>
              <a:rect l="l" t="t" r="r" b="b"/>
              <a:pathLst>
                <a:path w="1430" h="10913" fill="none" extrusionOk="0">
                  <a:moveTo>
                    <a:pt x="366" y="0"/>
                  </a:moveTo>
                  <a:cubicBezTo>
                    <a:pt x="1430" y="1155"/>
                    <a:pt x="761" y="3678"/>
                    <a:pt x="639" y="5076"/>
                  </a:cubicBezTo>
                  <a:cubicBezTo>
                    <a:pt x="487" y="7022"/>
                    <a:pt x="275" y="8967"/>
                    <a:pt x="1" y="1091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90;p49">
              <a:extLst>
                <a:ext uri="{FF2B5EF4-FFF2-40B4-BE49-F238E27FC236}">
                  <a16:creationId xmlns:a16="http://schemas.microsoft.com/office/drawing/2014/main" id="{96C77EF8-8774-AA18-39B4-D4D1E76C9C55}"/>
                </a:ext>
              </a:extLst>
            </p:cNvPr>
            <p:cNvSpPr/>
            <p:nvPr/>
          </p:nvSpPr>
          <p:spPr>
            <a:xfrm>
              <a:off x="7069058" y="1800857"/>
              <a:ext cx="211740" cy="258582"/>
            </a:xfrm>
            <a:custGeom>
              <a:avLst/>
              <a:gdLst/>
              <a:ahLst/>
              <a:cxnLst/>
              <a:rect l="l" t="t" r="r" b="b"/>
              <a:pathLst>
                <a:path w="4439" h="5421" extrusionOk="0">
                  <a:moveTo>
                    <a:pt x="1793" y="0"/>
                  </a:moveTo>
                  <a:cubicBezTo>
                    <a:pt x="1683" y="0"/>
                    <a:pt x="1571" y="14"/>
                    <a:pt x="1460" y="44"/>
                  </a:cubicBezTo>
                  <a:cubicBezTo>
                    <a:pt x="366" y="378"/>
                    <a:pt x="518" y="1503"/>
                    <a:pt x="548" y="2385"/>
                  </a:cubicBezTo>
                  <a:cubicBezTo>
                    <a:pt x="579" y="2871"/>
                    <a:pt x="518" y="3357"/>
                    <a:pt x="487" y="3874"/>
                  </a:cubicBezTo>
                  <a:cubicBezTo>
                    <a:pt x="487" y="4239"/>
                    <a:pt x="305" y="4543"/>
                    <a:pt x="1" y="4725"/>
                  </a:cubicBezTo>
                  <a:cubicBezTo>
                    <a:pt x="519" y="5243"/>
                    <a:pt x="1277" y="5421"/>
                    <a:pt x="1999" y="5421"/>
                  </a:cubicBezTo>
                  <a:cubicBezTo>
                    <a:pt x="2167" y="5421"/>
                    <a:pt x="2333" y="5411"/>
                    <a:pt x="2493" y="5394"/>
                  </a:cubicBezTo>
                  <a:cubicBezTo>
                    <a:pt x="3162" y="5333"/>
                    <a:pt x="3831" y="5151"/>
                    <a:pt x="4439" y="4847"/>
                  </a:cubicBezTo>
                  <a:cubicBezTo>
                    <a:pt x="3952" y="4178"/>
                    <a:pt x="4013" y="3327"/>
                    <a:pt x="3952" y="2537"/>
                  </a:cubicBezTo>
                  <a:cubicBezTo>
                    <a:pt x="3922" y="1837"/>
                    <a:pt x="3740" y="1138"/>
                    <a:pt x="3284" y="622"/>
                  </a:cubicBezTo>
                  <a:cubicBezTo>
                    <a:pt x="3071" y="348"/>
                    <a:pt x="2737" y="226"/>
                    <a:pt x="2433" y="135"/>
                  </a:cubicBezTo>
                  <a:cubicBezTo>
                    <a:pt x="2230" y="54"/>
                    <a:pt x="2014" y="0"/>
                    <a:pt x="17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91;p49">
              <a:extLst>
                <a:ext uri="{FF2B5EF4-FFF2-40B4-BE49-F238E27FC236}">
                  <a16:creationId xmlns:a16="http://schemas.microsoft.com/office/drawing/2014/main" id="{7CACFA15-0E9D-7D5C-8E19-BF47887ADACD}"/>
                </a:ext>
              </a:extLst>
            </p:cNvPr>
            <p:cNvSpPr/>
            <p:nvPr/>
          </p:nvSpPr>
          <p:spPr>
            <a:xfrm>
              <a:off x="7071968" y="1929078"/>
              <a:ext cx="110235" cy="49322"/>
            </a:xfrm>
            <a:custGeom>
              <a:avLst/>
              <a:gdLst/>
              <a:ahLst/>
              <a:cxnLst/>
              <a:rect l="l" t="t" r="r" b="b"/>
              <a:pathLst>
                <a:path w="2311" h="1034" extrusionOk="0">
                  <a:moveTo>
                    <a:pt x="92" y="0"/>
                  </a:moveTo>
                  <a:cubicBezTo>
                    <a:pt x="92" y="1"/>
                    <a:pt x="92" y="31"/>
                    <a:pt x="122" y="31"/>
                  </a:cubicBezTo>
                  <a:lnTo>
                    <a:pt x="1" y="1034"/>
                  </a:lnTo>
                  <a:cubicBezTo>
                    <a:pt x="821" y="973"/>
                    <a:pt x="1612" y="700"/>
                    <a:pt x="2311" y="213"/>
                  </a:cubicBezTo>
                  <a:lnTo>
                    <a:pt x="2311" y="213"/>
                  </a:lnTo>
                  <a:cubicBezTo>
                    <a:pt x="2101" y="266"/>
                    <a:pt x="1886" y="288"/>
                    <a:pt x="1669" y="288"/>
                  </a:cubicBezTo>
                  <a:cubicBezTo>
                    <a:pt x="1134" y="288"/>
                    <a:pt x="590" y="152"/>
                    <a:pt x="9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2;p49">
              <a:extLst>
                <a:ext uri="{FF2B5EF4-FFF2-40B4-BE49-F238E27FC236}">
                  <a16:creationId xmlns:a16="http://schemas.microsoft.com/office/drawing/2014/main" id="{10DC4653-96BD-B3D3-D889-D8AAA0AB1264}"/>
                </a:ext>
              </a:extLst>
            </p:cNvPr>
            <p:cNvSpPr/>
            <p:nvPr/>
          </p:nvSpPr>
          <p:spPr>
            <a:xfrm>
              <a:off x="7048785" y="1647784"/>
              <a:ext cx="253764" cy="317587"/>
            </a:xfrm>
            <a:custGeom>
              <a:avLst/>
              <a:gdLst/>
              <a:ahLst/>
              <a:cxnLst/>
              <a:rect l="l" t="t" r="r" b="b"/>
              <a:pathLst>
                <a:path w="5320" h="6658" extrusionOk="0">
                  <a:moveTo>
                    <a:pt x="2797" y="1"/>
                  </a:moveTo>
                  <a:cubicBezTo>
                    <a:pt x="1946" y="1"/>
                    <a:pt x="791" y="548"/>
                    <a:pt x="426" y="1369"/>
                  </a:cubicBezTo>
                  <a:cubicBezTo>
                    <a:pt x="365" y="1429"/>
                    <a:pt x="365" y="1521"/>
                    <a:pt x="335" y="1612"/>
                  </a:cubicBezTo>
                  <a:cubicBezTo>
                    <a:pt x="152" y="2524"/>
                    <a:pt x="0" y="3314"/>
                    <a:pt x="183" y="4226"/>
                  </a:cubicBezTo>
                  <a:cubicBezTo>
                    <a:pt x="335" y="5107"/>
                    <a:pt x="396" y="5897"/>
                    <a:pt x="1277" y="6353"/>
                  </a:cubicBezTo>
                  <a:cubicBezTo>
                    <a:pt x="1703" y="6566"/>
                    <a:pt x="2159" y="6657"/>
                    <a:pt x="2614" y="6657"/>
                  </a:cubicBezTo>
                  <a:cubicBezTo>
                    <a:pt x="2918" y="6657"/>
                    <a:pt x="3192" y="6657"/>
                    <a:pt x="3496" y="6566"/>
                  </a:cubicBezTo>
                  <a:cubicBezTo>
                    <a:pt x="4225" y="6353"/>
                    <a:pt x="4803" y="5715"/>
                    <a:pt x="5046" y="4986"/>
                  </a:cubicBezTo>
                  <a:cubicBezTo>
                    <a:pt x="5320" y="4256"/>
                    <a:pt x="5289" y="3435"/>
                    <a:pt x="5168" y="2676"/>
                  </a:cubicBezTo>
                  <a:cubicBezTo>
                    <a:pt x="5046" y="2037"/>
                    <a:pt x="4833" y="1399"/>
                    <a:pt x="4438" y="882"/>
                  </a:cubicBezTo>
                  <a:cubicBezTo>
                    <a:pt x="4043" y="366"/>
                    <a:pt x="3435" y="1"/>
                    <a:pt x="279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3;p49">
              <a:extLst>
                <a:ext uri="{FF2B5EF4-FFF2-40B4-BE49-F238E27FC236}">
                  <a16:creationId xmlns:a16="http://schemas.microsoft.com/office/drawing/2014/main" id="{29801468-3588-5CE4-D9D1-6E928B5809B7}"/>
                </a:ext>
              </a:extLst>
            </p:cNvPr>
            <p:cNvSpPr/>
            <p:nvPr/>
          </p:nvSpPr>
          <p:spPr>
            <a:xfrm>
              <a:off x="6990780" y="1609575"/>
              <a:ext cx="355270" cy="242698"/>
            </a:xfrm>
            <a:custGeom>
              <a:avLst/>
              <a:gdLst/>
              <a:ahLst/>
              <a:cxnLst/>
              <a:rect l="l" t="t" r="r" b="b"/>
              <a:pathLst>
                <a:path w="7448" h="5088" extrusionOk="0">
                  <a:moveTo>
                    <a:pt x="3150" y="1"/>
                  </a:moveTo>
                  <a:cubicBezTo>
                    <a:pt x="2812" y="1"/>
                    <a:pt x="2478" y="75"/>
                    <a:pt x="2159" y="224"/>
                  </a:cubicBezTo>
                  <a:cubicBezTo>
                    <a:pt x="1490" y="589"/>
                    <a:pt x="1095" y="1318"/>
                    <a:pt x="1186" y="2018"/>
                  </a:cubicBezTo>
                  <a:cubicBezTo>
                    <a:pt x="609" y="2230"/>
                    <a:pt x="183" y="2747"/>
                    <a:pt x="92" y="3355"/>
                  </a:cubicBezTo>
                  <a:cubicBezTo>
                    <a:pt x="1" y="4054"/>
                    <a:pt x="426" y="4784"/>
                    <a:pt x="1034" y="5088"/>
                  </a:cubicBezTo>
                  <a:cubicBezTo>
                    <a:pt x="1125" y="4692"/>
                    <a:pt x="1277" y="4328"/>
                    <a:pt x="1612" y="4115"/>
                  </a:cubicBezTo>
                  <a:cubicBezTo>
                    <a:pt x="1916" y="3902"/>
                    <a:pt x="2159" y="3629"/>
                    <a:pt x="2341" y="3294"/>
                  </a:cubicBezTo>
                  <a:cubicBezTo>
                    <a:pt x="2523" y="2900"/>
                    <a:pt x="2614" y="2477"/>
                    <a:pt x="2675" y="2053"/>
                  </a:cubicBezTo>
                  <a:lnTo>
                    <a:pt x="2675" y="2053"/>
                  </a:lnTo>
                  <a:cubicBezTo>
                    <a:pt x="2669" y="2184"/>
                    <a:pt x="3620" y="2748"/>
                    <a:pt x="3770" y="2838"/>
                  </a:cubicBezTo>
                  <a:cubicBezTo>
                    <a:pt x="4012" y="2960"/>
                    <a:pt x="4245" y="3031"/>
                    <a:pt x="4485" y="3031"/>
                  </a:cubicBezTo>
                  <a:cubicBezTo>
                    <a:pt x="4665" y="3031"/>
                    <a:pt x="4850" y="2991"/>
                    <a:pt x="5046" y="2899"/>
                  </a:cubicBezTo>
                  <a:cubicBezTo>
                    <a:pt x="5107" y="3264"/>
                    <a:pt x="5137" y="3507"/>
                    <a:pt x="5411" y="3781"/>
                  </a:cubicBezTo>
                  <a:cubicBezTo>
                    <a:pt x="5563" y="3963"/>
                    <a:pt x="5806" y="4115"/>
                    <a:pt x="6049" y="4145"/>
                  </a:cubicBezTo>
                  <a:cubicBezTo>
                    <a:pt x="6083" y="4151"/>
                    <a:pt x="6116" y="4153"/>
                    <a:pt x="6150" y="4153"/>
                  </a:cubicBezTo>
                  <a:cubicBezTo>
                    <a:pt x="6298" y="4153"/>
                    <a:pt x="6442" y="4104"/>
                    <a:pt x="6566" y="4054"/>
                  </a:cubicBezTo>
                  <a:cubicBezTo>
                    <a:pt x="6870" y="3932"/>
                    <a:pt x="7144" y="3750"/>
                    <a:pt x="7296" y="3477"/>
                  </a:cubicBezTo>
                  <a:cubicBezTo>
                    <a:pt x="7387" y="3264"/>
                    <a:pt x="7448" y="3021"/>
                    <a:pt x="7387" y="2777"/>
                  </a:cubicBezTo>
                  <a:cubicBezTo>
                    <a:pt x="7356" y="2717"/>
                    <a:pt x="7356" y="2625"/>
                    <a:pt x="7296" y="2565"/>
                  </a:cubicBezTo>
                  <a:cubicBezTo>
                    <a:pt x="7204" y="2352"/>
                    <a:pt x="6961" y="2200"/>
                    <a:pt x="6718" y="2200"/>
                  </a:cubicBezTo>
                  <a:cubicBezTo>
                    <a:pt x="6931" y="1683"/>
                    <a:pt x="6870" y="1075"/>
                    <a:pt x="6475" y="650"/>
                  </a:cubicBezTo>
                  <a:cubicBezTo>
                    <a:pt x="6130" y="286"/>
                    <a:pt x="5686" y="173"/>
                    <a:pt x="5230" y="173"/>
                  </a:cubicBezTo>
                  <a:cubicBezTo>
                    <a:pt x="4923" y="173"/>
                    <a:pt x="4610" y="224"/>
                    <a:pt x="4317" y="285"/>
                  </a:cubicBezTo>
                  <a:cubicBezTo>
                    <a:pt x="4104" y="163"/>
                    <a:pt x="3800" y="72"/>
                    <a:pt x="3587" y="42"/>
                  </a:cubicBezTo>
                  <a:cubicBezTo>
                    <a:pt x="3441" y="15"/>
                    <a:pt x="3296" y="1"/>
                    <a:pt x="315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94;p49">
              <a:extLst>
                <a:ext uri="{FF2B5EF4-FFF2-40B4-BE49-F238E27FC236}">
                  <a16:creationId xmlns:a16="http://schemas.microsoft.com/office/drawing/2014/main" id="{49AB09BA-268B-BDF4-36C0-65C6AB3601D7}"/>
                </a:ext>
              </a:extLst>
            </p:cNvPr>
            <p:cNvSpPr/>
            <p:nvPr/>
          </p:nvSpPr>
          <p:spPr>
            <a:xfrm>
              <a:off x="6477516" y="3626574"/>
              <a:ext cx="242745" cy="464360"/>
            </a:xfrm>
            <a:custGeom>
              <a:avLst/>
              <a:gdLst/>
              <a:ahLst/>
              <a:cxnLst/>
              <a:rect l="l" t="t" r="r" b="b"/>
              <a:pathLst>
                <a:path w="5089" h="9735" extrusionOk="0">
                  <a:moveTo>
                    <a:pt x="3004" y="0"/>
                  </a:moveTo>
                  <a:cubicBezTo>
                    <a:pt x="2743" y="0"/>
                    <a:pt x="2469" y="58"/>
                    <a:pt x="2189" y="190"/>
                  </a:cubicBezTo>
                  <a:cubicBezTo>
                    <a:pt x="1581" y="494"/>
                    <a:pt x="1277" y="707"/>
                    <a:pt x="1095" y="1345"/>
                  </a:cubicBezTo>
                  <a:cubicBezTo>
                    <a:pt x="760" y="2622"/>
                    <a:pt x="548" y="3898"/>
                    <a:pt x="365" y="5205"/>
                  </a:cubicBezTo>
                  <a:cubicBezTo>
                    <a:pt x="274" y="5844"/>
                    <a:pt x="213" y="6512"/>
                    <a:pt x="153" y="7181"/>
                  </a:cubicBezTo>
                  <a:cubicBezTo>
                    <a:pt x="92" y="7911"/>
                    <a:pt x="1" y="8397"/>
                    <a:pt x="426" y="9096"/>
                  </a:cubicBezTo>
                  <a:cubicBezTo>
                    <a:pt x="639" y="9430"/>
                    <a:pt x="1064" y="9674"/>
                    <a:pt x="1490" y="9734"/>
                  </a:cubicBezTo>
                  <a:cubicBezTo>
                    <a:pt x="1733" y="9734"/>
                    <a:pt x="1976" y="9643"/>
                    <a:pt x="2159" y="9491"/>
                  </a:cubicBezTo>
                  <a:cubicBezTo>
                    <a:pt x="2371" y="9309"/>
                    <a:pt x="2554" y="9126"/>
                    <a:pt x="2675" y="8883"/>
                  </a:cubicBezTo>
                  <a:cubicBezTo>
                    <a:pt x="3222" y="8032"/>
                    <a:pt x="3435" y="6816"/>
                    <a:pt x="3739" y="5965"/>
                  </a:cubicBezTo>
                  <a:cubicBezTo>
                    <a:pt x="4165" y="4749"/>
                    <a:pt x="4590" y="3503"/>
                    <a:pt x="4864" y="2227"/>
                  </a:cubicBezTo>
                  <a:cubicBezTo>
                    <a:pt x="5088" y="1205"/>
                    <a:pt x="4189" y="0"/>
                    <a:pt x="300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95;p49">
              <a:extLst>
                <a:ext uri="{FF2B5EF4-FFF2-40B4-BE49-F238E27FC236}">
                  <a16:creationId xmlns:a16="http://schemas.microsoft.com/office/drawing/2014/main" id="{4CB9F446-1CC0-D818-F374-70E286B91844}"/>
                </a:ext>
              </a:extLst>
            </p:cNvPr>
            <p:cNvSpPr/>
            <p:nvPr/>
          </p:nvSpPr>
          <p:spPr>
            <a:xfrm>
              <a:off x="6344144" y="2903185"/>
              <a:ext cx="695991" cy="938354"/>
            </a:xfrm>
            <a:custGeom>
              <a:avLst/>
              <a:gdLst/>
              <a:ahLst/>
              <a:cxnLst/>
              <a:rect l="l" t="t" r="r" b="b"/>
              <a:pathLst>
                <a:path w="14591" h="19672" extrusionOk="0">
                  <a:moveTo>
                    <a:pt x="6186" y="0"/>
                  </a:moveTo>
                  <a:cubicBezTo>
                    <a:pt x="5295" y="0"/>
                    <a:pt x="4535" y="332"/>
                    <a:pt x="4316" y="1282"/>
                  </a:cubicBezTo>
                  <a:cubicBezTo>
                    <a:pt x="3708" y="3835"/>
                    <a:pt x="3101" y="6388"/>
                    <a:pt x="2523" y="8942"/>
                  </a:cubicBezTo>
                  <a:cubicBezTo>
                    <a:pt x="1672" y="12498"/>
                    <a:pt x="851" y="16024"/>
                    <a:pt x="0" y="19580"/>
                  </a:cubicBezTo>
                  <a:lnTo>
                    <a:pt x="7113" y="19671"/>
                  </a:lnTo>
                  <a:cubicBezTo>
                    <a:pt x="7114" y="19671"/>
                    <a:pt x="7116" y="19671"/>
                    <a:pt x="7117" y="19671"/>
                  </a:cubicBezTo>
                  <a:cubicBezTo>
                    <a:pt x="7636" y="19671"/>
                    <a:pt x="8754" y="14229"/>
                    <a:pt x="8876" y="13623"/>
                  </a:cubicBezTo>
                  <a:cubicBezTo>
                    <a:pt x="9256" y="11846"/>
                    <a:pt x="9425" y="10111"/>
                    <a:pt x="9453" y="8330"/>
                  </a:cubicBezTo>
                  <a:lnTo>
                    <a:pt x="9453" y="8330"/>
                  </a:lnTo>
                  <a:cubicBezTo>
                    <a:pt x="9453" y="8331"/>
                    <a:pt x="9453" y="8333"/>
                    <a:pt x="9453" y="8334"/>
                  </a:cubicBezTo>
                  <a:lnTo>
                    <a:pt x="9453" y="8305"/>
                  </a:lnTo>
                  <a:lnTo>
                    <a:pt x="9453" y="8305"/>
                  </a:lnTo>
                  <a:cubicBezTo>
                    <a:pt x="9453" y="8314"/>
                    <a:pt x="9453" y="8322"/>
                    <a:pt x="9453" y="8330"/>
                  </a:cubicBezTo>
                  <a:lnTo>
                    <a:pt x="9453" y="8330"/>
                  </a:lnTo>
                  <a:cubicBezTo>
                    <a:pt x="9423" y="8058"/>
                    <a:pt x="9423" y="7755"/>
                    <a:pt x="9453" y="7452"/>
                  </a:cubicBezTo>
                  <a:lnTo>
                    <a:pt x="9453" y="8305"/>
                  </a:lnTo>
                  <a:lnTo>
                    <a:pt x="9453" y="8305"/>
                  </a:lnTo>
                  <a:cubicBezTo>
                    <a:pt x="9458" y="7962"/>
                    <a:pt x="9458" y="7617"/>
                    <a:pt x="9453" y="7270"/>
                  </a:cubicBezTo>
                  <a:cubicBezTo>
                    <a:pt x="9484" y="7179"/>
                    <a:pt x="9484" y="7087"/>
                    <a:pt x="9514" y="6966"/>
                  </a:cubicBezTo>
                  <a:cubicBezTo>
                    <a:pt x="9848" y="6936"/>
                    <a:pt x="10213" y="6905"/>
                    <a:pt x="10547" y="6905"/>
                  </a:cubicBezTo>
                  <a:cubicBezTo>
                    <a:pt x="11885" y="6875"/>
                    <a:pt x="13253" y="6844"/>
                    <a:pt x="14590" y="6814"/>
                  </a:cubicBezTo>
                  <a:lnTo>
                    <a:pt x="11794" y="3470"/>
                  </a:lnTo>
                  <a:cubicBezTo>
                    <a:pt x="11095" y="2619"/>
                    <a:pt x="10395" y="1768"/>
                    <a:pt x="9514" y="1130"/>
                  </a:cubicBezTo>
                  <a:cubicBezTo>
                    <a:pt x="8864" y="621"/>
                    <a:pt x="7403" y="0"/>
                    <a:pt x="618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96;p49">
              <a:extLst>
                <a:ext uri="{FF2B5EF4-FFF2-40B4-BE49-F238E27FC236}">
                  <a16:creationId xmlns:a16="http://schemas.microsoft.com/office/drawing/2014/main" id="{1A0AFEDE-3CC1-B4A2-D188-B21B208E909D}"/>
                </a:ext>
              </a:extLst>
            </p:cNvPr>
            <p:cNvSpPr/>
            <p:nvPr/>
          </p:nvSpPr>
          <p:spPr>
            <a:xfrm>
              <a:off x="6246739" y="3998071"/>
              <a:ext cx="387419" cy="225430"/>
            </a:xfrm>
            <a:custGeom>
              <a:avLst/>
              <a:gdLst/>
              <a:ahLst/>
              <a:cxnLst/>
              <a:rect l="l" t="t" r="r" b="b"/>
              <a:pathLst>
                <a:path w="8122" h="4726" extrusionOk="0">
                  <a:moveTo>
                    <a:pt x="5294" y="31"/>
                  </a:moveTo>
                  <a:cubicBezTo>
                    <a:pt x="5234" y="47"/>
                    <a:pt x="5165" y="47"/>
                    <a:pt x="5093" y="47"/>
                  </a:cubicBezTo>
                  <a:cubicBezTo>
                    <a:pt x="5021" y="47"/>
                    <a:pt x="4945" y="47"/>
                    <a:pt x="4869" y="62"/>
                  </a:cubicBezTo>
                  <a:cubicBezTo>
                    <a:pt x="4778" y="123"/>
                    <a:pt x="4717" y="183"/>
                    <a:pt x="4626" y="244"/>
                  </a:cubicBezTo>
                  <a:cubicBezTo>
                    <a:pt x="4109" y="761"/>
                    <a:pt x="3532" y="1247"/>
                    <a:pt x="2863" y="1612"/>
                  </a:cubicBezTo>
                  <a:cubicBezTo>
                    <a:pt x="2194" y="1977"/>
                    <a:pt x="1495" y="2250"/>
                    <a:pt x="887" y="2737"/>
                  </a:cubicBezTo>
                  <a:cubicBezTo>
                    <a:pt x="674" y="2889"/>
                    <a:pt x="462" y="3162"/>
                    <a:pt x="310" y="3436"/>
                  </a:cubicBezTo>
                  <a:cubicBezTo>
                    <a:pt x="0" y="4055"/>
                    <a:pt x="472" y="4726"/>
                    <a:pt x="1098" y="4726"/>
                  </a:cubicBezTo>
                  <a:cubicBezTo>
                    <a:pt x="1149" y="4726"/>
                    <a:pt x="1200" y="4721"/>
                    <a:pt x="1252" y="4712"/>
                  </a:cubicBezTo>
                  <a:cubicBezTo>
                    <a:pt x="1799" y="4621"/>
                    <a:pt x="2316" y="4530"/>
                    <a:pt x="2437" y="4500"/>
                  </a:cubicBezTo>
                  <a:cubicBezTo>
                    <a:pt x="3319" y="4317"/>
                    <a:pt x="4200" y="4074"/>
                    <a:pt x="5051" y="3770"/>
                  </a:cubicBezTo>
                  <a:cubicBezTo>
                    <a:pt x="5872" y="3496"/>
                    <a:pt x="6693" y="3193"/>
                    <a:pt x="7483" y="2828"/>
                  </a:cubicBezTo>
                  <a:cubicBezTo>
                    <a:pt x="7513" y="2797"/>
                    <a:pt x="7574" y="2767"/>
                    <a:pt x="7605" y="2737"/>
                  </a:cubicBezTo>
                  <a:cubicBezTo>
                    <a:pt x="7817" y="2493"/>
                    <a:pt x="7848" y="1977"/>
                    <a:pt x="7909" y="1673"/>
                  </a:cubicBezTo>
                  <a:cubicBezTo>
                    <a:pt x="8000" y="1186"/>
                    <a:pt x="8091" y="700"/>
                    <a:pt x="8121" y="214"/>
                  </a:cubicBezTo>
                  <a:cubicBezTo>
                    <a:pt x="7453" y="1"/>
                    <a:pt x="6693" y="92"/>
                    <a:pt x="6024" y="3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97;p49">
              <a:extLst>
                <a:ext uri="{FF2B5EF4-FFF2-40B4-BE49-F238E27FC236}">
                  <a16:creationId xmlns:a16="http://schemas.microsoft.com/office/drawing/2014/main" id="{80357638-35E3-611E-CD62-984AD7D3A31C}"/>
                </a:ext>
              </a:extLst>
            </p:cNvPr>
            <p:cNvSpPr/>
            <p:nvPr/>
          </p:nvSpPr>
          <p:spPr>
            <a:xfrm>
              <a:off x="7259004" y="2368406"/>
              <a:ext cx="92872" cy="310288"/>
            </a:xfrm>
            <a:custGeom>
              <a:avLst/>
              <a:gdLst/>
              <a:ahLst/>
              <a:cxnLst/>
              <a:rect l="l" t="t" r="r" b="b"/>
              <a:pathLst>
                <a:path w="1947" h="6505" fill="none" extrusionOk="0">
                  <a:moveTo>
                    <a:pt x="1825" y="0"/>
                  </a:moveTo>
                  <a:cubicBezTo>
                    <a:pt x="1855" y="1672"/>
                    <a:pt x="1885" y="3313"/>
                    <a:pt x="1946" y="4955"/>
                  </a:cubicBezTo>
                  <a:cubicBezTo>
                    <a:pt x="1946" y="5046"/>
                    <a:pt x="1946" y="5137"/>
                    <a:pt x="1916" y="5198"/>
                  </a:cubicBezTo>
                  <a:cubicBezTo>
                    <a:pt x="1855" y="5289"/>
                    <a:pt x="1794" y="5350"/>
                    <a:pt x="1703" y="5411"/>
                  </a:cubicBezTo>
                  <a:cubicBezTo>
                    <a:pt x="1156" y="5806"/>
                    <a:pt x="578" y="6171"/>
                    <a:pt x="1" y="6505"/>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98;p49">
              <a:extLst>
                <a:ext uri="{FF2B5EF4-FFF2-40B4-BE49-F238E27FC236}">
                  <a16:creationId xmlns:a16="http://schemas.microsoft.com/office/drawing/2014/main" id="{13C8F5E7-C7EE-7608-C5D7-5C93B898F57F}"/>
                </a:ext>
              </a:extLst>
            </p:cNvPr>
            <p:cNvSpPr/>
            <p:nvPr/>
          </p:nvSpPr>
          <p:spPr>
            <a:xfrm>
              <a:off x="6863180" y="2639540"/>
              <a:ext cx="527801" cy="274084"/>
            </a:xfrm>
            <a:custGeom>
              <a:avLst/>
              <a:gdLst/>
              <a:ahLst/>
              <a:cxnLst/>
              <a:rect l="l" t="t" r="r" b="b"/>
              <a:pathLst>
                <a:path w="11065" h="5746" extrusionOk="0">
                  <a:moveTo>
                    <a:pt x="9575" y="0"/>
                  </a:moveTo>
                  <a:cubicBezTo>
                    <a:pt x="9363" y="31"/>
                    <a:pt x="9180" y="152"/>
                    <a:pt x="8998" y="274"/>
                  </a:cubicBezTo>
                  <a:cubicBezTo>
                    <a:pt x="7661" y="1095"/>
                    <a:pt x="6262" y="1915"/>
                    <a:pt x="4712" y="2250"/>
                  </a:cubicBezTo>
                  <a:cubicBezTo>
                    <a:pt x="3648" y="2523"/>
                    <a:pt x="2463" y="2554"/>
                    <a:pt x="1521" y="3161"/>
                  </a:cubicBezTo>
                  <a:cubicBezTo>
                    <a:pt x="609" y="3739"/>
                    <a:pt x="1" y="5715"/>
                    <a:pt x="1642" y="5745"/>
                  </a:cubicBezTo>
                  <a:cubicBezTo>
                    <a:pt x="1946" y="5745"/>
                    <a:pt x="2220" y="5654"/>
                    <a:pt x="2493" y="5532"/>
                  </a:cubicBezTo>
                  <a:cubicBezTo>
                    <a:pt x="3192" y="5289"/>
                    <a:pt x="3861" y="5046"/>
                    <a:pt x="4560" y="4803"/>
                  </a:cubicBezTo>
                  <a:cubicBezTo>
                    <a:pt x="4651" y="4772"/>
                    <a:pt x="4743" y="4712"/>
                    <a:pt x="4834" y="4712"/>
                  </a:cubicBezTo>
                  <a:cubicBezTo>
                    <a:pt x="4955" y="4681"/>
                    <a:pt x="5046" y="4651"/>
                    <a:pt x="5138" y="4620"/>
                  </a:cubicBezTo>
                  <a:lnTo>
                    <a:pt x="5746" y="4620"/>
                  </a:lnTo>
                  <a:cubicBezTo>
                    <a:pt x="6451" y="4669"/>
                    <a:pt x="7141" y="4732"/>
                    <a:pt x="7819" y="4732"/>
                  </a:cubicBezTo>
                  <a:cubicBezTo>
                    <a:pt x="8836" y="4732"/>
                    <a:pt x="9825" y="4590"/>
                    <a:pt x="10791" y="4043"/>
                  </a:cubicBezTo>
                  <a:cubicBezTo>
                    <a:pt x="10852" y="4013"/>
                    <a:pt x="10882" y="3982"/>
                    <a:pt x="10943" y="3952"/>
                  </a:cubicBezTo>
                  <a:cubicBezTo>
                    <a:pt x="10974" y="3800"/>
                    <a:pt x="11004" y="3678"/>
                    <a:pt x="11034" y="3557"/>
                  </a:cubicBezTo>
                  <a:cubicBezTo>
                    <a:pt x="11065" y="3101"/>
                    <a:pt x="10943" y="2645"/>
                    <a:pt x="10761" y="2250"/>
                  </a:cubicBezTo>
                  <a:cubicBezTo>
                    <a:pt x="10457" y="1459"/>
                    <a:pt x="9940" y="760"/>
                    <a:pt x="957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99;p49">
              <a:extLst>
                <a:ext uri="{FF2B5EF4-FFF2-40B4-BE49-F238E27FC236}">
                  <a16:creationId xmlns:a16="http://schemas.microsoft.com/office/drawing/2014/main" id="{E7E67151-5EEF-2E2A-6298-7401479495FF}"/>
                </a:ext>
              </a:extLst>
            </p:cNvPr>
            <p:cNvSpPr/>
            <p:nvPr/>
          </p:nvSpPr>
          <p:spPr>
            <a:xfrm>
              <a:off x="6438354" y="2967200"/>
              <a:ext cx="593054" cy="490118"/>
            </a:xfrm>
            <a:custGeom>
              <a:avLst/>
              <a:gdLst/>
              <a:ahLst/>
              <a:cxnLst/>
              <a:rect l="l" t="t" r="r" b="b"/>
              <a:pathLst>
                <a:path w="12433" h="10275" fill="none" extrusionOk="0">
                  <a:moveTo>
                    <a:pt x="12433" y="5077"/>
                  </a:moveTo>
                  <a:cubicBezTo>
                    <a:pt x="9454" y="4104"/>
                    <a:pt x="6779" y="1824"/>
                    <a:pt x="4195" y="457"/>
                  </a:cubicBezTo>
                  <a:cubicBezTo>
                    <a:pt x="3740" y="213"/>
                    <a:pt x="3192" y="1"/>
                    <a:pt x="2736" y="183"/>
                  </a:cubicBezTo>
                  <a:cubicBezTo>
                    <a:pt x="2341" y="335"/>
                    <a:pt x="2129" y="700"/>
                    <a:pt x="1977" y="1065"/>
                  </a:cubicBezTo>
                  <a:cubicBezTo>
                    <a:pt x="1581" y="1855"/>
                    <a:pt x="1429" y="2767"/>
                    <a:pt x="1247" y="3648"/>
                  </a:cubicBezTo>
                  <a:cubicBezTo>
                    <a:pt x="852" y="5867"/>
                    <a:pt x="426" y="8086"/>
                    <a:pt x="1" y="10274"/>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00;p49">
              <a:extLst>
                <a:ext uri="{FF2B5EF4-FFF2-40B4-BE49-F238E27FC236}">
                  <a16:creationId xmlns:a16="http://schemas.microsoft.com/office/drawing/2014/main" id="{960E2A83-2548-D538-7147-ACA4C6DD8EE5}"/>
                </a:ext>
              </a:extLst>
            </p:cNvPr>
            <p:cNvSpPr/>
            <p:nvPr/>
          </p:nvSpPr>
          <p:spPr>
            <a:xfrm>
              <a:off x="6509429" y="2901945"/>
              <a:ext cx="806178" cy="23278"/>
            </a:xfrm>
            <a:custGeom>
              <a:avLst/>
              <a:gdLst/>
              <a:ahLst/>
              <a:cxnLst/>
              <a:rect l="l" t="t" r="r" b="b"/>
              <a:pathLst>
                <a:path w="16901" h="488" extrusionOk="0">
                  <a:moveTo>
                    <a:pt x="304" y="1"/>
                  </a:moveTo>
                  <a:cubicBezTo>
                    <a:pt x="122" y="1"/>
                    <a:pt x="0" y="153"/>
                    <a:pt x="61" y="305"/>
                  </a:cubicBezTo>
                  <a:cubicBezTo>
                    <a:pt x="91" y="426"/>
                    <a:pt x="183" y="487"/>
                    <a:pt x="304" y="487"/>
                  </a:cubicBezTo>
                  <a:lnTo>
                    <a:pt x="16657" y="487"/>
                  </a:lnTo>
                  <a:cubicBezTo>
                    <a:pt x="16779" y="487"/>
                    <a:pt x="16900" y="396"/>
                    <a:pt x="16900" y="244"/>
                  </a:cubicBezTo>
                  <a:cubicBezTo>
                    <a:pt x="16900" y="92"/>
                    <a:pt x="16809" y="1"/>
                    <a:pt x="1665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01;p49">
              <a:extLst>
                <a:ext uri="{FF2B5EF4-FFF2-40B4-BE49-F238E27FC236}">
                  <a16:creationId xmlns:a16="http://schemas.microsoft.com/office/drawing/2014/main" id="{49708DF6-EB7F-135F-AA3D-93EF252481E4}"/>
                </a:ext>
              </a:extLst>
            </p:cNvPr>
            <p:cNvSpPr/>
            <p:nvPr/>
          </p:nvSpPr>
          <p:spPr>
            <a:xfrm>
              <a:off x="6402101" y="2561215"/>
              <a:ext cx="782996" cy="363999"/>
            </a:xfrm>
            <a:custGeom>
              <a:avLst/>
              <a:gdLst/>
              <a:ahLst/>
              <a:cxnLst/>
              <a:rect l="l" t="t" r="r" b="b"/>
              <a:pathLst>
                <a:path w="16415" h="7631" extrusionOk="0">
                  <a:moveTo>
                    <a:pt x="1" y="1"/>
                  </a:moveTo>
                  <a:lnTo>
                    <a:pt x="2220" y="7630"/>
                  </a:lnTo>
                  <a:lnTo>
                    <a:pt x="16415" y="7630"/>
                  </a:lnTo>
                  <a:lnTo>
                    <a:pt x="1419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02;p49">
              <a:extLst>
                <a:ext uri="{FF2B5EF4-FFF2-40B4-BE49-F238E27FC236}">
                  <a16:creationId xmlns:a16="http://schemas.microsoft.com/office/drawing/2014/main" id="{31EB2D55-694C-58BC-4472-32E1C6CFED7E}"/>
                </a:ext>
              </a:extLst>
            </p:cNvPr>
            <p:cNvSpPr/>
            <p:nvPr/>
          </p:nvSpPr>
          <p:spPr>
            <a:xfrm>
              <a:off x="5957002" y="2936766"/>
              <a:ext cx="23230" cy="1416547"/>
            </a:xfrm>
            <a:custGeom>
              <a:avLst/>
              <a:gdLst/>
              <a:ahLst/>
              <a:cxnLst/>
              <a:rect l="l" t="t" r="r" b="b"/>
              <a:pathLst>
                <a:path w="487" h="29697" extrusionOk="0">
                  <a:moveTo>
                    <a:pt x="0" y="0"/>
                  </a:moveTo>
                  <a:lnTo>
                    <a:pt x="0" y="29697"/>
                  </a:lnTo>
                  <a:lnTo>
                    <a:pt x="487" y="29697"/>
                  </a:lnTo>
                  <a:lnTo>
                    <a:pt x="48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3;p49">
              <a:extLst>
                <a:ext uri="{FF2B5EF4-FFF2-40B4-BE49-F238E27FC236}">
                  <a16:creationId xmlns:a16="http://schemas.microsoft.com/office/drawing/2014/main" id="{AD44B41E-A263-38CF-B2A1-96953B881124}"/>
                </a:ext>
              </a:extLst>
            </p:cNvPr>
            <p:cNvSpPr/>
            <p:nvPr/>
          </p:nvSpPr>
          <p:spPr>
            <a:xfrm>
              <a:off x="8131886" y="2936766"/>
              <a:ext cx="21751" cy="1416547"/>
            </a:xfrm>
            <a:custGeom>
              <a:avLst/>
              <a:gdLst/>
              <a:ahLst/>
              <a:cxnLst/>
              <a:rect l="l" t="t" r="r" b="b"/>
              <a:pathLst>
                <a:path w="456" h="29697" extrusionOk="0">
                  <a:moveTo>
                    <a:pt x="0" y="0"/>
                  </a:moveTo>
                  <a:lnTo>
                    <a:pt x="0" y="29697"/>
                  </a:lnTo>
                  <a:lnTo>
                    <a:pt x="456" y="29697"/>
                  </a:lnTo>
                  <a:lnTo>
                    <a:pt x="45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4;p49">
              <a:extLst>
                <a:ext uri="{FF2B5EF4-FFF2-40B4-BE49-F238E27FC236}">
                  <a16:creationId xmlns:a16="http://schemas.microsoft.com/office/drawing/2014/main" id="{066BB133-8F02-7288-203A-26A5A923A044}"/>
                </a:ext>
              </a:extLst>
            </p:cNvPr>
            <p:cNvSpPr/>
            <p:nvPr/>
          </p:nvSpPr>
          <p:spPr>
            <a:xfrm>
              <a:off x="5807650" y="2925175"/>
              <a:ext cx="2505443" cy="21799"/>
            </a:xfrm>
            <a:custGeom>
              <a:avLst/>
              <a:gdLst/>
              <a:ahLst/>
              <a:cxnLst/>
              <a:rect l="l" t="t" r="r" b="b"/>
              <a:pathLst>
                <a:path w="52525" h="457" extrusionOk="0">
                  <a:moveTo>
                    <a:pt x="1" y="0"/>
                  </a:moveTo>
                  <a:lnTo>
                    <a:pt x="1" y="456"/>
                  </a:lnTo>
                  <a:lnTo>
                    <a:pt x="52525" y="456"/>
                  </a:lnTo>
                  <a:lnTo>
                    <a:pt x="5252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05;p49">
              <a:extLst>
                <a:ext uri="{FF2B5EF4-FFF2-40B4-BE49-F238E27FC236}">
                  <a16:creationId xmlns:a16="http://schemas.microsoft.com/office/drawing/2014/main" id="{4B981A86-F6A5-CCEA-5833-B694D1249AFF}"/>
                </a:ext>
              </a:extLst>
            </p:cNvPr>
            <p:cNvSpPr/>
            <p:nvPr/>
          </p:nvSpPr>
          <p:spPr>
            <a:xfrm>
              <a:off x="6882022" y="3718256"/>
              <a:ext cx="468366" cy="48"/>
            </a:xfrm>
            <a:custGeom>
              <a:avLst/>
              <a:gdLst/>
              <a:ahLst/>
              <a:cxnLst/>
              <a:rect l="l" t="t" r="r" b="b"/>
              <a:pathLst>
                <a:path w="9819" h="1" fill="none" extrusionOk="0">
                  <a:moveTo>
                    <a:pt x="1" y="1"/>
                  </a:moveTo>
                  <a:lnTo>
                    <a:pt x="9819"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06;p49">
              <a:extLst>
                <a:ext uri="{FF2B5EF4-FFF2-40B4-BE49-F238E27FC236}">
                  <a16:creationId xmlns:a16="http://schemas.microsoft.com/office/drawing/2014/main" id="{DA8211CF-2397-CA47-9C6C-4C8BD92E1BEB}"/>
                </a:ext>
              </a:extLst>
            </p:cNvPr>
            <p:cNvSpPr/>
            <p:nvPr/>
          </p:nvSpPr>
          <p:spPr>
            <a:xfrm>
              <a:off x="6805175" y="3966207"/>
              <a:ext cx="588713" cy="48"/>
            </a:xfrm>
            <a:custGeom>
              <a:avLst/>
              <a:gdLst/>
              <a:ahLst/>
              <a:cxnLst/>
              <a:rect l="l" t="t" r="r" b="b"/>
              <a:pathLst>
                <a:path w="12342" h="1" fill="none" extrusionOk="0">
                  <a:moveTo>
                    <a:pt x="1" y="0"/>
                  </a:moveTo>
                  <a:lnTo>
                    <a:pt x="12342" y="0"/>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53"/>
          <p:cNvGrpSpPr/>
          <p:nvPr/>
        </p:nvGrpSpPr>
        <p:grpSpPr>
          <a:xfrm>
            <a:off x="7401250" y="2735393"/>
            <a:ext cx="1671184" cy="2440924"/>
            <a:chOff x="6795049" y="1179275"/>
            <a:chExt cx="1268451" cy="1852694"/>
          </a:xfrm>
        </p:grpSpPr>
        <p:sp>
          <p:nvSpPr>
            <p:cNvPr id="871" name="Google Shape;871;p53"/>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53"/>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3"/>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3"/>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3"/>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3"/>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3"/>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5187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E3B8-EBC2-5927-587C-33E857FE9963}"/>
              </a:ext>
            </a:extLst>
          </p:cNvPr>
          <p:cNvSpPr>
            <a:spLocks noGrp="1"/>
          </p:cNvSpPr>
          <p:nvPr>
            <p:ph type="title"/>
          </p:nvPr>
        </p:nvSpPr>
        <p:spPr/>
        <p:txBody>
          <a:bodyPr/>
          <a:lstStyle/>
          <a:p>
            <a:r>
              <a:rPr lang="en-US" dirty="0"/>
              <a:t>Adding Songs </a:t>
            </a:r>
          </a:p>
        </p:txBody>
      </p:sp>
      <p:sp>
        <p:nvSpPr>
          <p:cNvPr id="3" name="Subtitle 2">
            <a:extLst>
              <a:ext uri="{FF2B5EF4-FFF2-40B4-BE49-F238E27FC236}">
                <a16:creationId xmlns:a16="http://schemas.microsoft.com/office/drawing/2014/main" id="{16A69719-849E-317E-27CD-900F81B328C4}"/>
              </a:ext>
            </a:extLst>
          </p:cNvPr>
          <p:cNvSpPr>
            <a:spLocks noGrp="1"/>
          </p:cNvSpPr>
          <p:nvPr>
            <p:ph type="subTitle" idx="1"/>
          </p:nvPr>
        </p:nvSpPr>
        <p:spPr/>
        <p:txBody>
          <a:bodyPr/>
          <a:lstStyle/>
          <a:p>
            <a:pPr marL="114300" indent="0">
              <a:buNone/>
            </a:pPr>
            <a:r>
              <a:rPr lang="en-US" sz="1200" dirty="0"/>
              <a:t>def </a:t>
            </a:r>
            <a:r>
              <a:rPr lang="en-US" sz="1200" dirty="0" err="1"/>
              <a:t>add_song</a:t>
            </a:r>
            <a:r>
              <a:rPr lang="en-US" sz="1200" dirty="0"/>
              <a:t>():    </a:t>
            </a:r>
          </a:p>
          <a:p>
            <a:pPr marL="114300" indent="0">
              <a:buNone/>
            </a:pPr>
            <a:r>
              <a:rPr lang="en-US" sz="1200" dirty="0"/>
              <a:t>    song = </a:t>
            </a:r>
            <a:r>
              <a:rPr lang="en-US" sz="1200" dirty="0" err="1"/>
              <a:t>filedialog.askopenfilename</a:t>
            </a:r>
            <a:r>
              <a:rPr lang="en-US" sz="1200" dirty="0"/>
              <a:t>(</a:t>
            </a:r>
            <a:r>
              <a:rPr lang="en-US" sz="1200" dirty="0" err="1"/>
              <a:t>initialdir</a:t>
            </a:r>
            <a:r>
              <a:rPr lang="en-US" sz="1200" dirty="0"/>
              <a:t>='music/', title='Chose A Song', filetypes=(("mp3 Files", "*.mp3"), ))</a:t>
            </a:r>
          </a:p>
          <a:p>
            <a:pPr marL="114300" indent="0">
              <a:buNone/>
            </a:pPr>
            <a:r>
              <a:rPr lang="en-US" sz="1200" dirty="0"/>
              <a:t>    song = </a:t>
            </a:r>
            <a:r>
              <a:rPr lang="en-US" sz="1200" dirty="0" err="1"/>
              <a:t>song.replace</a:t>
            </a:r>
            <a:r>
              <a:rPr lang="en-US" sz="1200" dirty="0"/>
              <a:t>("C:/Python Project/</a:t>
            </a:r>
            <a:r>
              <a:rPr lang="en-US" sz="1200" dirty="0" err="1"/>
              <a:t>musicplayer</a:t>
            </a:r>
            <a:r>
              <a:rPr lang="en-US" sz="1200" dirty="0"/>
              <a:t>-main/music/", "")</a:t>
            </a:r>
          </a:p>
          <a:p>
            <a:pPr marL="114300" indent="0">
              <a:buNone/>
            </a:pPr>
            <a:endParaRPr lang="en-US" sz="1200" dirty="0"/>
          </a:p>
          <a:p>
            <a:pPr marL="114300" indent="0">
              <a:buNone/>
            </a:pPr>
            <a:r>
              <a:rPr lang="en-US" sz="1200" dirty="0"/>
              <a:t>    song = </a:t>
            </a:r>
            <a:r>
              <a:rPr lang="en-US" sz="1200" dirty="0" err="1"/>
              <a:t>song.replace</a:t>
            </a:r>
            <a:r>
              <a:rPr lang="en-US" sz="1200" dirty="0"/>
              <a:t>(".mp3", "")</a:t>
            </a:r>
          </a:p>
          <a:p>
            <a:pPr marL="114300" indent="0">
              <a:buNone/>
            </a:pPr>
            <a:endParaRPr lang="en-US" sz="1200" dirty="0"/>
          </a:p>
          <a:p>
            <a:pPr marL="114300" indent="0">
              <a:buNone/>
            </a:pPr>
            <a:r>
              <a:rPr lang="en-US" sz="1200" dirty="0"/>
              <a:t>    </a:t>
            </a:r>
            <a:r>
              <a:rPr lang="en-US" sz="1200" dirty="0" err="1"/>
              <a:t>song_box.insert</a:t>
            </a:r>
            <a:r>
              <a:rPr lang="en-US" sz="1200" dirty="0"/>
              <a:t>(END, song)</a:t>
            </a:r>
          </a:p>
        </p:txBody>
      </p:sp>
      <p:sp>
        <p:nvSpPr>
          <p:cNvPr id="4" name="Subtitle 3">
            <a:extLst>
              <a:ext uri="{FF2B5EF4-FFF2-40B4-BE49-F238E27FC236}">
                <a16:creationId xmlns:a16="http://schemas.microsoft.com/office/drawing/2014/main" id="{58769FAC-9D58-8019-962F-E5732EA11F87}"/>
              </a:ext>
            </a:extLst>
          </p:cNvPr>
          <p:cNvSpPr>
            <a:spLocks noGrp="1"/>
          </p:cNvSpPr>
          <p:nvPr>
            <p:ph type="subTitle" idx="2"/>
          </p:nvPr>
        </p:nvSpPr>
        <p:spPr/>
        <p:txBody>
          <a:bodyPr/>
          <a:lstStyle/>
          <a:p>
            <a:pPr marL="114300" indent="0">
              <a:buNone/>
            </a:pPr>
            <a:r>
              <a:rPr lang="en-US" sz="1400" dirty="0"/>
              <a:t>The file dialog opens a window for selecting the songs from the file manager to be inserted into song box.</a:t>
            </a:r>
          </a:p>
          <a:p>
            <a:pPr marL="114300" indent="0">
              <a:buNone/>
            </a:pPr>
            <a:r>
              <a:rPr lang="en-US" sz="1400" dirty="0"/>
              <a:t>Initially the ‘music/’ directory is opened and accepts only ‘.mp3’ types of file.</a:t>
            </a:r>
          </a:p>
          <a:p>
            <a:pPr marL="114300" indent="0">
              <a:buNone/>
            </a:pPr>
            <a:endParaRPr lang="en-US" sz="1400" dirty="0"/>
          </a:p>
          <a:p>
            <a:pPr marL="114300" indent="0">
              <a:buNone/>
            </a:pPr>
            <a:r>
              <a:rPr lang="en-US" sz="1400" dirty="0"/>
              <a:t>The directory and extension is stripped from the song name to load in song box by replace method.</a:t>
            </a:r>
          </a:p>
          <a:p>
            <a:pPr marL="114300" indent="0">
              <a:buNone/>
            </a:pPr>
            <a:endParaRPr lang="en-US" sz="1400" dirty="0"/>
          </a:p>
          <a:p>
            <a:pPr marL="114300" indent="0">
              <a:buNone/>
            </a:pPr>
            <a:r>
              <a:rPr lang="en-US" sz="1400" dirty="0"/>
              <a:t>The song name is inserted into the list box(song box) by insert method.</a:t>
            </a:r>
          </a:p>
        </p:txBody>
      </p:sp>
    </p:spTree>
    <p:extLst>
      <p:ext uri="{BB962C8B-B14F-4D97-AF65-F5344CB8AC3E}">
        <p14:creationId xmlns:p14="http://schemas.microsoft.com/office/powerpoint/2010/main" val="818143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C391B-56D4-E8AC-5A31-D1815C29747B}"/>
              </a:ext>
            </a:extLst>
          </p:cNvPr>
          <p:cNvSpPr>
            <a:spLocks noGrp="1"/>
          </p:cNvSpPr>
          <p:nvPr>
            <p:ph type="title"/>
          </p:nvPr>
        </p:nvSpPr>
        <p:spPr/>
        <p:txBody>
          <a:bodyPr/>
          <a:lstStyle/>
          <a:p>
            <a:r>
              <a:rPr lang="en-US" dirty="0"/>
              <a:t>Adding Multiple Songs </a:t>
            </a:r>
          </a:p>
        </p:txBody>
      </p:sp>
      <p:sp>
        <p:nvSpPr>
          <p:cNvPr id="3" name="Subtitle 2">
            <a:extLst>
              <a:ext uri="{FF2B5EF4-FFF2-40B4-BE49-F238E27FC236}">
                <a16:creationId xmlns:a16="http://schemas.microsoft.com/office/drawing/2014/main" id="{BA40CE19-B359-BCDF-038E-666E572A862C}"/>
              </a:ext>
            </a:extLst>
          </p:cNvPr>
          <p:cNvSpPr>
            <a:spLocks noGrp="1"/>
          </p:cNvSpPr>
          <p:nvPr>
            <p:ph type="subTitle" idx="1"/>
          </p:nvPr>
        </p:nvSpPr>
        <p:spPr/>
        <p:txBody>
          <a:bodyPr/>
          <a:lstStyle/>
          <a:p>
            <a:pPr marL="114300" indent="0">
              <a:buNone/>
            </a:pPr>
            <a:r>
              <a:rPr lang="en-US" sz="1200" dirty="0"/>
              <a:t>def </a:t>
            </a:r>
            <a:r>
              <a:rPr lang="en-US" sz="1200" dirty="0" err="1"/>
              <a:t>add_many_song</a:t>
            </a:r>
            <a:r>
              <a:rPr lang="en-US" sz="1200" dirty="0"/>
              <a:t>():</a:t>
            </a:r>
          </a:p>
          <a:p>
            <a:pPr marL="114300" indent="0">
              <a:buNone/>
            </a:pPr>
            <a:r>
              <a:rPr lang="en-US" sz="1200" dirty="0"/>
              <a:t>songs = </a:t>
            </a:r>
            <a:r>
              <a:rPr lang="en-US" sz="1200" dirty="0" err="1"/>
              <a:t>filedialog.askopenfilenames</a:t>
            </a:r>
            <a:r>
              <a:rPr lang="en-US" sz="1200" dirty="0"/>
              <a:t>(</a:t>
            </a:r>
            <a:r>
              <a:rPr lang="en-US" sz="1200" dirty="0" err="1"/>
              <a:t>initialdir</a:t>
            </a:r>
            <a:r>
              <a:rPr lang="en-US" sz="1200" dirty="0"/>
              <a:t>='music/', title='Chose A Song', filetypes=(("mp3 Files", "*.mp3"), ))</a:t>
            </a:r>
          </a:p>
          <a:p>
            <a:pPr marL="114300" indent="0">
              <a:buNone/>
            </a:pPr>
            <a:r>
              <a:rPr lang="en-US" sz="1200" dirty="0"/>
              <a:t>    </a:t>
            </a:r>
          </a:p>
          <a:p>
            <a:pPr marL="114300" indent="0">
              <a:buNone/>
            </a:pPr>
            <a:r>
              <a:rPr lang="en-US" sz="1200" dirty="0"/>
              <a:t>    for song in songs:</a:t>
            </a:r>
          </a:p>
          <a:p>
            <a:pPr marL="114300" indent="0">
              <a:buNone/>
            </a:pPr>
            <a:r>
              <a:rPr lang="en-US" sz="1200" dirty="0"/>
              <a:t>        song = </a:t>
            </a:r>
            <a:r>
              <a:rPr lang="en-US" sz="1200" dirty="0" err="1"/>
              <a:t>song.replace</a:t>
            </a:r>
            <a:r>
              <a:rPr lang="en-US" sz="1200" dirty="0"/>
              <a:t>("C:/Python           Project/</a:t>
            </a:r>
            <a:r>
              <a:rPr lang="en-US" sz="1200" dirty="0" err="1"/>
              <a:t>musicplayer</a:t>
            </a:r>
            <a:r>
              <a:rPr lang="en-US" sz="1200" dirty="0"/>
              <a:t>-main/music/", "")</a:t>
            </a:r>
          </a:p>
          <a:p>
            <a:pPr marL="114300" indent="0">
              <a:buNone/>
            </a:pPr>
            <a:r>
              <a:rPr lang="en-US" sz="1200" dirty="0"/>
              <a:t>        song = </a:t>
            </a:r>
            <a:r>
              <a:rPr lang="en-US" sz="1200" dirty="0" err="1"/>
              <a:t>song.replace</a:t>
            </a:r>
            <a:r>
              <a:rPr lang="en-US" sz="1200" dirty="0"/>
              <a:t>(".mp3", "")</a:t>
            </a:r>
          </a:p>
          <a:p>
            <a:pPr marL="114300" indent="0">
              <a:buNone/>
            </a:pPr>
            <a:r>
              <a:rPr lang="en-US" sz="1200" dirty="0"/>
              <a:t>        </a:t>
            </a:r>
          </a:p>
          <a:p>
            <a:pPr marL="114300" indent="0">
              <a:buNone/>
            </a:pPr>
            <a:r>
              <a:rPr lang="en-US" sz="1200" dirty="0"/>
              <a:t>       </a:t>
            </a:r>
            <a:r>
              <a:rPr lang="en-US" sz="1200" dirty="0" err="1"/>
              <a:t>song_box.insert</a:t>
            </a:r>
            <a:r>
              <a:rPr lang="en-US" sz="1200" dirty="0"/>
              <a:t>(END, song)</a:t>
            </a:r>
          </a:p>
        </p:txBody>
      </p:sp>
      <p:sp>
        <p:nvSpPr>
          <p:cNvPr id="4" name="Subtitle 3">
            <a:extLst>
              <a:ext uri="{FF2B5EF4-FFF2-40B4-BE49-F238E27FC236}">
                <a16:creationId xmlns:a16="http://schemas.microsoft.com/office/drawing/2014/main" id="{9365A9ED-A087-E641-9F75-47664828671E}"/>
              </a:ext>
            </a:extLst>
          </p:cNvPr>
          <p:cNvSpPr>
            <a:spLocks noGrp="1"/>
          </p:cNvSpPr>
          <p:nvPr>
            <p:ph type="subTitle" idx="2"/>
          </p:nvPr>
        </p:nvSpPr>
        <p:spPr/>
        <p:txBody>
          <a:bodyPr/>
          <a:lstStyle/>
          <a:p>
            <a:pPr marL="114300" indent="0">
              <a:buNone/>
            </a:pPr>
            <a:r>
              <a:rPr lang="en-US" sz="1400" dirty="0"/>
              <a:t>It is similar to the adding songs function the only difference is this does same thing for many song at a time by the ‘</a:t>
            </a:r>
            <a:r>
              <a:rPr lang="en-US" sz="1400" dirty="0" err="1"/>
              <a:t>filedialog.askopenfilenames</a:t>
            </a:r>
            <a:r>
              <a:rPr lang="en-US" sz="1400" dirty="0"/>
              <a:t>’ function.</a:t>
            </a:r>
          </a:p>
          <a:p>
            <a:pPr marL="114300" indent="0">
              <a:buNone/>
            </a:pPr>
            <a:endParaRPr lang="en-US" sz="1400" dirty="0"/>
          </a:p>
          <a:p>
            <a:pPr marL="114300" indent="0">
              <a:buNone/>
            </a:pPr>
            <a:r>
              <a:rPr lang="en-US" sz="1400" dirty="0"/>
              <a:t>The file dialog allows to select many song from file manager while earlier it only restricts to one song at a time.</a:t>
            </a:r>
          </a:p>
          <a:p>
            <a:pPr marL="114300" indent="0">
              <a:buNone/>
            </a:pPr>
            <a:endParaRPr lang="en-US" sz="1400" dirty="0"/>
          </a:p>
          <a:p>
            <a:pPr marL="114300" indent="0">
              <a:buNone/>
            </a:pPr>
            <a:r>
              <a:rPr lang="en-US" sz="1400" dirty="0"/>
              <a:t>The for loop is used to strip the directory and extension from every song selected and then inserted in the list box(song box) </a:t>
            </a:r>
          </a:p>
        </p:txBody>
      </p:sp>
    </p:spTree>
    <p:extLst>
      <p:ext uri="{BB962C8B-B14F-4D97-AF65-F5344CB8AC3E}">
        <p14:creationId xmlns:p14="http://schemas.microsoft.com/office/powerpoint/2010/main" val="4064748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D676-4FEF-34EC-CD8A-A0078A006DBF}"/>
              </a:ext>
            </a:extLst>
          </p:cNvPr>
          <p:cNvSpPr>
            <a:spLocks noGrp="1"/>
          </p:cNvSpPr>
          <p:nvPr>
            <p:ph type="title"/>
          </p:nvPr>
        </p:nvSpPr>
        <p:spPr/>
        <p:txBody>
          <a:bodyPr/>
          <a:lstStyle/>
          <a:p>
            <a:r>
              <a:rPr lang="en-US" dirty="0"/>
              <a:t>Deleting Songs </a:t>
            </a:r>
          </a:p>
        </p:txBody>
      </p:sp>
      <p:sp>
        <p:nvSpPr>
          <p:cNvPr id="3" name="Subtitle 2">
            <a:extLst>
              <a:ext uri="{FF2B5EF4-FFF2-40B4-BE49-F238E27FC236}">
                <a16:creationId xmlns:a16="http://schemas.microsoft.com/office/drawing/2014/main" id="{EF7442FB-C3C7-B8D8-8866-F8A91456A376}"/>
              </a:ext>
            </a:extLst>
          </p:cNvPr>
          <p:cNvSpPr>
            <a:spLocks noGrp="1"/>
          </p:cNvSpPr>
          <p:nvPr>
            <p:ph type="subTitle" idx="1"/>
          </p:nvPr>
        </p:nvSpPr>
        <p:spPr/>
        <p:txBody>
          <a:bodyPr/>
          <a:lstStyle/>
          <a:p>
            <a:pPr marL="114300" indent="0">
              <a:buNone/>
            </a:pPr>
            <a:r>
              <a:rPr lang="en-US" sz="1200" dirty="0"/>
              <a:t>def </a:t>
            </a:r>
            <a:r>
              <a:rPr lang="en-US" sz="1200" dirty="0" err="1"/>
              <a:t>delete_song</a:t>
            </a:r>
            <a:r>
              <a:rPr lang="en-US" sz="1200" dirty="0"/>
              <a:t>():</a:t>
            </a:r>
          </a:p>
          <a:p>
            <a:pPr marL="114300" indent="0">
              <a:buNone/>
            </a:pPr>
            <a:r>
              <a:rPr lang="en-US" sz="1200" dirty="0"/>
              <a:t>    </a:t>
            </a:r>
          </a:p>
          <a:p>
            <a:pPr marL="114300" indent="0">
              <a:buNone/>
            </a:pPr>
            <a:r>
              <a:rPr lang="en-US" sz="1200" dirty="0"/>
              <a:t>     stop()</a:t>
            </a:r>
          </a:p>
          <a:p>
            <a:pPr marL="114300" indent="0">
              <a:buNone/>
            </a:pPr>
            <a:r>
              <a:rPr lang="en-US" sz="1200" dirty="0"/>
              <a:t>    </a:t>
            </a:r>
          </a:p>
          <a:p>
            <a:pPr marL="114300" indent="0">
              <a:buNone/>
            </a:pPr>
            <a:r>
              <a:rPr lang="en-US" sz="1200" dirty="0"/>
              <a:t>     </a:t>
            </a:r>
            <a:r>
              <a:rPr lang="en-US" sz="1200" dirty="0" err="1"/>
              <a:t>song_box.delete</a:t>
            </a:r>
            <a:r>
              <a:rPr lang="en-US" sz="1200" dirty="0"/>
              <a:t>(ANCHOR)</a:t>
            </a:r>
          </a:p>
          <a:p>
            <a:pPr marL="114300" indent="0">
              <a:buNone/>
            </a:pPr>
            <a:r>
              <a:rPr lang="en-US" sz="1200" dirty="0"/>
              <a:t>    </a:t>
            </a:r>
          </a:p>
          <a:p>
            <a:pPr marL="114300" indent="0">
              <a:buNone/>
            </a:pPr>
            <a:r>
              <a:rPr lang="en-US" sz="1200" dirty="0"/>
              <a:t>    </a:t>
            </a:r>
            <a:r>
              <a:rPr lang="en-US" sz="1200" dirty="0" err="1"/>
              <a:t>pygame.mixer.music.stop</a:t>
            </a:r>
            <a:r>
              <a:rPr lang="en-US" sz="1200" dirty="0"/>
              <a:t>()</a:t>
            </a:r>
          </a:p>
          <a:p>
            <a:pPr marL="114300" indent="0">
              <a:buNone/>
            </a:pPr>
            <a:endParaRPr lang="en-US" sz="1200" dirty="0"/>
          </a:p>
          <a:p>
            <a:pPr marL="114300" indent="0">
              <a:buNone/>
            </a:pPr>
            <a:r>
              <a:rPr lang="en-US" sz="1200" dirty="0"/>
              <a:t>    </a:t>
            </a:r>
            <a:r>
              <a:rPr lang="en-US" sz="1200" dirty="0" err="1"/>
              <a:t>remove_album_cover</a:t>
            </a:r>
            <a:r>
              <a:rPr lang="en-US" sz="1200" dirty="0"/>
              <a:t>()</a:t>
            </a:r>
          </a:p>
        </p:txBody>
      </p:sp>
      <p:sp>
        <p:nvSpPr>
          <p:cNvPr id="4" name="Subtitle 3">
            <a:extLst>
              <a:ext uri="{FF2B5EF4-FFF2-40B4-BE49-F238E27FC236}">
                <a16:creationId xmlns:a16="http://schemas.microsoft.com/office/drawing/2014/main" id="{082B83A5-8CB9-E306-630E-E5D06FF4118F}"/>
              </a:ext>
            </a:extLst>
          </p:cNvPr>
          <p:cNvSpPr>
            <a:spLocks noGrp="1"/>
          </p:cNvSpPr>
          <p:nvPr>
            <p:ph type="subTitle" idx="2"/>
          </p:nvPr>
        </p:nvSpPr>
        <p:spPr/>
        <p:txBody>
          <a:bodyPr/>
          <a:lstStyle/>
          <a:p>
            <a:pPr marL="114300" indent="0">
              <a:buNone/>
            </a:pPr>
            <a:r>
              <a:rPr lang="en-US" sz="1400" dirty="0"/>
              <a:t>Delete song function deletes the song from the list box(song box).</a:t>
            </a:r>
          </a:p>
          <a:p>
            <a:pPr marL="114300" indent="0">
              <a:buNone/>
            </a:pPr>
            <a:endParaRPr lang="en-US" sz="1400" dirty="0"/>
          </a:p>
          <a:p>
            <a:pPr marL="114300" indent="0">
              <a:buNone/>
            </a:pPr>
            <a:r>
              <a:rPr lang="en-US" sz="1400" dirty="0"/>
              <a:t>When the song is deleted the </a:t>
            </a:r>
            <a:r>
              <a:rPr lang="en-US" sz="1400" dirty="0" err="1"/>
              <a:t>pygame</a:t>
            </a:r>
            <a:r>
              <a:rPr lang="en-US" sz="1400" dirty="0"/>
              <a:t> stops the music from playing and also the album cover of the song which was playing is also removed.</a:t>
            </a:r>
          </a:p>
        </p:txBody>
      </p:sp>
    </p:spTree>
    <p:extLst>
      <p:ext uri="{BB962C8B-B14F-4D97-AF65-F5344CB8AC3E}">
        <p14:creationId xmlns:p14="http://schemas.microsoft.com/office/powerpoint/2010/main" val="155274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9B3A3-4C11-9C19-2EC3-ECF4B7AEAD1C}"/>
              </a:ext>
            </a:extLst>
          </p:cNvPr>
          <p:cNvSpPr>
            <a:spLocks noGrp="1"/>
          </p:cNvSpPr>
          <p:nvPr>
            <p:ph type="title"/>
          </p:nvPr>
        </p:nvSpPr>
        <p:spPr/>
        <p:txBody>
          <a:bodyPr/>
          <a:lstStyle/>
          <a:p>
            <a:r>
              <a:rPr lang="en-US" dirty="0"/>
              <a:t>Deleting Multiple Songs </a:t>
            </a:r>
          </a:p>
        </p:txBody>
      </p:sp>
      <p:sp>
        <p:nvSpPr>
          <p:cNvPr id="3" name="Subtitle 2">
            <a:extLst>
              <a:ext uri="{FF2B5EF4-FFF2-40B4-BE49-F238E27FC236}">
                <a16:creationId xmlns:a16="http://schemas.microsoft.com/office/drawing/2014/main" id="{BE8332C1-0476-8773-FCA9-AD90F1BFA15D}"/>
              </a:ext>
            </a:extLst>
          </p:cNvPr>
          <p:cNvSpPr>
            <a:spLocks noGrp="1"/>
          </p:cNvSpPr>
          <p:nvPr>
            <p:ph type="subTitle" idx="1"/>
          </p:nvPr>
        </p:nvSpPr>
        <p:spPr/>
        <p:txBody>
          <a:bodyPr/>
          <a:lstStyle/>
          <a:p>
            <a:pPr marL="114300" indent="0">
              <a:buNone/>
            </a:pPr>
            <a:r>
              <a:rPr lang="en-US" sz="1200" dirty="0"/>
              <a:t>def </a:t>
            </a:r>
            <a:r>
              <a:rPr lang="en-US" sz="1200" dirty="0" err="1"/>
              <a:t>delete_all_songs</a:t>
            </a:r>
            <a:r>
              <a:rPr lang="en-US" sz="1200" dirty="0"/>
              <a:t>():</a:t>
            </a:r>
          </a:p>
          <a:p>
            <a:pPr marL="114300" indent="0">
              <a:buNone/>
            </a:pPr>
            <a:r>
              <a:rPr lang="en-US" sz="1200" dirty="0"/>
              <a:t>    </a:t>
            </a:r>
          </a:p>
          <a:p>
            <a:pPr marL="114300" indent="0">
              <a:buNone/>
            </a:pPr>
            <a:r>
              <a:rPr lang="en-US" sz="1200" dirty="0"/>
              <a:t>     stop()</a:t>
            </a:r>
          </a:p>
          <a:p>
            <a:pPr marL="114300" indent="0">
              <a:buNone/>
            </a:pPr>
            <a:r>
              <a:rPr lang="en-US" sz="1200" dirty="0"/>
              <a:t>    </a:t>
            </a:r>
          </a:p>
          <a:p>
            <a:pPr marL="114300" indent="0">
              <a:buNone/>
            </a:pPr>
            <a:r>
              <a:rPr lang="en-US" sz="1200" dirty="0"/>
              <a:t>     </a:t>
            </a:r>
            <a:r>
              <a:rPr lang="en-US" sz="1200" dirty="0" err="1"/>
              <a:t>song_box.delete</a:t>
            </a:r>
            <a:r>
              <a:rPr lang="en-US" sz="1200" dirty="0"/>
              <a:t>(0,END)</a:t>
            </a:r>
          </a:p>
          <a:p>
            <a:pPr marL="114300" indent="0">
              <a:buNone/>
            </a:pPr>
            <a:endParaRPr lang="en-US" sz="1200" dirty="0"/>
          </a:p>
          <a:p>
            <a:pPr marL="114300" indent="0">
              <a:buNone/>
            </a:pPr>
            <a:r>
              <a:rPr lang="en-US" sz="1200" dirty="0"/>
              <a:t>    </a:t>
            </a:r>
            <a:r>
              <a:rPr lang="en-US" sz="1200" dirty="0" err="1"/>
              <a:t>pygame.mixer.music.stop</a:t>
            </a:r>
            <a:r>
              <a:rPr lang="en-US" sz="1200" dirty="0"/>
              <a:t>()</a:t>
            </a:r>
          </a:p>
          <a:p>
            <a:pPr marL="114300" indent="0">
              <a:buNone/>
            </a:pPr>
            <a:r>
              <a:rPr lang="en-US" sz="1200" dirty="0"/>
              <a:t>    </a:t>
            </a:r>
          </a:p>
          <a:p>
            <a:pPr marL="114300" indent="0">
              <a:buNone/>
            </a:pPr>
            <a:r>
              <a:rPr lang="en-US" sz="1200" dirty="0"/>
              <a:t>    </a:t>
            </a:r>
            <a:r>
              <a:rPr lang="en-US" sz="1200" dirty="0" err="1"/>
              <a:t>remove_album_cover</a:t>
            </a:r>
            <a:r>
              <a:rPr lang="en-US" sz="1200" dirty="0"/>
              <a:t>()</a:t>
            </a:r>
          </a:p>
        </p:txBody>
      </p:sp>
      <p:sp>
        <p:nvSpPr>
          <p:cNvPr id="4" name="Subtitle 3">
            <a:extLst>
              <a:ext uri="{FF2B5EF4-FFF2-40B4-BE49-F238E27FC236}">
                <a16:creationId xmlns:a16="http://schemas.microsoft.com/office/drawing/2014/main" id="{781569DB-C0A8-3E2F-EFDD-175B74EA8274}"/>
              </a:ext>
            </a:extLst>
          </p:cNvPr>
          <p:cNvSpPr>
            <a:spLocks noGrp="1"/>
          </p:cNvSpPr>
          <p:nvPr>
            <p:ph type="subTitle" idx="2"/>
          </p:nvPr>
        </p:nvSpPr>
        <p:spPr/>
        <p:txBody>
          <a:bodyPr/>
          <a:lstStyle/>
          <a:p>
            <a:pPr marL="114300" indent="0">
              <a:buNone/>
            </a:pPr>
            <a:r>
              <a:rPr lang="en-US" sz="1400" dirty="0"/>
              <a:t>Similar to the Delete song function the difference is it deletes all the songs from the index 0 to the last index denoted by END.</a:t>
            </a:r>
          </a:p>
          <a:p>
            <a:pPr marL="114300" indent="0">
              <a:buNone/>
            </a:pPr>
            <a:endParaRPr lang="en-US" sz="1400" dirty="0"/>
          </a:p>
          <a:p>
            <a:pPr marL="114300" indent="0">
              <a:buNone/>
            </a:pPr>
            <a:r>
              <a:rPr lang="en-US" sz="1400" dirty="0"/>
              <a:t>The </a:t>
            </a:r>
            <a:r>
              <a:rPr lang="en-US" sz="1400" dirty="0" err="1"/>
              <a:t>pygame</a:t>
            </a:r>
            <a:r>
              <a:rPr lang="en-US" sz="1400" dirty="0"/>
              <a:t> also stops the music and the album cover is also removed.</a:t>
            </a:r>
          </a:p>
        </p:txBody>
      </p:sp>
    </p:spTree>
    <p:extLst>
      <p:ext uri="{BB962C8B-B14F-4D97-AF65-F5344CB8AC3E}">
        <p14:creationId xmlns:p14="http://schemas.microsoft.com/office/powerpoint/2010/main" val="983275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55972-E381-8E6C-9758-803563D68B20}"/>
              </a:ext>
            </a:extLst>
          </p:cNvPr>
          <p:cNvSpPr>
            <a:spLocks noGrp="1"/>
          </p:cNvSpPr>
          <p:nvPr>
            <p:ph type="title"/>
          </p:nvPr>
        </p:nvSpPr>
        <p:spPr>
          <a:xfrm>
            <a:off x="713225" y="445025"/>
            <a:ext cx="7717500" cy="572700"/>
          </a:xfrm>
        </p:spPr>
        <p:txBody>
          <a:bodyPr/>
          <a:lstStyle/>
          <a:p>
            <a:r>
              <a:rPr lang="en-US" dirty="0"/>
              <a:t>Save and delete songs from file</a:t>
            </a:r>
          </a:p>
        </p:txBody>
      </p:sp>
      <p:sp>
        <p:nvSpPr>
          <p:cNvPr id="3" name="Subtitle 2">
            <a:extLst>
              <a:ext uri="{FF2B5EF4-FFF2-40B4-BE49-F238E27FC236}">
                <a16:creationId xmlns:a16="http://schemas.microsoft.com/office/drawing/2014/main" id="{3C717B18-B80E-D4AA-988A-99AA240E117A}"/>
              </a:ext>
            </a:extLst>
          </p:cNvPr>
          <p:cNvSpPr>
            <a:spLocks noGrp="1"/>
          </p:cNvSpPr>
          <p:nvPr>
            <p:ph type="subTitle" idx="1"/>
          </p:nvPr>
        </p:nvSpPr>
        <p:spPr/>
        <p:txBody>
          <a:bodyPr/>
          <a:lstStyle/>
          <a:p>
            <a:pPr marL="114300" indent="0">
              <a:buNone/>
            </a:pPr>
            <a:r>
              <a:rPr lang="en-US" sz="1200" dirty="0"/>
              <a:t>def </a:t>
            </a:r>
            <a:r>
              <a:rPr lang="en-US" sz="1200" dirty="0" err="1"/>
              <a:t>sd_songs_to_file</a:t>
            </a:r>
            <a:r>
              <a:rPr lang="en-US" sz="1200" dirty="0"/>
              <a:t>():</a:t>
            </a:r>
          </a:p>
          <a:p>
            <a:pPr marL="114300" indent="0">
              <a:buNone/>
            </a:pPr>
            <a:r>
              <a:rPr lang="en-US" sz="1200" dirty="0"/>
              <a:t>    if </a:t>
            </a:r>
            <a:r>
              <a:rPr lang="en-US" sz="1200" dirty="0" err="1"/>
              <a:t>save_switch.get</a:t>
            </a:r>
            <a:r>
              <a:rPr lang="en-US" sz="1200" dirty="0"/>
              <a:t>()==1:</a:t>
            </a:r>
          </a:p>
          <a:p>
            <a:pPr marL="114300" indent="0">
              <a:buNone/>
            </a:pPr>
            <a:r>
              <a:rPr lang="en-US" sz="1200" dirty="0"/>
              <a:t>        songs = </a:t>
            </a:r>
            <a:r>
              <a:rPr lang="en-US" sz="1200" dirty="0" err="1"/>
              <a:t>song_box.get</a:t>
            </a:r>
            <a:r>
              <a:rPr lang="en-US" sz="1200" dirty="0"/>
              <a:t>(0, END)</a:t>
            </a:r>
          </a:p>
          <a:p>
            <a:pPr marL="114300" indent="0">
              <a:buNone/>
            </a:pPr>
            <a:r>
              <a:rPr lang="en-US" sz="1200" dirty="0"/>
              <a:t>        with open('selected_songs.txt', 'w') as file:</a:t>
            </a:r>
          </a:p>
          <a:p>
            <a:pPr marL="114300" indent="0">
              <a:buNone/>
            </a:pPr>
            <a:r>
              <a:rPr lang="en-US" sz="1200" dirty="0"/>
              <a:t>            for song in songs:</a:t>
            </a:r>
          </a:p>
          <a:p>
            <a:pPr marL="114300" indent="0">
              <a:buNone/>
            </a:pPr>
            <a:r>
              <a:rPr lang="en-US" sz="1200" dirty="0"/>
              <a:t>                </a:t>
            </a:r>
            <a:r>
              <a:rPr lang="en-US" sz="1200" dirty="0" err="1"/>
              <a:t>file.write</a:t>
            </a:r>
            <a:r>
              <a:rPr lang="en-US" sz="1200" dirty="0"/>
              <a:t>(song + '\n')</a:t>
            </a:r>
          </a:p>
          <a:p>
            <a:pPr marL="114300" indent="0">
              <a:buNone/>
            </a:pPr>
            <a:r>
              <a:rPr lang="en-US" sz="1200" dirty="0"/>
              <a:t>    else:</a:t>
            </a:r>
          </a:p>
          <a:p>
            <a:pPr marL="114300" indent="0">
              <a:buNone/>
            </a:pPr>
            <a:r>
              <a:rPr lang="en-US" sz="1200" dirty="0"/>
              <a:t>        with open('selected_songs.txt', 'w') as file:</a:t>
            </a:r>
          </a:p>
          <a:p>
            <a:pPr marL="114300" indent="0">
              <a:buNone/>
            </a:pPr>
            <a:r>
              <a:rPr lang="en-US" sz="1200" dirty="0"/>
              <a:t>            pass</a:t>
            </a:r>
          </a:p>
        </p:txBody>
      </p:sp>
      <p:sp>
        <p:nvSpPr>
          <p:cNvPr id="4" name="Subtitle 3">
            <a:extLst>
              <a:ext uri="{FF2B5EF4-FFF2-40B4-BE49-F238E27FC236}">
                <a16:creationId xmlns:a16="http://schemas.microsoft.com/office/drawing/2014/main" id="{AC038B14-2F19-6A2C-E241-7B20669CBD06}"/>
              </a:ext>
            </a:extLst>
          </p:cNvPr>
          <p:cNvSpPr>
            <a:spLocks noGrp="1"/>
          </p:cNvSpPr>
          <p:nvPr>
            <p:ph type="subTitle" idx="2"/>
          </p:nvPr>
        </p:nvSpPr>
        <p:spPr/>
        <p:txBody>
          <a:bodyPr/>
          <a:lstStyle/>
          <a:p>
            <a:pPr marL="114300" indent="0">
              <a:buNone/>
            </a:pPr>
            <a:r>
              <a:rPr lang="en-US" sz="1400" dirty="0"/>
              <a:t>If the save switch if toggles to True/ On the </a:t>
            </a:r>
            <a:r>
              <a:rPr lang="en-US" sz="1400" dirty="0" err="1"/>
              <a:t>sd_songs_to_file</a:t>
            </a:r>
            <a:r>
              <a:rPr lang="en-US" sz="1400" dirty="0"/>
              <a:t> function is executed.</a:t>
            </a:r>
          </a:p>
          <a:p>
            <a:pPr marL="114300" indent="0">
              <a:buNone/>
            </a:pPr>
            <a:endParaRPr lang="en-US" sz="1400" dirty="0"/>
          </a:p>
          <a:p>
            <a:pPr marL="114300" indent="0">
              <a:buNone/>
            </a:pPr>
            <a:r>
              <a:rPr lang="en-US" sz="1400" dirty="0"/>
              <a:t>The songs currently in the list box(song box) is stored in the tuple ‘songs’ .</a:t>
            </a:r>
          </a:p>
          <a:p>
            <a:pPr marL="114300" indent="0">
              <a:buNone/>
            </a:pPr>
            <a:endParaRPr lang="en-US" sz="1400" dirty="0"/>
          </a:p>
          <a:p>
            <a:pPr marL="114300" indent="0">
              <a:buNone/>
            </a:pPr>
            <a:r>
              <a:rPr lang="en-US" sz="1400" dirty="0"/>
              <a:t>The file ‘</a:t>
            </a:r>
            <a:r>
              <a:rPr lang="en-US" sz="1400" dirty="0" err="1"/>
              <a:t>selected_songs</a:t>
            </a:r>
            <a:r>
              <a:rPr lang="en-US" sz="1400" dirty="0"/>
              <a:t>’ is opened in ‘w’ mode and for each value of tuple the song name is written in the file using write method.</a:t>
            </a:r>
          </a:p>
          <a:p>
            <a:pPr marL="114300" indent="0">
              <a:buNone/>
            </a:pPr>
            <a:endParaRPr lang="en-US" sz="1400" dirty="0"/>
          </a:p>
          <a:p>
            <a:pPr marL="114300" indent="0">
              <a:buNone/>
            </a:pPr>
            <a:r>
              <a:rPr lang="en-US" sz="1400" dirty="0"/>
              <a:t>If the ‘</a:t>
            </a:r>
            <a:r>
              <a:rPr lang="en-US" sz="1400" dirty="0" err="1"/>
              <a:t>save_switch</a:t>
            </a:r>
            <a:r>
              <a:rPr lang="en-US" sz="1400" dirty="0"/>
              <a:t>’ is False the content of the file is cleared.</a:t>
            </a:r>
          </a:p>
        </p:txBody>
      </p:sp>
    </p:spTree>
    <p:extLst>
      <p:ext uri="{BB962C8B-B14F-4D97-AF65-F5344CB8AC3E}">
        <p14:creationId xmlns:p14="http://schemas.microsoft.com/office/powerpoint/2010/main" val="2292058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55972-E381-8E6C-9758-803563D68B20}"/>
              </a:ext>
            </a:extLst>
          </p:cNvPr>
          <p:cNvSpPr>
            <a:spLocks noGrp="1"/>
          </p:cNvSpPr>
          <p:nvPr>
            <p:ph type="title"/>
          </p:nvPr>
        </p:nvSpPr>
        <p:spPr>
          <a:xfrm>
            <a:off x="713225" y="445025"/>
            <a:ext cx="7717500" cy="572700"/>
          </a:xfrm>
        </p:spPr>
        <p:txBody>
          <a:bodyPr/>
          <a:lstStyle/>
          <a:p>
            <a:r>
              <a:rPr lang="en-US" dirty="0"/>
              <a:t>Load songs logic</a:t>
            </a:r>
          </a:p>
        </p:txBody>
      </p:sp>
      <p:sp>
        <p:nvSpPr>
          <p:cNvPr id="3" name="Subtitle 2">
            <a:extLst>
              <a:ext uri="{FF2B5EF4-FFF2-40B4-BE49-F238E27FC236}">
                <a16:creationId xmlns:a16="http://schemas.microsoft.com/office/drawing/2014/main" id="{3C717B18-B80E-D4AA-988A-99AA240E117A}"/>
              </a:ext>
            </a:extLst>
          </p:cNvPr>
          <p:cNvSpPr>
            <a:spLocks noGrp="1"/>
          </p:cNvSpPr>
          <p:nvPr>
            <p:ph type="subTitle" idx="1"/>
          </p:nvPr>
        </p:nvSpPr>
        <p:spPr/>
        <p:txBody>
          <a:bodyPr/>
          <a:lstStyle/>
          <a:p>
            <a:pPr marL="114300" indent="0">
              <a:buNone/>
            </a:pPr>
            <a:r>
              <a:rPr lang="en-US" sz="1200" dirty="0"/>
              <a:t>def </a:t>
            </a:r>
            <a:r>
              <a:rPr lang="en-US" sz="1200" dirty="0" err="1"/>
              <a:t>load_songs_from_file</a:t>
            </a:r>
            <a:r>
              <a:rPr lang="en-US" sz="1200" dirty="0"/>
              <a:t>():</a:t>
            </a:r>
          </a:p>
          <a:p>
            <a:pPr marL="114300" indent="0">
              <a:buNone/>
            </a:pPr>
            <a:r>
              <a:rPr lang="en-US" sz="1200" dirty="0"/>
              <a:t>    </a:t>
            </a:r>
          </a:p>
          <a:p>
            <a:pPr marL="114300" indent="0">
              <a:buNone/>
            </a:pPr>
            <a:r>
              <a:rPr lang="en-US" sz="1200" dirty="0"/>
              <a:t>    try:</a:t>
            </a:r>
          </a:p>
          <a:p>
            <a:pPr marL="114300" indent="0">
              <a:buNone/>
            </a:pPr>
            <a:r>
              <a:rPr lang="en-US" sz="1200" dirty="0"/>
              <a:t>        with open('selected_songs.txt', 'r') as file:</a:t>
            </a:r>
          </a:p>
          <a:p>
            <a:pPr marL="114300" indent="0">
              <a:buNone/>
            </a:pPr>
            <a:r>
              <a:rPr lang="en-US" sz="1200" dirty="0"/>
              <a:t>            songs = </a:t>
            </a:r>
            <a:r>
              <a:rPr lang="en-US" sz="1200" dirty="0" err="1"/>
              <a:t>file.readlines</a:t>
            </a:r>
            <a:r>
              <a:rPr lang="en-US" sz="1200" dirty="0"/>
              <a:t>()</a:t>
            </a:r>
          </a:p>
          <a:p>
            <a:pPr marL="114300" indent="0">
              <a:buNone/>
            </a:pPr>
            <a:r>
              <a:rPr lang="en-US" sz="1200" dirty="0"/>
              <a:t>            for song in songs:</a:t>
            </a:r>
          </a:p>
          <a:p>
            <a:pPr marL="114300" indent="0">
              <a:buNone/>
            </a:pPr>
            <a:r>
              <a:rPr lang="en-US" sz="1200" dirty="0"/>
              <a:t>                song = </a:t>
            </a:r>
            <a:r>
              <a:rPr lang="en-US" sz="1200" dirty="0" err="1"/>
              <a:t>song.strip</a:t>
            </a:r>
            <a:r>
              <a:rPr lang="en-US" sz="1200" dirty="0"/>
              <a:t>()</a:t>
            </a:r>
          </a:p>
          <a:p>
            <a:pPr marL="114300" indent="0">
              <a:buNone/>
            </a:pPr>
            <a:r>
              <a:rPr lang="en-US" sz="1200" dirty="0"/>
              <a:t>                </a:t>
            </a:r>
            <a:r>
              <a:rPr lang="en-US" sz="1200" dirty="0" err="1"/>
              <a:t>song_box.insert</a:t>
            </a:r>
            <a:r>
              <a:rPr lang="en-US" sz="1200" dirty="0"/>
              <a:t>(END, song)</a:t>
            </a:r>
          </a:p>
          <a:p>
            <a:pPr marL="114300" indent="0">
              <a:buNone/>
            </a:pPr>
            <a:r>
              <a:rPr lang="en-US" sz="1200" dirty="0"/>
              <a:t>                </a:t>
            </a:r>
            <a:r>
              <a:rPr lang="en-US" sz="1200" dirty="0" err="1"/>
              <a:t>save_switch.select</a:t>
            </a:r>
            <a:r>
              <a:rPr lang="en-US" sz="1200" dirty="0"/>
              <a:t>()</a:t>
            </a:r>
          </a:p>
          <a:p>
            <a:pPr marL="114300" indent="0">
              <a:buNone/>
            </a:pPr>
            <a:r>
              <a:rPr lang="en-US" sz="1200" dirty="0"/>
              <a:t>    except </a:t>
            </a:r>
            <a:r>
              <a:rPr lang="en-US" sz="1200" dirty="0" err="1"/>
              <a:t>FileNotFoundError</a:t>
            </a:r>
            <a:r>
              <a:rPr lang="en-US" sz="1200" dirty="0"/>
              <a:t>:</a:t>
            </a:r>
          </a:p>
          <a:p>
            <a:pPr marL="114300" indent="0">
              <a:buNone/>
            </a:pPr>
            <a:r>
              <a:rPr lang="en-US" sz="1200" dirty="0"/>
              <a:t>        pass</a:t>
            </a:r>
          </a:p>
          <a:p>
            <a:pPr marL="114300" indent="0">
              <a:buNone/>
            </a:pPr>
            <a:endParaRPr lang="en-US" sz="1200" dirty="0"/>
          </a:p>
          <a:p>
            <a:pPr marL="114300" indent="0">
              <a:buNone/>
            </a:pPr>
            <a:r>
              <a:rPr lang="en-US" sz="1200" dirty="0" err="1"/>
              <a:t>root.bind</a:t>
            </a:r>
            <a:r>
              <a:rPr lang="en-US" sz="1200" dirty="0"/>
              <a:t>('&lt;Shift-Escape&gt;', lambda event: </a:t>
            </a:r>
            <a:r>
              <a:rPr lang="en-US" sz="1200" dirty="0" err="1"/>
              <a:t>delete_all_songs_saved</a:t>
            </a:r>
            <a:r>
              <a:rPr lang="en-US" sz="1200" dirty="0"/>
              <a:t>() if </a:t>
            </a:r>
            <a:r>
              <a:rPr lang="en-US" sz="1200" dirty="0" err="1"/>
              <a:t>save_switch.get</a:t>
            </a:r>
            <a:r>
              <a:rPr lang="en-US" sz="1200" dirty="0"/>
              <a:t>() == 1 else </a:t>
            </a:r>
            <a:r>
              <a:rPr lang="en-US" sz="1200" dirty="0" err="1"/>
              <a:t>sd_songs_to_file</a:t>
            </a:r>
            <a:r>
              <a:rPr lang="en-US" sz="1200" dirty="0"/>
              <a:t>())</a:t>
            </a:r>
          </a:p>
        </p:txBody>
      </p:sp>
      <p:sp>
        <p:nvSpPr>
          <p:cNvPr id="4" name="Subtitle 3">
            <a:extLst>
              <a:ext uri="{FF2B5EF4-FFF2-40B4-BE49-F238E27FC236}">
                <a16:creationId xmlns:a16="http://schemas.microsoft.com/office/drawing/2014/main" id="{AC038B14-2F19-6A2C-E241-7B20669CBD06}"/>
              </a:ext>
            </a:extLst>
          </p:cNvPr>
          <p:cNvSpPr>
            <a:spLocks noGrp="1"/>
          </p:cNvSpPr>
          <p:nvPr>
            <p:ph type="subTitle" idx="2"/>
          </p:nvPr>
        </p:nvSpPr>
        <p:spPr/>
        <p:txBody>
          <a:bodyPr/>
          <a:lstStyle/>
          <a:p>
            <a:pPr marL="114300" indent="0">
              <a:buNone/>
            </a:pPr>
            <a:r>
              <a:rPr lang="en-US" sz="1400" dirty="0"/>
              <a:t>This function loads the song in the list box if the ‘</a:t>
            </a:r>
            <a:r>
              <a:rPr lang="en-US" sz="1400" dirty="0" err="1"/>
              <a:t>save_switch</a:t>
            </a:r>
            <a:r>
              <a:rPr lang="en-US" sz="1400" dirty="0"/>
              <a:t>’ was turned on when closing the app previously.</a:t>
            </a:r>
          </a:p>
          <a:p>
            <a:pPr marL="114300" indent="0">
              <a:buNone/>
            </a:pPr>
            <a:endParaRPr lang="en-US" sz="1400" dirty="0"/>
          </a:p>
          <a:p>
            <a:pPr marL="114300" indent="0">
              <a:buNone/>
            </a:pPr>
            <a:r>
              <a:rPr lang="en-US" sz="1400" dirty="0"/>
              <a:t>The song’s which are stored in the file are loaded using opening the file in ‘r’ mode and using the ‘</a:t>
            </a:r>
            <a:r>
              <a:rPr lang="en-US" sz="1400" dirty="0" err="1"/>
              <a:t>readlines</a:t>
            </a:r>
            <a:r>
              <a:rPr lang="en-US" sz="1400" dirty="0"/>
              <a:t>’ method, the song is stripped with the newline character and is inserted into the list box.</a:t>
            </a:r>
          </a:p>
          <a:p>
            <a:pPr marL="114300" indent="0">
              <a:buNone/>
            </a:pPr>
            <a:endParaRPr lang="en-US" sz="1400" dirty="0"/>
          </a:p>
          <a:p>
            <a:pPr marL="114300" indent="0">
              <a:buNone/>
            </a:pPr>
            <a:r>
              <a:rPr lang="en-US" sz="1400" dirty="0"/>
              <a:t>The hotkey is assigned to delete all songs and delete saved songs from file using the </a:t>
            </a:r>
            <a:r>
              <a:rPr lang="en-US" sz="1400" dirty="0" err="1"/>
              <a:t>delete_all_song_saved</a:t>
            </a:r>
            <a:r>
              <a:rPr lang="en-US" sz="1400" dirty="0"/>
              <a:t> fn.</a:t>
            </a:r>
          </a:p>
        </p:txBody>
      </p:sp>
    </p:spTree>
    <p:extLst>
      <p:ext uri="{BB962C8B-B14F-4D97-AF65-F5344CB8AC3E}">
        <p14:creationId xmlns:p14="http://schemas.microsoft.com/office/powerpoint/2010/main" val="21982527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Deleting all songs with save logic</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a:t>def </a:t>
            </a:r>
            <a:r>
              <a:rPr lang="en-US" sz="1200" dirty="0" err="1"/>
              <a:t>delete_all_songs_saved</a:t>
            </a:r>
            <a:r>
              <a:rPr lang="en-US" sz="1200" dirty="0"/>
              <a:t>():</a:t>
            </a:r>
          </a:p>
          <a:p>
            <a:pPr marL="114300" indent="0">
              <a:buNone/>
            </a:pPr>
            <a:r>
              <a:rPr lang="en-US" sz="1200" dirty="0"/>
              <a:t>    stop()</a:t>
            </a:r>
          </a:p>
          <a:p>
            <a:pPr marL="114300" indent="0">
              <a:buNone/>
            </a:pPr>
            <a:r>
              <a:rPr lang="en-US" sz="1200" dirty="0"/>
              <a:t>    </a:t>
            </a:r>
          </a:p>
          <a:p>
            <a:pPr marL="114300" indent="0">
              <a:buNone/>
            </a:pPr>
            <a:r>
              <a:rPr lang="en-US" sz="1200" dirty="0"/>
              <a:t>    </a:t>
            </a:r>
            <a:r>
              <a:rPr lang="en-US" sz="1200" dirty="0" err="1"/>
              <a:t>song_box.delete</a:t>
            </a:r>
            <a:r>
              <a:rPr lang="en-US" sz="1200" dirty="0"/>
              <a:t>(0,END)</a:t>
            </a:r>
          </a:p>
          <a:p>
            <a:pPr marL="114300" indent="0">
              <a:buNone/>
            </a:pPr>
            <a:r>
              <a:rPr lang="en-US" sz="1200" dirty="0"/>
              <a:t>    </a:t>
            </a:r>
          </a:p>
          <a:p>
            <a:pPr marL="114300" indent="0">
              <a:buNone/>
            </a:pPr>
            <a:r>
              <a:rPr lang="en-US" sz="1200" dirty="0"/>
              <a:t>    </a:t>
            </a:r>
            <a:r>
              <a:rPr lang="en-US" sz="1200" dirty="0" err="1"/>
              <a:t>pygame.mixer.music.stop</a:t>
            </a:r>
            <a:r>
              <a:rPr lang="en-US" sz="1200" dirty="0"/>
              <a:t>()</a:t>
            </a:r>
          </a:p>
          <a:p>
            <a:pPr marL="114300" indent="0">
              <a:buNone/>
            </a:pPr>
            <a:r>
              <a:rPr lang="en-US" sz="1200" dirty="0"/>
              <a:t>    </a:t>
            </a:r>
          </a:p>
          <a:p>
            <a:pPr marL="114300" indent="0">
              <a:buNone/>
            </a:pPr>
            <a:r>
              <a:rPr lang="en-US" sz="1200" dirty="0"/>
              <a:t>    </a:t>
            </a:r>
            <a:r>
              <a:rPr lang="en-US" sz="1200" dirty="0" err="1"/>
              <a:t>remove_album_cover</a:t>
            </a:r>
            <a:r>
              <a:rPr lang="en-US" sz="1200" dirty="0"/>
              <a:t>()</a:t>
            </a:r>
          </a:p>
          <a:p>
            <a:pPr marL="114300" indent="0">
              <a:buNone/>
            </a:pPr>
            <a:r>
              <a:rPr lang="en-US" sz="1200" dirty="0"/>
              <a:t>    </a:t>
            </a:r>
          </a:p>
          <a:p>
            <a:pPr marL="114300" indent="0">
              <a:buNone/>
            </a:pPr>
            <a:r>
              <a:rPr lang="en-US" sz="1200" dirty="0"/>
              <a:t>    </a:t>
            </a:r>
            <a:r>
              <a:rPr lang="en-US" sz="1200" dirty="0" err="1"/>
              <a:t>save_switch.toggle</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p:txBody>
          <a:bodyPr/>
          <a:lstStyle/>
          <a:p>
            <a:pPr marL="114300" indent="0">
              <a:buNone/>
            </a:pPr>
            <a:r>
              <a:rPr lang="en-US" sz="1400" dirty="0"/>
              <a:t>When the hotkey ‘Shift-Esc’ is pressed and the ‘</a:t>
            </a:r>
            <a:r>
              <a:rPr lang="en-US" sz="1400" dirty="0" err="1"/>
              <a:t>save_switch</a:t>
            </a:r>
            <a:r>
              <a:rPr lang="en-US" sz="1400" dirty="0"/>
              <a:t>’ is turned on the, all the song’s in the list box are deleted.</a:t>
            </a:r>
          </a:p>
          <a:p>
            <a:pPr marL="114300" indent="0">
              <a:buNone/>
            </a:pPr>
            <a:endParaRPr lang="en-US" sz="1400" dirty="0"/>
          </a:p>
          <a:p>
            <a:pPr marL="114300" indent="0">
              <a:buNone/>
            </a:pPr>
            <a:r>
              <a:rPr lang="en-US" sz="1400" dirty="0"/>
              <a:t>The </a:t>
            </a:r>
            <a:r>
              <a:rPr lang="en-US" sz="1400" dirty="0" err="1"/>
              <a:t>pygame</a:t>
            </a:r>
            <a:r>
              <a:rPr lang="en-US" sz="1400" dirty="0"/>
              <a:t> stops the music, the album cover is removed and the ‘</a:t>
            </a:r>
            <a:r>
              <a:rPr lang="en-US" sz="1400" dirty="0" err="1"/>
              <a:t>save_switch</a:t>
            </a:r>
            <a:r>
              <a:rPr lang="en-US" sz="1400" dirty="0"/>
              <a:t>’ is set to false using ‘toggle’ method.</a:t>
            </a:r>
          </a:p>
        </p:txBody>
      </p:sp>
    </p:spTree>
    <p:extLst>
      <p:ext uri="{BB962C8B-B14F-4D97-AF65-F5344CB8AC3E}">
        <p14:creationId xmlns:p14="http://schemas.microsoft.com/office/powerpoint/2010/main" val="3138940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58"/>
          <p:cNvSpPr/>
          <p:nvPr/>
        </p:nvSpPr>
        <p:spPr>
          <a:xfrm>
            <a:off x="859725" y="10730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8"/>
          <p:cNvSpPr txBox="1">
            <a:spLocks noGrp="1"/>
          </p:cNvSpPr>
          <p:nvPr>
            <p:ph type="title"/>
          </p:nvPr>
        </p:nvSpPr>
        <p:spPr>
          <a:xfrm>
            <a:off x="5033450" y="2283328"/>
            <a:ext cx="3491700" cy="1694047"/>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Play time function</a:t>
            </a:r>
            <a:endParaRPr dirty="0"/>
          </a:p>
        </p:txBody>
      </p:sp>
      <p:sp>
        <p:nvSpPr>
          <p:cNvPr id="986" name="Google Shape;986;p58"/>
          <p:cNvSpPr txBox="1">
            <a:spLocks noGrp="1"/>
          </p:cNvSpPr>
          <p:nvPr>
            <p:ph type="title" idx="2"/>
          </p:nvPr>
        </p:nvSpPr>
        <p:spPr>
          <a:xfrm>
            <a:off x="5033450" y="1035675"/>
            <a:ext cx="1948500" cy="123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grpSp>
        <p:nvGrpSpPr>
          <p:cNvPr id="987" name="Google Shape;987;p58"/>
          <p:cNvGrpSpPr/>
          <p:nvPr/>
        </p:nvGrpSpPr>
        <p:grpSpPr>
          <a:xfrm>
            <a:off x="1235610" y="1101991"/>
            <a:ext cx="2119080" cy="3241580"/>
            <a:chOff x="1799800" y="1859275"/>
            <a:chExt cx="2007275" cy="3070550"/>
          </a:xfrm>
        </p:grpSpPr>
        <p:sp>
          <p:nvSpPr>
            <p:cNvPr id="988" name="Google Shape;988;p58"/>
            <p:cNvSpPr/>
            <p:nvPr/>
          </p:nvSpPr>
          <p:spPr>
            <a:xfrm>
              <a:off x="3207450" y="1859275"/>
              <a:ext cx="476200" cy="361950"/>
            </a:xfrm>
            <a:custGeom>
              <a:avLst/>
              <a:gdLst/>
              <a:ahLst/>
              <a:cxnLst/>
              <a:rect l="l" t="t" r="r" b="b"/>
              <a:pathLst>
                <a:path w="19048" h="14478" extrusionOk="0">
                  <a:moveTo>
                    <a:pt x="19048" y="0"/>
                  </a:moveTo>
                  <a:lnTo>
                    <a:pt x="1" y="3603"/>
                  </a:lnTo>
                  <a:lnTo>
                    <a:pt x="2903" y="5938"/>
                  </a:lnTo>
                  <a:lnTo>
                    <a:pt x="3937" y="11042"/>
                  </a:lnTo>
                  <a:lnTo>
                    <a:pt x="5472" y="8240"/>
                  </a:lnTo>
                  <a:lnTo>
                    <a:pt x="11042" y="14477"/>
                  </a:lnTo>
                  <a:lnTo>
                    <a:pt x="19048" y="0"/>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8"/>
            <p:cNvSpPr/>
            <p:nvPr/>
          </p:nvSpPr>
          <p:spPr>
            <a:xfrm>
              <a:off x="3245000" y="1910150"/>
              <a:ext cx="367775" cy="284400"/>
            </a:xfrm>
            <a:custGeom>
              <a:avLst/>
              <a:gdLst/>
              <a:ahLst/>
              <a:cxnLst/>
              <a:rect l="l" t="t" r="r" b="b"/>
              <a:pathLst>
                <a:path w="14711" h="11376" extrusionOk="0">
                  <a:moveTo>
                    <a:pt x="14711" y="0"/>
                  </a:moveTo>
                  <a:lnTo>
                    <a:pt x="1401" y="3903"/>
                  </a:lnTo>
                  <a:lnTo>
                    <a:pt x="0" y="9240"/>
                  </a:lnTo>
                  <a:lnTo>
                    <a:pt x="3236" y="11375"/>
                  </a:lnTo>
                  <a:lnTo>
                    <a:pt x="3970" y="6205"/>
                  </a:lnTo>
                  <a:lnTo>
                    <a:pt x="1471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8"/>
            <p:cNvSpPr/>
            <p:nvPr/>
          </p:nvSpPr>
          <p:spPr>
            <a:xfrm>
              <a:off x="3425950" y="3608850"/>
              <a:ext cx="381125" cy="1318475"/>
            </a:xfrm>
            <a:custGeom>
              <a:avLst/>
              <a:gdLst/>
              <a:ahLst/>
              <a:cxnLst/>
              <a:rect l="l" t="t" r="r" b="b"/>
              <a:pathLst>
                <a:path w="15245" h="52739" fill="none" extrusionOk="0">
                  <a:moveTo>
                    <a:pt x="1" y="52739"/>
                  </a:moveTo>
                  <a:lnTo>
                    <a:pt x="7139" y="201"/>
                  </a:lnTo>
                  <a:cubicBezTo>
                    <a:pt x="7172" y="34"/>
                    <a:pt x="7406" y="1"/>
                    <a:pt x="7439" y="168"/>
                  </a:cubicBezTo>
                  <a:lnTo>
                    <a:pt x="15245" y="5273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8"/>
            <p:cNvSpPr/>
            <p:nvPr/>
          </p:nvSpPr>
          <p:spPr>
            <a:xfrm>
              <a:off x="2452750" y="4050000"/>
              <a:ext cx="514575" cy="876500"/>
            </a:xfrm>
            <a:custGeom>
              <a:avLst/>
              <a:gdLst/>
              <a:ahLst/>
              <a:cxnLst/>
              <a:rect l="l" t="t" r="r" b="b"/>
              <a:pathLst>
                <a:path w="20583" h="35060" fill="none" extrusionOk="0">
                  <a:moveTo>
                    <a:pt x="1" y="34826"/>
                  </a:moveTo>
                  <a:lnTo>
                    <a:pt x="8607" y="1"/>
                  </a:lnTo>
                  <a:lnTo>
                    <a:pt x="20582" y="3505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8"/>
            <p:cNvSpPr/>
            <p:nvPr/>
          </p:nvSpPr>
          <p:spPr>
            <a:xfrm>
              <a:off x="3245825" y="3208350"/>
              <a:ext cx="253525" cy="598275"/>
            </a:xfrm>
            <a:custGeom>
              <a:avLst/>
              <a:gdLst/>
              <a:ahLst/>
              <a:cxnLst/>
              <a:rect l="l" t="t" r="r" b="b"/>
              <a:pathLst>
                <a:path w="10141" h="23931" extrusionOk="0">
                  <a:moveTo>
                    <a:pt x="4741" y="1"/>
                  </a:moveTo>
                  <a:cubicBezTo>
                    <a:pt x="4127" y="1"/>
                    <a:pt x="3528" y="125"/>
                    <a:pt x="3036" y="410"/>
                  </a:cubicBezTo>
                  <a:cubicBezTo>
                    <a:pt x="1835" y="1144"/>
                    <a:pt x="1168" y="2878"/>
                    <a:pt x="801" y="4146"/>
                  </a:cubicBezTo>
                  <a:cubicBezTo>
                    <a:pt x="100" y="6381"/>
                    <a:pt x="0" y="8716"/>
                    <a:pt x="67" y="11051"/>
                  </a:cubicBezTo>
                  <a:cubicBezTo>
                    <a:pt x="134" y="13185"/>
                    <a:pt x="367" y="15354"/>
                    <a:pt x="401" y="17522"/>
                  </a:cubicBezTo>
                  <a:cubicBezTo>
                    <a:pt x="434" y="18723"/>
                    <a:pt x="401" y="19890"/>
                    <a:pt x="334" y="21091"/>
                  </a:cubicBezTo>
                  <a:cubicBezTo>
                    <a:pt x="301" y="21658"/>
                    <a:pt x="267" y="22259"/>
                    <a:pt x="601" y="22726"/>
                  </a:cubicBezTo>
                  <a:cubicBezTo>
                    <a:pt x="801" y="22993"/>
                    <a:pt x="1101" y="23193"/>
                    <a:pt x="1401" y="23326"/>
                  </a:cubicBezTo>
                  <a:cubicBezTo>
                    <a:pt x="2110" y="23680"/>
                    <a:pt x="2934" y="23931"/>
                    <a:pt x="3714" y="23931"/>
                  </a:cubicBezTo>
                  <a:cubicBezTo>
                    <a:pt x="4330" y="23931"/>
                    <a:pt x="4919" y="23775"/>
                    <a:pt x="5404" y="23393"/>
                  </a:cubicBezTo>
                  <a:cubicBezTo>
                    <a:pt x="6238" y="22759"/>
                    <a:pt x="6538" y="21658"/>
                    <a:pt x="6805" y="20624"/>
                  </a:cubicBezTo>
                  <a:cubicBezTo>
                    <a:pt x="8039" y="15854"/>
                    <a:pt x="10141" y="10584"/>
                    <a:pt x="9841" y="5613"/>
                  </a:cubicBezTo>
                  <a:cubicBezTo>
                    <a:pt x="9741" y="3745"/>
                    <a:pt x="8940" y="1811"/>
                    <a:pt x="7406" y="777"/>
                  </a:cubicBezTo>
                  <a:cubicBezTo>
                    <a:pt x="6712" y="308"/>
                    <a:pt x="5707" y="1"/>
                    <a:pt x="4741"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8"/>
            <p:cNvSpPr/>
            <p:nvPr/>
          </p:nvSpPr>
          <p:spPr>
            <a:xfrm>
              <a:off x="3252500" y="3638875"/>
              <a:ext cx="176800" cy="167400"/>
            </a:xfrm>
            <a:custGeom>
              <a:avLst/>
              <a:gdLst/>
              <a:ahLst/>
              <a:cxnLst/>
              <a:rect l="l" t="t" r="r" b="b"/>
              <a:pathLst>
                <a:path w="7072" h="6696" extrusionOk="0">
                  <a:moveTo>
                    <a:pt x="134" y="1"/>
                  </a:moveTo>
                  <a:cubicBezTo>
                    <a:pt x="134" y="101"/>
                    <a:pt x="134" y="201"/>
                    <a:pt x="134" y="301"/>
                  </a:cubicBezTo>
                  <a:cubicBezTo>
                    <a:pt x="167" y="1468"/>
                    <a:pt x="134" y="2669"/>
                    <a:pt x="67" y="3870"/>
                  </a:cubicBezTo>
                  <a:cubicBezTo>
                    <a:pt x="34" y="4437"/>
                    <a:pt x="0" y="5038"/>
                    <a:pt x="334" y="5471"/>
                  </a:cubicBezTo>
                  <a:cubicBezTo>
                    <a:pt x="534" y="5772"/>
                    <a:pt x="834" y="5938"/>
                    <a:pt x="1134" y="6105"/>
                  </a:cubicBezTo>
                  <a:cubicBezTo>
                    <a:pt x="1838" y="6457"/>
                    <a:pt x="2655" y="6696"/>
                    <a:pt x="3431" y="6696"/>
                  </a:cubicBezTo>
                  <a:cubicBezTo>
                    <a:pt x="4053" y="6696"/>
                    <a:pt x="4648" y="6543"/>
                    <a:pt x="5137" y="6172"/>
                  </a:cubicBezTo>
                  <a:cubicBezTo>
                    <a:pt x="5971" y="5505"/>
                    <a:pt x="6305" y="4437"/>
                    <a:pt x="6538" y="3403"/>
                  </a:cubicBezTo>
                  <a:cubicBezTo>
                    <a:pt x="6705" y="2769"/>
                    <a:pt x="6905" y="2136"/>
                    <a:pt x="7072" y="1502"/>
                  </a:cubicBezTo>
                  <a:cubicBezTo>
                    <a:pt x="6071" y="1402"/>
                    <a:pt x="5071" y="1235"/>
                    <a:pt x="4070" y="1001"/>
                  </a:cubicBezTo>
                  <a:cubicBezTo>
                    <a:pt x="2836" y="768"/>
                    <a:pt x="1635" y="434"/>
                    <a:pt x="434" y="101"/>
                  </a:cubicBezTo>
                  <a:cubicBezTo>
                    <a:pt x="334" y="67"/>
                    <a:pt x="234" y="34"/>
                    <a:pt x="134"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8"/>
            <p:cNvSpPr/>
            <p:nvPr/>
          </p:nvSpPr>
          <p:spPr>
            <a:xfrm>
              <a:off x="3263325" y="4245150"/>
              <a:ext cx="243550" cy="622175"/>
            </a:xfrm>
            <a:custGeom>
              <a:avLst/>
              <a:gdLst/>
              <a:ahLst/>
              <a:cxnLst/>
              <a:rect l="l" t="t" r="r" b="b"/>
              <a:pathLst>
                <a:path w="9742" h="24887" extrusionOk="0">
                  <a:moveTo>
                    <a:pt x="7706" y="0"/>
                  </a:moveTo>
                  <a:cubicBezTo>
                    <a:pt x="6039" y="601"/>
                    <a:pt x="6172" y="901"/>
                    <a:pt x="4437" y="1301"/>
                  </a:cubicBezTo>
                  <a:cubicBezTo>
                    <a:pt x="2369" y="1802"/>
                    <a:pt x="2169" y="1435"/>
                    <a:pt x="68" y="1835"/>
                  </a:cubicBezTo>
                  <a:cubicBezTo>
                    <a:pt x="1135" y="5671"/>
                    <a:pt x="1" y="11509"/>
                    <a:pt x="201" y="12209"/>
                  </a:cubicBezTo>
                  <a:cubicBezTo>
                    <a:pt x="1168" y="15111"/>
                    <a:pt x="2603" y="22150"/>
                    <a:pt x="4304" y="24885"/>
                  </a:cubicBezTo>
                  <a:cubicBezTo>
                    <a:pt x="4341" y="24886"/>
                    <a:pt x="4379" y="24887"/>
                    <a:pt x="4415" y="24887"/>
                  </a:cubicBezTo>
                  <a:cubicBezTo>
                    <a:pt x="6479" y="24887"/>
                    <a:pt x="7610" y="23081"/>
                    <a:pt x="9708" y="22917"/>
                  </a:cubicBezTo>
                  <a:cubicBezTo>
                    <a:pt x="9741" y="20715"/>
                    <a:pt x="7706" y="7639"/>
                    <a:pt x="7706"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8"/>
            <p:cNvSpPr/>
            <p:nvPr/>
          </p:nvSpPr>
          <p:spPr>
            <a:xfrm>
              <a:off x="3304200" y="4651275"/>
              <a:ext cx="202675" cy="216050"/>
            </a:xfrm>
            <a:custGeom>
              <a:avLst/>
              <a:gdLst/>
              <a:ahLst/>
              <a:cxnLst/>
              <a:rect l="l" t="t" r="r" b="b"/>
              <a:pathLst>
                <a:path w="8107" h="8642" extrusionOk="0">
                  <a:moveTo>
                    <a:pt x="7406" y="0"/>
                  </a:moveTo>
                  <a:cubicBezTo>
                    <a:pt x="6705" y="100"/>
                    <a:pt x="5971" y="201"/>
                    <a:pt x="5271" y="334"/>
                  </a:cubicBezTo>
                  <a:cubicBezTo>
                    <a:pt x="3536" y="601"/>
                    <a:pt x="1768" y="934"/>
                    <a:pt x="0" y="1168"/>
                  </a:cubicBezTo>
                  <a:cubicBezTo>
                    <a:pt x="768" y="4003"/>
                    <a:pt x="1668" y="7039"/>
                    <a:pt x="2669" y="8640"/>
                  </a:cubicBezTo>
                  <a:cubicBezTo>
                    <a:pt x="2707" y="8641"/>
                    <a:pt x="2745" y="8642"/>
                    <a:pt x="2782" y="8642"/>
                  </a:cubicBezTo>
                  <a:cubicBezTo>
                    <a:pt x="4876" y="8642"/>
                    <a:pt x="5975" y="6836"/>
                    <a:pt x="8073" y="6672"/>
                  </a:cubicBezTo>
                  <a:cubicBezTo>
                    <a:pt x="8106" y="5805"/>
                    <a:pt x="7773" y="3236"/>
                    <a:pt x="7406"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8"/>
            <p:cNvSpPr/>
            <p:nvPr/>
          </p:nvSpPr>
          <p:spPr>
            <a:xfrm>
              <a:off x="1931550" y="2808275"/>
              <a:ext cx="1403525" cy="1318475"/>
            </a:xfrm>
            <a:custGeom>
              <a:avLst/>
              <a:gdLst/>
              <a:ahLst/>
              <a:cxnLst/>
              <a:rect l="l" t="t" r="r" b="b"/>
              <a:pathLst>
                <a:path w="56141" h="52739" extrusionOk="0">
                  <a:moveTo>
                    <a:pt x="12655" y="1"/>
                  </a:moveTo>
                  <a:cubicBezTo>
                    <a:pt x="11493" y="1"/>
                    <a:pt x="10345" y="159"/>
                    <a:pt x="9240" y="535"/>
                  </a:cubicBezTo>
                  <a:cubicBezTo>
                    <a:pt x="4704" y="2036"/>
                    <a:pt x="2035" y="6839"/>
                    <a:pt x="1235" y="11543"/>
                  </a:cubicBezTo>
                  <a:cubicBezTo>
                    <a:pt x="1" y="18848"/>
                    <a:pt x="834" y="27787"/>
                    <a:pt x="3136" y="34859"/>
                  </a:cubicBezTo>
                  <a:cubicBezTo>
                    <a:pt x="5338" y="41564"/>
                    <a:pt x="10842" y="48769"/>
                    <a:pt x="17680" y="51138"/>
                  </a:cubicBezTo>
                  <a:cubicBezTo>
                    <a:pt x="19081" y="51638"/>
                    <a:pt x="20482" y="52072"/>
                    <a:pt x="21916" y="52472"/>
                  </a:cubicBezTo>
                  <a:cubicBezTo>
                    <a:pt x="24685" y="52672"/>
                    <a:pt x="27487" y="52739"/>
                    <a:pt x="30255" y="52739"/>
                  </a:cubicBezTo>
                  <a:cubicBezTo>
                    <a:pt x="34592" y="52705"/>
                    <a:pt x="38995" y="52505"/>
                    <a:pt x="43265" y="51738"/>
                  </a:cubicBezTo>
                  <a:cubicBezTo>
                    <a:pt x="45366" y="51338"/>
                    <a:pt x="47468" y="50771"/>
                    <a:pt x="49469" y="49903"/>
                  </a:cubicBezTo>
                  <a:cubicBezTo>
                    <a:pt x="51137" y="49203"/>
                    <a:pt x="53005" y="48235"/>
                    <a:pt x="54173" y="46801"/>
                  </a:cubicBezTo>
                  <a:cubicBezTo>
                    <a:pt x="55107" y="45634"/>
                    <a:pt x="56007" y="43699"/>
                    <a:pt x="56141" y="41931"/>
                  </a:cubicBezTo>
                  <a:cubicBezTo>
                    <a:pt x="54506" y="36661"/>
                    <a:pt x="49736" y="35927"/>
                    <a:pt x="45466" y="33492"/>
                  </a:cubicBezTo>
                  <a:cubicBezTo>
                    <a:pt x="40863" y="30890"/>
                    <a:pt x="36894" y="27087"/>
                    <a:pt x="34158" y="22550"/>
                  </a:cubicBezTo>
                  <a:cubicBezTo>
                    <a:pt x="31590" y="18347"/>
                    <a:pt x="30089" y="13611"/>
                    <a:pt x="28054" y="9174"/>
                  </a:cubicBezTo>
                  <a:cubicBezTo>
                    <a:pt x="26153" y="5005"/>
                    <a:pt x="23684" y="2870"/>
                    <a:pt x="19314" y="1335"/>
                  </a:cubicBezTo>
                  <a:cubicBezTo>
                    <a:pt x="17184" y="588"/>
                    <a:pt x="14894" y="1"/>
                    <a:pt x="12655"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8"/>
            <p:cNvSpPr/>
            <p:nvPr/>
          </p:nvSpPr>
          <p:spPr>
            <a:xfrm>
              <a:off x="2450250" y="3914625"/>
              <a:ext cx="422825" cy="127000"/>
            </a:xfrm>
            <a:custGeom>
              <a:avLst/>
              <a:gdLst/>
              <a:ahLst/>
              <a:cxnLst/>
              <a:rect l="l" t="t" r="r" b="b"/>
              <a:pathLst>
                <a:path w="16913" h="5080" extrusionOk="0">
                  <a:moveTo>
                    <a:pt x="1447" y="0"/>
                  </a:moveTo>
                  <a:cubicBezTo>
                    <a:pt x="1224" y="0"/>
                    <a:pt x="1035" y="22"/>
                    <a:pt x="901" y="79"/>
                  </a:cubicBezTo>
                  <a:cubicBezTo>
                    <a:pt x="1" y="479"/>
                    <a:pt x="368" y="1947"/>
                    <a:pt x="768" y="2580"/>
                  </a:cubicBezTo>
                  <a:cubicBezTo>
                    <a:pt x="1302" y="3448"/>
                    <a:pt x="2236" y="3948"/>
                    <a:pt x="3203" y="4282"/>
                  </a:cubicBezTo>
                  <a:cubicBezTo>
                    <a:pt x="5138" y="4915"/>
                    <a:pt x="7439" y="4815"/>
                    <a:pt x="9441" y="5049"/>
                  </a:cubicBezTo>
                  <a:cubicBezTo>
                    <a:pt x="9644" y="5070"/>
                    <a:pt x="9851" y="5080"/>
                    <a:pt x="10061" y="5080"/>
                  </a:cubicBezTo>
                  <a:cubicBezTo>
                    <a:pt x="12198" y="5080"/>
                    <a:pt x="14648" y="4053"/>
                    <a:pt x="16379" y="3081"/>
                  </a:cubicBezTo>
                  <a:cubicBezTo>
                    <a:pt x="16613" y="2947"/>
                    <a:pt x="16846" y="2781"/>
                    <a:pt x="16879" y="2547"/>
                  </a:cubicBezTo>
                  <a:cubicBezTo>
                    <a:pt x="16913" y="2280"/>
                    <a:pt x="16679" y="2047"/>
                    <a:pt x="16446" y="1880"/>
                  </a:cubicBezTo>
                  <a:cubicBezTo>
                    <a:pt x="15378" y="1213"/>
                    <a:pt x="14077" y="1013"/>
                    <a:pt x="12810" y="846"/>
                  </a:cubicBezTo>
                  <a:cubicBezTo>
                    <a:pt x="11375" y="679"/>
                    <a:pt x="9941" y="546"/>
                    <a:pt x="8507" y="479"/>
                  </a:cubicBezTo>
                  <a:cubicBezTo>
                    <a:pt x="7072" y="379"/>
                    <a:pt x="5605" y="312"/>
                    <a:pt x="4137" y="312"/>
                  </a:cubicBezTo>
                  <a:cubicBezTo>
                    <a:pt x="3584" y="312"/>
                    <a:pt x="2282" y="0"/>
                    <a:pt x="144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8"/>
            <p:cNvSpPr/>
            <p:nvPr/>
          </p:nvSpPr>
          <p:spPr>
            <a:xfrm>
              <a:off x="2752975" y="2952750"/>
              <a:ext cx="808100" cy="827125"/>
            </a:xfrm>
            <a:custGeom>
              <a:avLst/>
              <a:gdLst/>
              <a:ahLst/>
              <a:cxnLst/>
              <a:rect l="l" t="t" r="r" b="b"/>
              <a:pathLst>
                <a:path w="32324" h="33085" extrusionOk="0">
                  <a:moveTo>
                    <a:pt x="22912" y="0"/>
                  </a:moveTo>
                  <a:cubicBezTo>
                    <a:pt x="19935" y="0"/>
                    <a:pt x="17193" y="1577"/>
                    <a:pt x="14878" y="3562"/>
                  </a:cubicBezTo>
                  <a:cubicBezTo>
                    <a:pt x="8740" y="8832"/>
                    <a:pt x="3002" y="15104"/>
                    <a:pt x="868" y="22876"/>
                  </a:cubicBezTo>
                  <a:cubicBezTo>
                    <a:pt x="267" y="25011"/>
                    <a:pt x="0" y="27379"/>
                    <a:pt x="968" y="29347"/>
                  </a:cubicBezTo>
                  <a:cubicBezTo>
                    <a:pt x="2169" y="31782"/>
                    <a:pt x="5004" y="33050"/>
                    <a:pt x="7706" y="33083"/>
                  </a:cubicBezTo>
                  <a:cubicBezTo>
                    <a:pt x="7777" y="33084"/>
                    <a:pt x="7848" y="33085"/>
                    <a:pt x="7920" y="33085"/>
                  </a:cubicBezTo>
                  <a:cubicBezTo>
                    <a:pt x="10175" y="33085"/>
                    <a:pt x="12798" y="32571"/>
                    <a:pt x="14544" y="31148"/>
                  </a:cubicBezTo>
                  <a:cubicBezTo>
                    <a:pt x="15411" y="30448"/>
                    <a:pt x="16279" y="29681"/>
                    <a:pt x="16879" y="28747"/>
                  </a:cubicBezTo>
                  <a:cubicBezTo>
                    <a:pt x="17508" y="27835"/>
                    <a:pt x="17544" y="25619"/>
                    <a:pt x="18859" y="25619"/>
                  </a:cubicBezTo>
                  <a:cubicBezTo>
                    <a:pt x="18939" y="25619"/>
                    <a:pt x="19024" y="25627"/>
                    <a:pt x="19114" y="25644"/>
                  </a:cubicBezTo>
                  <a:cubicBezTo>
                    <a:pt x="22116" y="26278"/>
                    <a:pt x="25152" y="27079"/>
                    <a:pt x="28187" y="27713"/>
                  </a:cubicBezTo>
                  <a:cubicBezTo>
                    <a:pt x="28821" y="25444"/>
                    <a:pt x="29355" y="22942"/>
                    <a:pt x="29888" y="20641"/>
                  </a:cubicBezTo>
                  <a:cubicBezTo>
                    <a:pt x="30255" y="19073"/>
                    <a:pt x="30589" y="17505"/>
                    <a:pt x="30922" y="15904"/>
                  </a:cubicBezTo>
                  <a:cubicBezTo>
                    <a:pt x="32057" y="10233"/>
                    <a:pt x="32323" y="2795"/>
                    <a:pt x="25752" y="493"/>
                  </a:cubicBezTo>
                  <a:cubicBezTo>
                    <a:pt x="24787" y="153"/>
                    <a:pt x="23838" y="0"/>
                    <a:pt x="22912"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8"/>
            <p:cNvSpPr/>
            <p:nvPr/>
          </p:nvSpPr>
          <p:spPr>
            <a:xfrm>
              <a:off x="3192450" y="3714300"/>
              <a:ext cx="440350" cy="205750"/>
            </a:xfrm>
            <a:custGeom>
              <a:avLst/>
              <a:gdLst/>
              <a:ahLst/>
              <a:cxnLst/>
              <a:rect l="l" t="t" r="r" b="b"/>
              <a:pathLst>
                <a:path w="17614" h="8230" extrusionOk="0">
                  <a:moveTo>
                    <a:pt x="3396" y="1"/>
                  </a:moveTo>
                  <a:cubicBezTo>
                    <a:pt x="2747" y="1"/>
                    <a:pt x="2116" y="244"/>
                    <a:pt x="1535" y="887"/>
                  </a:cubicBezTo>
                  <a:cubicBezTo>
                    <a:pt x="301" y="2221"/>
                    <a:pt x="167" y="4356"/>
                    <a:pt x="1" y="6090"/>
                  </a:cubicBezTo>
                  <a:cubicBezTo>
                    <a:pt x="1101" y="6124"/>
                    <a:pt x="2135" y="6290"/>
                    <a:pt x="3203" y="6557"/>
                  </a:cubicBezTo>
                  <a:cubicBezTo>
                    <a:pt x="5671" y="7124"/>
                    <a:pt x="8206" y="7391"/>
                    <a:pt x="10742" y="7758"/>
                  </a:cubicBezTo>
                  <a:cubicBezTo>
                    <a:pt x="11592" y="7886"/>
                    <a:pt x="12997" y="8230"/>
                    <a:pt x="14224" y="8230"/>
                  </a:cubicBezTo>
                  <a:cubicBezTo>
                    <a:pt x="14923" y="8230"/>
                    <a:pt x="15564" y="8118"/>
                    <a:pt x="16012" y="7791"/>
                  </a:cubicBezTo>
                  <a:cubicBezTo>
                    <a:pt x="17613" y="6591"/>
                    <a:pt x="15011" y="5923"/>
                    <a:pt x="13844" y="5256"/>
                  </a:cubicBezTo>
                  <a:cubicBezTo>
                    <a:pt x="11809" y="4122"/>
                    <a:pt x="9774" y="3055"/>
                    <a:pt x="7739" y="1954"/>
                  </a:cubicBezTo>
                  <a:cubicBezTo>
                    <a:pt x="6442" y="1259"/>
                    <a:pt x="4871" y="1"/>
                    <a:pt x="339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8"/>
            <p:cNvSpPr/>
            <p:nvPr/>
          </p:nvSpPr>
          <p:spPr>
            <a:xfrm>
              <a:off x="2260125" y="3588975"/>
              <a:ext cx="1275100" cy="1043975"/>
            </a:xfrm>
            <a:custGeom>
              <a:avLst/>
              <a:gdLst/>
              <a:ahLst/>
              <a:cxnLst/>
              <a:rect l="l" t="t" r="r" b="b"/>
              <a:pathLst>
                <a:path w="51004" h="41759" extrusionOk="0">
                  <a:moveTo>
                    <a:pt x="22615" y="1"/>
                  </a:moveTo>
                  <a:cubicBezTo>
                    <a:pt x="20692" y="1"/>
                    <a:pt x="18769" y="47"/>
                    <a:pt x="16846" y="162"/>
                  </a:cubicBezTo>
                  <a:cubicBezTo>
                    <a:pt x="14286" y="310"/>
                    <a:pt x="11727" y="584"/>
                    <a:pt x="9181" y="584"/>
                  </a:cubicBezTo>
                  <a:cubicBezTo>
                    <a:pt x="8276" y="584"/>
                    <a:pt x="7373" y="550"/>
                    <a:pt x="6472" y="462"/>
                  </a:cubicBezTo>
                  <a:cubicBezTo>
                    <a:pt x="5606" y="372"/>
                    <a:pt x="4788" y="306"/>
                    <a:pt x="4043" y="306"/>
                  </a:cubicBezTo>
                  <a:cubicBezTo>
                    <a:pt x="2030" y="306"/>
                    <a:pt x="557" y="787"/>
                    <a:pt x="167" y="2564"/>
                  </a:cubicBezTo>
                  <a:cubicBezTo>
                    <a:pt x="0" y="3198"/>
                    <a:pt x="0" y="3998"/>
                    <a:pt x="134" y="4999"/>
                  </a:cubicBezTo>
                  <a:cubicBezTo>
                    <a:pt x="634" y="8535"/>
                    <a:pt x="3703" y="11704"/>
                    <a:pt x="6705" y="13405"/>
                  </a:cubicBezTo>
                  <a:cubicBezTo>
                    <a:pt x="10107" y="15340"/>
                    <a:pt x="14110" y="16040"/>
                    <a:pt x="18013" y="16340"/>
                  </a:cubicBezTo>
                  <a:cubicBezTo>
                    <a:pt x="19891" y="16487"/>
                    <a:pt x="21772" y="16562"/>
                    <a:pt x="23652" y="16562"/>
                  </a:cubicBezTo>
                  <a:cubicBezTo>
                    <a:pt x="27317" y="16562"/>
                    <a:pt x="30976" y="16280"/>
                    <a:pt x="34592" y="15707"/>
                  </a:cubicBezTo>
                  <a:cubicBezTo>
                    <a:pt x="34592" y="15706"/>
                    <a:pt x="34593" y="15706"/>
                    <a:pt x="34593" y="15706"/>
                  </a:cubicBezTo>
                  <a:cubicBezTo>
                    <a:pt x="34864" y="15706"/>
                    <a:pt x="36393" y="24781"/>
                    <a:pt x="36493" y="25514"/>
                  </a:cubicBezTo>
                  <a:cubicBezTo>
                    <a:pt x="37127" y="31017"/>
                    <a:pt x="38494" y="36421"/>
                    <a:pt x="39829" y="41759"/>
                  </a:cubicBezTo>
                  <a:cubicBezTo>
                    <a:pt x="42931" y="41358"/>
                    <a:pt x="46000" y="40958"/>
                    <a:pt x="49069" y="40491"/>
                  </a:cubicBezTo>
                  <a:cubicBezTo>
                    <a:pt x="50903" y="40224"/>
                    <a:pt x="51003" y="40257"/>
                    <a:pt x="50837" y="38423"/>
                  </a:cubicBezTo>
                  <a:cubicBezTo>
                    <a:pt x="50670" y="36788"/>
                    <a:pt x="50436" y="35187"/>
                    <a:pt x="50236" y="33586"/>
                  </a:cubicBezTo>
                  <a:cubicBezTo>
                    <a:pt x="49502" y="27248"/>
                    <a:pt x="48735" y="20910"/>
                    <a:pt x="47968" y="14572"/>
                  </a:cubicBezTo>
                  <a:cubicBezTo>
                    <a:pt x="47701" y="12171"/>
                    <a:pt x="47401" y="9736"/>
                    <a:pt x="46567" y="7467"/>
                  </a:cubicBezTo>
                  <a:cubicBezTo>
                    <a:pt x="45733" y="5199"/>
                    <a:pt x="44299" y="3098"/>
                    <a:pt x="42197" y="1897"/>
                  </a:cubicBezTo>
                  <a:cubicBezTo>
                    <a:pt x="40129" y="729"/>
                    <a:pt x="37627" y="562"/>
                    <a:pt x="35259" y="429"/>
                  </a:cubicBezTo>
                  <a:cubicBezTo>
                    <a:pt x="31044" y="223"/>
                    <a:pt x="26830" y="1"/>
                    <a:pt x="22615"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8"/>
            <p:cNvSpPr/>
            <p:nvPr/>
          </p:nvSpPr>
          <p:spPr>
            <a:xfrm>
              <a:off x="3340050" y="4746350"/>
              <a:ext cx="449525" cy="183475"/>
            </a:xfrm>
            <a:custGeom>
              <a:avLst/>
              <a:gdLst/>
              <a:ahLst/>
              <a:cxnLst/>
              <a:rect l="l" t="t" r="r" b="b"/>
              <a:pathLst>
                <a:path w="17981" h="7339" extrusionOk="0">
                  <a:moveTo>
                    <a:pt x="2" y="3035"/>
                  </a:moveTo>
                  <a:cubicBezTo>
                    <a:pt x="1" y="3035"/>
                    <a:pt x="1" y="3036"/>
                    <a:pt x="1" y="3036"/>
                  </a:cubicBezTo>
                  <a:cubicBezTo>
                    <a:pt x="1" y="3036"/>
                    <a:pt x="1" y="3035"/>
                    <a:pt x="2" y="3035"/>
                  </a:cubicBezTo>
                  <a:close/>
                  <a:moveTo>
                    <a:pt x="6572" y="0"/>
                  </a:moveTo>
                  <a:cubicBezTo>
                    <a:pt x="4471" y="1201"/>
                    <a:pt x="2270" y="2201"/>
                    <a:pt x="2" y="3035"/>
                  </a:cubicBezTo>
                  <a:lnTo>
                    <a:pt x="2" y="3035"/>
                  </a:lnTo>
                  <a:cubicBezTo>
                    <a:pt x="8" y="3033"/>
                    <a:pt x="14" y="3032"/>
                    <a:pt x="20" y="3032"/>
                  </a:cubicBezTo>
                  <a:cubicBezTo>
                    <a:pt x="274" y="3032"/>
                    <a:pt x="403" y="4943"/>
                    <a:pt x="468" y="5170"/>
                  </a:cubicBezTo>
                  <a:cubicBezTo>
                    <a:pt x="668" y="5871"/>
                    <a:pt x="1001" y="6972"/>
                    <a:pt x="1669" y="7305"/>
                  </a:cubicBezTo>
                  <a:cubicBezTo>
                    <a:pt x="1735" y="7305"/>
                    <a:pt x="1769" y="7305"/>
                    <a:pt x="1802" y="7339"/>
                  </a:cubicBezTo>
                  <a:lnTo>
                    <a:pt x="3670" y="7339"/>
                  </a:lnTo>
                  <a:cubicBezTo>
                    <a:pt x="5231" y="7232"/>
                    <a:pt x="6792" y="7216"/>
                    <a:pt x="8356" y="7216"/>
                  </a:cubicBezTo>
                  <a:cubicBezTo>
                    <a:pt x="9025" y="7216"/>
                    <a:pt x="9696" y="7219"/>
                    <a:pt x="10367" y="7219"/>
                  </a:cubicBezTo>
                  <a:cubicBezTo>
                    <a:pt x="12044" y="7219"/>
                    <a:pt x="13725" y="7200"/>
                    <a:pt x="15412" y="7072"/>
                  </a:cubicBezTo>
                  <a:cubicBezTo>
                    <a:pt x="15979" y="7038"/>
                    <a:pt x="16546" y="6972"/>
                    <a:pt x="16980" y="6638"/>
                  </a:cubicBezTo>
                  <a:cubicBezTo>
                    <a:pt x="17980" y="5838"/>
                    <a:pt x="17113" y="4637"/>
                    <a:pt x="16212" y="4303"/>
                  </a:cubicBezTo>
                  <a:cubicBezTo>
                    <a:pt x="12943" y="3002"/>
                    <a:pt x="8707" y="3202"/>
                    <a:pt x="657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8"/>
            <p:cNvSpPr/>
            <p:nvPr/>
          </p:nvSpPr>
          <p:spPr>
            <a:xfrm>
              <a:off x="2087500" y="2619575"/>
              <a:ext cx="1257575" cy="1036000"/>
            </a:xfrm>
            <a:custGeom>
              <a:avLst/>
              <a:gdLst/>
              <a:ahLst/>
              <a:cxnLst/>
              <a:rect l="l" t="t" r="r" b="b"/>
              <a:pathLst>
                <a:path w="50303" h="41440" extrusionOk="0">
                  <a:moveTo>
                    <a:pt x="19801" y="0"/>
                  </a:moveTo>
                  <a:cubicBezTo>
                    <a:pt x="18338" y="0"/>
                    <a:pt x="16891" y="244"/>
                    <a:pt x="15378" y="244"/>
                  </a:cubicBezTo>
                  <a:cubicBezTo>
                    <a:pt x="14010" y="444"/>
                    <a:pt x="12643" y="777"/>
                    <a:pt x="11375" y="1378"/>
                  </a:cubicBezTo>
                  <a:cubicBezTo>
                    <a:pt x="9607" y="2212"/>
                    <a:pt x="8106" y="3413"/>
                    <a:pt x="6839" y="4880"/>
                  </a:cubicBezTo>
                  <a:cubicBezTo>
                    <a:pt x="4770" y="7249"/>
                    <a:pt x="3903" y="10418"/>
                    <a:pt x="3203" y="13420"/>
                  </a:cubicBezTo>
                  <a:cubicBezTo>
                    <a:pt x="2302" y="17256"/>
                    <a:pt x="1401" y="21125"/>
                    <a:pt x="501" y="24961"/>
                  </a:cubicBezTo>
                  <a:cubicBezTo>
                    <a:pt x="267" y="25895"/>
                    <a:pt x="67" y="26796"/>
                    <a:pt x="34" y="27730"/>
                  </a:cubicBezTo>
                  <a:cubicBezTo>
                    <a:pt x="0" y="29198"/>
                    <a:pt x="434" y="31099"/>
                    <a:pt x="768" y="32533"/>
                  </a:cubicBezTo>
                  <a:cubicBezTo>
                    <a:pt x="934" y="33234"/>
                    <a:pt x="1201" y="33668"/>
                    <a:pt x="1568" y="33901"/>
                  </a:cubicBezTo>
                  <a:cubicBezTo>
                    <a:pt x="3103" y="34969"/>
                    <a:pt x="4403" y="36403"/>
                    <a:pt x="5004" y="38204"/>
                  </a:cubicBezTo>
                  <a:cubicBezTo>
                    <a:pt x="5237" y="38771"/>
                    <a:pt x="5438" y="39372"/>
                    <a:pt x="5638" y="39972"/>
                  </a:cubicBezTo>
                  <a:cubicBezTo>
                    <a:pt x="5871" y="40639"/>
                    <a:pt x="6005" y="41106"/>
                    <a:pt x="6205" y="41407"/>
                  </a:cubicBezTo>
                  <a:cubicBezTo>
                    <a:pt x="7205" y="41407"/>
                    <a:pt x="8206" y="41407"/>
                    <a:pt x="9207" y="41440"/>
                  </a:cubicBezTo>
                  <a:cubicBezTo>
                    <a:pt x="9434" y="41440"/>
                    <a:pt x="9659" y="41440"/>
                    <a:pt x="9883" y="41440"/>
                  </a:cubicBezTo>
                  <a:cubicBezTo>
                    <a:pt x="13015" y="41440"/>
                    <a:pt x="15865" y="41411"/>
                    <a:pt x="18947" y="40539"/>
                  </a:cubicBezTo>
                  <a:cubicBezTo>
                    <a:pt x="22250" y="39572"/>
                    <a:pt x="25752" y="39739"/>
                    <a:pt x="29088" y="38871"/>
                  </a:cubicBezTo>
                  <a:cubicBezTo>
                    <a:pt x="29355" y="38805"/>
                    <a:pt x="29655" y="38671"/>
                    <a:pt x="29755" y="38438"/>
                  </a:cubicBezTo>
                  <a:cubicBezTo>
                    <a:pt x="29888" y="38104"/>
                    <a:pt x="29822" y="37237"/>
                    <a:pt x="29822" y="36837"/>
                  </a:cubicBezTo>
                  <a:cubicBezTo>
                    <a:pt x="29888" y="36003"/>
                    <a:pt x="29922" y="35135"/>
                    <a:pt x="29955" y="34301"/>
                  </a:cubicBezTo>
                  <a:cubicBezTo>
                    <a:pt x="29988" y="32634"/>
                    <a:pt x="29955" y="30999"/>
                    <a:pt x="29922" y="29331"/>
                  </a:cubicBezTo>
                  <a:cubicBezTo>
                    <a:pt x="29888" y="26129"/>
                    <a:pt x="29788" y="22893"/>
                    <a:pt x="29955" y="19691"/>
                  </a:cubicBezTo>
                  <a:cubicBezTo>
                    <a:pt x="30189" y="17389"/>
                    <a:pt x="30255" y="15054"/>
                    <a:pt x="30289" y="12786"/>
                  </a:cubicBezTo>
                  <a:cubicBezTo>
                    <a:pt x="33658" y="12619"/>
                    <a:pt x="37093" y="11952"/>
                    <a:pt x="40463" y="11552"/>
                  </a:cubicBezTo>
                  <a:cubicBezTo>
                    <a:pt x="43365" y="11185"/>
                    <a:pt x="46233" y="10951"/>
                    <a:pt x="48268" y="8583"/>
                  </a:cubicBezTo>
                  <a:cubicBezTo>
                    <a:pt x="48502" y="8316"/>
                    <a:pt x="48702" y="8049"/>
                    <a:pt x="48869" y="7716"/>
                  </a:cubicBezTo>
                  <a:cubicBezTo>
                    <a:pt x="50303" y="4880"/>
                    <a:pt x="48201" y="1745"/>
                    <a:pt x="45233" y="1211"/>
                  </a:cubicBezTo>
                  <a:cubicBezTo>
                    <a:pt x="44632" y="1111"/>
                    <a:pt x="44032" y="1111"/>
                    <a:pt x="43431" y="1111"/>
                  </a:cubicBezTo>
                  <a:cubicBezTo>
                    <a:pt x="38595" y="1111"/>
                    <a:pt x="33758" y="944"/>
                    <a:pt x="28954" y="744"/>
                  </a:cubicBezTo>
                  <a:cubicBezTo>
                    <a:pt x="26219" y="644"/>
                    <a:pt x="24384" y="711"/>
                    <a:pt x="21716" y="177"/>
                  </a:cubicBezTo>
                  <a:cubicBezTo>
                    <a:pt x="21070" y="46"/>
                    <a:pt x="20434" y="0"/>
                    <a:pt x="19801"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8"/>
            <p:cNvSpPr/>
            <p:nvPr/>
          </p:nvSpPr>
          <p:spPr>
            <a:xfrm>
              <a:off x="3139925" y="2033575"/>
              <a:ext cx="232675" cy="827800"/>
            </a:xfrm>
            <a:custGeom>
              <a:avLst/>
              <a:gdLst/>
              <a:ahLst/>
              <a:cxnLst/>
              <a:rect l="l" t="t" r="r" b="b"/>
              <a:pathLst>
                <a:path w="9307" h="33112" extrusionOk="0">
                  <a:moveTo>
                    <a:pt x="7005" y="0"/>
                  </a:moveTo>
                  <a:cubicBezTo>
                    <a:pt x="6671" y="0"/>
                    <a:pt x="6338" y="0"/>
                    <a:pt x="6038" y="134"/>
                  </a:cubicBezTo>
                  <a:cubicBezTo>
                    <a:pt x="5804" y="234"/>
                    <a:pt x="5571" y="467"/>
                    <a:pt x="5371" y="667"/>
                  </a:cubicBezTo>
                  <a:cubicBezTo>
                    <a:pt x="4136" y="2035"/>
                    <a:pt x="3636" y="4003"/>
                    <a:pt x="3703" y="5804"/>
                  </a:cubicBezTo>
                  <a:cubicBezTo>
                    <a:pt x="3803" y="8206"/>
                    <a:pt x="3503" y="10608"/>
                    <a:pt x="3069" y="12943"/>
                  </a:cubicBezTo>
                  <a:cubicBezTo>
                    <a:pt x="2535" y="15611"/>
                    <a:pt x="1801" y="18246"/>
                    <a:pt x="1201" y="20915"/>
                  </a:cubicBezTo>
                  <a:cubicBezTo>
                    <a:pt x="767" y="22683"/>
                    <a:pt x="200" y="24684"/>
                    <a:pt x="67" y="26619"/>
                  </a:cubicBezTo>
                  <a:cubicBezTo>
                    <a:pt x="0" y="27453"/>
                    <a:pt x="33" y="28287"/>
                    <a:pt x="200" y="29054"/>
                  </a:cubicBezTo>
                  <a:cubicBezTo>
                    <a:pt x="563" y="30740"/>
                    <a:pt x="2217" y="33111"/>
                    <a:pt x="4063" y="33111"/>
                  </a:cubicBezTo>
                  <a:cubicBezTo>
                    <a:pt x="4592" y="33111"/>
                    <a:pt x="5136" y="32917"/>
                    <a:pt x="5671" y="32457"/>
                  </a:cubicBezTo>
                  <a:cubicBezTo>
                    <a:pt x="6071" y="32090"/>
                    <a:pt x="6405" y="31623"/>
                    <a:pt x="6705" y="31156"/>
                  </a:cubicBezTo>
                  <a:cubicBezTo>
                    <a:pt x="8673" y="28020"/>
                    <a:pt x="8640" y="24317"/>
                    <a:pt x="8539" y="20715"/>
                  </a:cubicBezTo>
                  <a:cubicBezTo>
                    <a:pt x="8539" y="20348"/>
                    <a:pt x="8539" y="19948"/>
                    <a:pt x="8506" y="19581"/>
                  </a:cubicBezTo>
                  <a:cubicBezTo>
                    <a:pt x="8406" y="17446"/>
                    <a:pt x="8206" y="15278"/>
                    <a:pt x="7906" y="13109"/>
                  </a:cubicBezTo>
                  <a:cubicBezTo>
                    <a:pt x="7605" y="11141"/>
                    <a:pt x="7439" y="9073"/>
                    <a:pt x="7472" y="7072"/>
                  </a:cubicBezTo>
                  <a:cubicBezTo>
                    <a:pt x="7472" y="6905"/>
                    <a:pt x="7505" y="6738"/>
                    <a:pt x="7539" y="6605"/>
                  </a:cubicBezTo>
                  <a:cubicBezTo>
                    <a:pt x="7605" y="6338"/>
                    <a:pt x="7739" y="6138"/>
                    <a:pt x="7906" y="5938"/>
                  </a:cubicBezTo>
                  <a:cubicBezTo>
                    <a:pt x="8273" y="5337"/>
                    <a:pt x="8606" y="4737"/>
                    <a:pt x="8840" y="4070"/>
                  </a:cubicBezTo>
                  <a:cubicBezTo>
                    <a:pt x="9006" y="3603"/>
                    <a:pt x="9307" y="2669"/>
                    <a:pt x="9040" y="2202"/>
                  </a:cubicBezTo>
                  <a:cubicBezTo>
                    <a:pt x="8873" y="1935"/>
                    <a:pt x="8539" y="1701"/>
                    <a:pt x="8339" y="1468"/>
                  </a:cubicBezTo>
                  <a:cubicBezTo>
                    <a:pt x="8173" y="1234"/>
                    <a:pt x="8206" y="1201"/>
                    <a:pt x="8439" y="1034"/>
                  </a:cubicBezTo>
                  <a:cubicBezTo>
                    <a:pt x="8740" y="834"/>
                    <a:pt x="9040" y="667"/>
                    <a:pt x="9307" y="467"/>
                  </a:cubicBezTo>
                  <a:cubicBezTo>
                    <a:pt x="8539" y="167"/>
                    <a:pt x="7839" y="33"/>
                    <a:pt x="7005"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8"/>
            <p:cNvSpPr/>
            <p:nvPr/>
          </p:nvSpPr>
          <p:spPr>
            <a:xfrm>
              <a:off x="2348525" y="2907525"/>
              <a:ext cx="116775" cy="447000"/>
            </a:xfrm>
            <a:custGeom>
              <a:avLst/>
              <a:gdLst/>
              <a:ahLst/>
              <a:cxnLst/>
              <a:rect l="l" t="t" r="r" b="b"/>
              <a:pathLst>
                <a:path w="4671" h="17880" fill="none" extrusionOk="0">
                  <a:moveTo>
                    <a:pt x="4670" y="0"/>
                  </a:moveTo>
                  <a:cubicBezTo>
                    <a:pt x="4136" y="634"/>
                    <a:pt x="3569" y="1301"/>
                    <a:pt x="3269" y="2102"/>
                  </a:cubicBezTo>
                  <a:cubicBezTo>
                    <a:pt x="3102" y="2536"/>
                    <a:pt x="3002" y="3036"/>
                    <a:pt x="2936" y="3503"/>
                  </a:cubicBezTo>
                  <a:cubicBezTo>
                    <a:pt x="2068" y="8306"/>
                    <a:pt x="1268" y="13177"/>
                    <a:pt x="0" y="1788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8"/>
            <p:cNvSpPr/>
            <p:nvPr/>
          </p:nvSpPr>
          <p:spPr>
            <a:xfrm>
              <a:off x="3174950" y="3131850"/>
              <a:ext cx="95925" cy="439500"/>
            </a:xfrm>
            <a:custGeom>
              <a:avLst/>
              <a:gdLst/>
              <a:ahLst/>
              <a:cxnLst/>
              <a:rect l="l" t="t" r="r" b="b"/>
              <a:pathLst>
                <a:path w="3837" h="17580" fill="none" extrusionOk="0">
                  <a:moveTo>
                    <a:pt x="3836" y="1"/>
                  </a:moveTo>
                  <a:cubicBezTo>
                    <a:pt x="2669" y="4971"/>
                    <a:pt x="67" y="12476"/>
                    <a:pt x="0" y="1758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8"/>
            <p:cNvSpPr/>
            <p:nvPr/>
          </p:nvSpPr>
          <p:spPr>
            <a:xfrm>
              <a:off x="1980750" y="3462925"/>
              <a:ext cx="879825" cy="632975"/>
            </a:xfrm>
            <a:custGeom>
              <a:avLst/>
              <a:gdLst/>
              <a:ahLst/>
              <a:cxnLst/>
              <a:rect l="l" t="t" r="r" b="b"/>
              <a:pathLst>
                <a:path w="35193" h="25319" fill="none" extrusionOk="0">
                  <a:moveTo>
                    <a:pt x="1" y="3403"/>
                  </a:moveTo>
                  <a:cubicBezTo>
                    <a:pt x="8340" y="1535"/>
                    <a:pt x="17713" y="0"/>
                    <a:pt x="25185" y="3503"/>
                  </a:cubicBezTo>
                  <a:cubicBezTo>
                    <a:pt x="30055" y="5804"/>
                    <a:pt x="33358" y="10074"/>
                    <a:pt x="34292" y="14611"/>
                  </a:cubicBezTo>
                  <a:cubicBezTo>
                    <a:pt x="35192" y="19147"/>
                    <a:pt x="34425" y="21316"/>
                    <a:pt x="31623" y="2531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8"/>
            <p:cNvSpPr/>
            <p:nvPr/>
          </p:nvSpPr>
          <p:spPr>
            <a:xfrm>
              <a:off x="1932375" y="3001750"/>
              <a:ext cx="959050" cy="1124250"/>
            </a:xfrm>
            <a:custGeom>
              <a:avLst/>
              <a:gdLst/>
              <a:ahLst/>
              <a:cxnLst/>
              <a:rect l="l" t="t" r="r" b="b"/>
              <a:pathLst>
                <a:path w="38362" h="44970" extrusionOk="0">
                  <a:moveTo>
                    <a:pt x="2269" y="1"/>
                  </a:moveTo>
                  <a:cubicBezTo>
                    <a:pt x="1769" y="1235"/>
                    <a:pt x="1435" y="2503"/>
                    <a:pt x="1202" y="3804"/>
                  </a:cubicBezTo>
                  <a:cubicBezTo>
                    <a:pt x="1" y="11109"/>
                    <a:pt x="835" y="20048"/>
                    <a:pt x="3103" y="27087"/>
                  </a:cubicBezTo>
                  <a:cubicBezTo>
                    <a:pt x="4070" y="30022"/>
                    <a:pt x="4838" y="33425"/>
                    <a:pt x="5972" y="36494"/>
                  </a:cubicBezTo>
                  <a:cubicBezTo>
                    <a:pt x="7306" y="39996"/>
                    <a:pt x="10242" y="42665"/>
                    <a:pt x="13911" y="43499"/>
                  </a:cubicBezTo>
                  <a:cubicBezTo>
                    <a:pt x="13911" y="43499"/>
                    <a:pt x="13944" y="43532"/>
                    <a:pt x="13944" y="43532"/>
                  </a:cubicBezTo>
                  <a:cubicBezTo>
                    <a:pt x="18972" y="44695"/>
                    <a:pt x="24149" y="44969"/>
                    <a:pt x="29278" y="44969"/>
                  </a:cubicBezTo>
                  <a:cubicBezTo>
                    <a:pt x="29593" y="44969"/>
                    <a:pt x="29908" y="44968"/>
                    <a:pt x="30222" y="44966"/>
                  </a:cubicBezTo>
                  <a:cubicBezTo>
                    <a:pt x="32924" y="44966"/>
                    <a:pt x="35660" y="44900"/>
                    <a:pt x="38362" y="44633"/>
                  </a:cubicBezTo>
                  <a:cubicBezTo>
                    <a:pt x="37795" y="44399"/>
                    <a:pt x="37194" y="44132"/>
                    <a:pt x="36627" y="43832"/>
                  </a:cubicBezTo>
                  <a:cubicBezTo>
                    <a:pt x="31557" y="41364"/>
                    <a:pt x="26620" y="38562"/>
                    <a:pt x="22317" y="34892"/>
                  </a:cubicBezTo>
                  <a:cubicBezTo>
                    <a:pt x="18347" y="31490"/>
                    <a:pt x="14745" y="27587"/>
                    <a:pt x="11909" y="23184"/>
                  </a:cubicBezTo>
                  <a:cubicBezTo>
                    <a:pt x="10508" y="21049"/>
                    <a:pt x="9408" y="18781"/>
                    <a:pt x="8307" y="16479"/>
                  </a:cubicBezTo>
                  <a:cubicBezTo>
                    <a:pt x="7273" y="14311"/>
                    <a:pt x="6239" y="12176"/>
                    <a:pt x="5305" y="9941"/>
                  </a:cubicBezTo>
                  <a:cubicBezTo>
                    <a:pt x="3970" y="6839"/>
                    <a:pt x="2669" y="3437"/>
                    <a:pt x="2269"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8"/>
            <p:cNvSpPr/>
            <p:nvPr/>
          </p:nvSpPr>
          <p:spPr>
            <a:xfrm>
              <a:off x="2785500" y="3592175"/>
              <a:ext cx="392800" cy="20875"/>
            </a:xfrm>
            <a:custGeom>
              <a:avLst/>
              <a:gdLst/>
              <a:ahLst/>
              <a:cxnLst/>
              <a:rect l="l" t="t" r="r" b="b"/>
              <a:pathLst>
                <a:path w="15712" h="835" fill="none" extrusionOk="0">
                  <a:moveTo>
                    <a:pt x="15711" y="835"/>
                  </a:moveTo>
                  <a:cubicBezTo>
                    <a:pt x="10341" y="1"/>
                    <a:pt x="6905" y="735"/>
                    <a:pt x="0" y="735"/>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8"/>
            <p:cNvSpPr/>
            <p:nvPr/>
          </p:nvSpPr>
          <p:spPr>
            <a:xfrm>
              <a:off x="2087500" y="3240950"/>
              <a:ext cx="804750" cy="355350"/>
            </a:xfrm>
            <a:custGeom>
              <a:avLst/>
              <a:gdLst/>
              <a:ahLst/>
              <a:cxnLst/>
              <a:rect l="l" t="t" r="r" b="b"/>
              <a:pathLst>
                <a:path w="32190" h="14214" extrusionOk="0">
                  <a:moveTo>
                    <a:pt x="4002" y="1"/>
                  </a:moveTo>
                  <a:cubicBezTo>
                    <a:pt x="2788" y="1"/>
                    <a:pt x="1651" y="271"/>
                    <a:pt x="868" y="1040"/>
                  </a:cubicBezTo>
                  <a:cubicBezTo>
                    <a:pt x="467" y="1441"/>
                    <a:pt x="200" y="1841"/>
                    <a:pt x="0" y="2275"/>
                  </a:cubicBezTo>
                  <a:cubicBezTo>
                    <a:pt x="1001" y="4343"/>
                    <a:pt x="1968" y="6411"/>
                    <a:pt x="2969" y="8446"/>
                  </a:cubicBezTo>
                  <a:cubicBezTo>
                    <a:pt x="3603" y="8746"/>
                    <a:pt x="4270" y="9013"/>
                    <a:pt x="4937" y="9213"/>
                  </a:cubicBezTo>
                  <a:cubicBezTo>
                    <a:pt x="7639" y="10114"/>
                    <a:pt x="10474" y="10480"/>
                    <a:pt x="13310" y="10814"/>
                  </a:cubicBezTo>
                  <a:cubicBezTo>
                    <a:pt x="16112" y="11181"/>
                    <a:pt x="18981" y="11348"/>
                    <a:pt x="21449" y="12849"/>
                  </a:cubicBezTo>
                  <a:cubicBezTo>
                    <a:pt x="23097" y="13834"/>
                    <a:pt x="25109" y="14213"/>
                    <a:pt x="27119" y="14213"/>
                  </a:cubicBezTo>
                  <a:cubicBezTo>
                    <a:pt x="28444" y="14213"/>
                    <a:pt x="29769" y="14048"/>
                    <a:pt x="30989" y="13783"/>
                  </a:cubicBezTo>
                  <a:cubicBezTo>
                    <a:pt x="31523" y="13649"/>
                    <a:pt x="32190" y="13349"/>
                    <a:pt x="32123" y="12782"/>
                  </a:cubicBezTo>
                  <a:cubicBezTo>
                    <a:pt x="32090" y="12382"/>
                    <a:pt x="31723" y="12148"/>
                    <a:pt x="31356" y="11982"/>
                  </a:cubicBezTo>
                  <a:cubicBezTo>
                    <a:pt x="29588" y="11081"/>
                    <a:pt x="27753" y="10380"/>
                    <a:pt x="25852" y="9847"/>
                  </a:cubicBezTo>
                  <a:cubicBezTo>
                    <a:pt x="24985" y="9580"/>
                    <a:pt x="24084" y="9380"/>
                    <a:pt x="23250" y="9046"/>
                  </a:cubicBezTo>
                  <a:cubicBezTo>
                    <a:pt x="22283" y="8646"/>
                    <a:pt x="21416" y="8112"/>
                    <a:pt x="20515" y="7578"/>
                  </a:cubicBezTo>
                  <a:cubicBezTo>
                    <a:pt x="18780" y="6511"/>
                    <a:pt x="17046" y="5444"/>
                    <a:pt x="15311" y="4376"/>
                  </a:cubicBezTo>
                  <a:cubicBezTo>
                    <a:pt x="13877" y="3509"/>
                    <a:pt x="12476" y="2642"/>
                    <a:pt x="11008" y="1908"/>
                  </a:cubicBezTo>
                  <a:cubicBezTo>
                    <a:pt x="10241" y="1541"/>
                    <a:pt x="9440" y="1207"/>
                    <a:pt x="8640" y="907"/>
                  </a:cubicBezTo>
                  <a:cubicBezTo>
                    <a:pt x="7398" y="487"/>
                    <a:pt x="5631" y="1"/>
                    <a:pt x="4002"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8"/>
            <p:cNvSpPr/>
            <p:nvPr/>
          </p:nvSpPr>
          <p:spPr>
            <a:xfrm>
              <a:off x="3290850" y="3377025"/>
              <a:ext cx="1700" cy="25"/>
            </a:xfrm>
            <a:custGeom>
              <a:avLst/>
              <a:gdLst/>
              <a:ahLst/>
              <a:cxnLst/>
              <a:rect l="l" t="t" r="r" b="b"/>
              <a:pathLst>
                <a:path w="68" h="1" extrusionOk="0">
                  <a:moveTo>
                    <a:pt x="67" y="1"/>
                  </a:moveTo>
                  <a:lnTo>
                    <a:pt x="1" y="1"/>
                  </a:ln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8"/>
            <p:cNvSpPr/>
            <p:nvPr/>
          </p:nvSpPr>
          <p:spPr>
            <a:xfrm>
              <a:off x="1799800" y="3608850"/>
              <a:ext cx="399475" cy="1318475"/>
            </a:xfrm>
            <a:custGeom>
              <a:avLst/>
              <a:gdLst/>
              <a:ahLst/>
              <a:cxnLst/>
              <a:rect l="l" t="t" r="r" b="b"/>
              <a:pathLst>
                <a:path w="15979" h="52739" fill="none" extrusionOk="0">
                  <a:moveTo>
                    <a:pt x="0" y="52739"/>
                  </a:moveTo>
                  <a:lnTo>
                    <a:pt x="7505" y="201"/>
                  </a:lnTo>
                  <a:cubicBezTo>
                    <a:pt x="7505" y="34"/>
                    <a:pt x="7772" y="1"/>
                    <a:pt x="7806" y="168"/>
                  </a:cubicBezTo>
                  <a:lnTo>
                    <a:pt x="15978" y="5273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8"/>
            <p:cNvSpPr/>
            <p:nvPr/>
          </p:nvSpPr>
          <p:spPr>
            <a:xfrm>
              <a:off x="1872350" y="3573000"/>
              <a:ext cx="1857175" cy="57575"/>
            </a:xfrm>
            <a:custGeom>
              <a:avLst/>
              <a:gdLst/>
              <a:ahLst/>
              <a:cxnLst/>
              <a:rect l="l" t="t" r="r" b="b"/>
              <a:pathLst>
                <a:path w="74287" h="2303" extrusionOk="0">
                  <a:moveTo>
                    <a:pt x="0" y="0"/>
                  </a:moveTo>
                  <a:lnTo>
                    <a:pt x="0" y="2302"/>
                  </a:lnTo>
                  <a:lnTo>
                    <a:pt x="74287" y="2302"/>
                  </a:lnTo>
                  <a:lnTo>
                    <a:pt x="7428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8"/>
            <p:cNvSpPr/>
            <p:nvPr/>
          </p:nvSpPr>
          <p:spPr>
            <a:xfrm>
              <a:off x="1858175" y="3573825"/>
              <a:ext cx="1885525" cy="25"/>
            </a:xfrm>
            <a:custGeom>
              <a:avLst/>
              <a:gdLst/>
              <a:ahLst/>
              <a:cxnLst/>
              <a:rect l="l" t="t" r="r" b="b"/>
              <a:pathLst>
                <a:path w="75421" h="1" fill="none" extrusionOk="0">
                  <a:moveTo>
                    <a:pt x="75421" y="1"/>
                  </a:moveTo>
                  <a:lnTo>
                    <a:pt x="0"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8"/>
            <p:cNvSpPr/>
            <p:nvPr/>
          </p:nvSpPr>
          <p:spPr>
            <a:xfrm>
              <a:off x="1966575" y="3629700"/>
              <a:ext cx="68400" cy="25"/>
            </a:xfrm>
            <a:custGeom>
              <a:avLst/>
              <a:gdLst/>
              <a:ahLst/>
              <a:cxnLst/>
              <a:rect l="l" t="t" r="r" b="b"/>
              <a:pathLst>
                <a:path w="2736" h="1" fill="none" extrusionOk="0">
                  <a:moveTo>
                    <a:pt x="1" y="1"/>
                  </a:moveTo>
                  <a:lnTo>
                    <a:pt x="2736"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8"/>
            <p:cNvSpPr/>
            <p:nvPr/>
          </p:nvSpPr>
          <p:spPr>
            <a:xfrm>
              <a:off x="3575225" y="3629700"/>
              <a:ext cx="69250" cy="25"/>
            </a:xfrm>
            <a:custGeom>
              <a:avLst/>
              <a:gdLst/>
              <a:ahLst/>
              <a:cxnLst/>
              <a:rect l="l" t="t" r="r" b="b"/>
              <a:pathLst>
                <a:path w="2770" h="1" fill="none" extrusionOk="0">
                  <a:moveTo>
                    <a:pt x="0" y="1"/>
                  </a:moveTo>
                  <a:lnTo>
                    <a:pt x="2769"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8"/>
            <p:cNvSpPr/>
            <p:nvPr/>
          </p:nvSpPr>
          <p:spPr>
            <a:xfrm>
              <a:off x="2802175" y="3539650"/>
              <a:ext cx="862300" cy="36700"/>
            </a:xfrm>
            <a:custGeom>
              <a:avLst/>
              <a:gdLst/>
              <a:ahLst/>
              <a:cxnLst/>
              <a:rect l="l" t="t" r="r" b="b"/>
              <a:pathLst>
                <a:path w="34492" h="1468" extrusionOk="0">
                  <a:moveTo>
                    <a:pt x="634" y="0"/>
                  </a:moveTo>
                  <a:cubicBezTo>
                    <a:pt x="267" y="0"/>
                    <a:pt x="0" y="234"/>
                    <a:pt x="0" y="501"/>
                  </a:cubicBezTo>
                  <a:lnTo>
                    <a:pt x="0" y="968"/>
                  </a:lnTo>
                  <a:cubicBezTo>
                    <a:pt x="0" y="1234"/>
                    <a:pt x="267" y="1468"/>
                    <a:pt x="634" y="1468"/>
                  </a:cubicBezTo>
                  <a:lnTo>
                    <a:pt x="34492" y="1468"/>
                  </a:lnTo>
                  <a:lnTo>
                    <a:pt x="3449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8"/>
            <p:cNvSpPr/>
            <p:nvPr/>
          </p:nvSpPr>
          <p:spPr>
            <a:xfrm>
              <a:off x="2923100" y="3116000"/>
              <a:ext cx="806425" cy="451175"/>
            </a:xfrm>
            <a:custGeom>
              <a:avLst/>
              <a:gdLst/>
              <a:ahLst/>
              <a:cxnLst/>
              <a:rect l="l" t="t" r="r" b="b"/>
              <a:pathLst>
                <a:path w="32257" h="18047" extrusionOk="0">
                  <a:moveTo>
                    <a:pt x="3736" y="1"/>
                  </a:moveTo>
                  <a:cubicBezTo>
                    <a:pt x="3169" y="1"/>
                    <a:pt x="2669" y="434"/>
                    <a:pt x="2569" y="1035"/>
                  </a:cubicBezTo>
                  <a:lnTo>
                    <a:pt x="0" y="18047"/>
                  </a:lnTo>
                  <a:lnTo>
                    <a:pt x="29621" y="18047"/>
                  </a:lnTo>
                  <a:lnTo>
                    <a:pt x="32156" y="1335"/>
                  </a:lnTo>
                  <a:cubicBezTo>
                    <a:pt x="32257" y="635"/>
                    <a:pt x="31723" y="1"/>
                    <a:pt x="31022"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8"/>
            <p:cNvSpPr/>
            <p:nvPr/>
          </p:nvSpPr>
          <p:spPr>
            <a:xfrm>
              <a:off x="2459425" y="2267575"/>
              <a:ext cx="307750" cy="429350"/>
            </a:xfrm>
            <a:custGeom>
              <a:avLst/>
              <a:gdLst/>
              <a:ahLst/>
              <a:cxnLst/>
              <a:rect l="l" t="t" r="r" b="b"/>
              <a:pathLst>
                <a:path w="12310" h="17174" extrusionOk="0">
                  <a:moveTo>
                    <a:pt x="10961" y="1"/>
                  </a:moveTo>
                  <a:cubicBezTo>
                    <a:pt x="10384" y="1"/>
                    <a:pt x="9631" y="528"/>
                    <a:pt x="8802" y="528"/>
                  </a:cubicBezTo>
                  <a:cubicBezTo>
                    <a:pt x="8727" y="528"/>
                    <a:pt x="8650" y="523"/>
                    <a:pt x="8573" y="514"/>
                  </a:cubicBezTo>
                  <a:cubicBezTo>
                    <a:pt x="7940" y="426"/>
                    <a:pt x="7391" y="338"/>
                    <a:pt x="6847" y="338"/>
                  </a:cubicBezTo>
                  <a:cubicBezTo>
                    <a:pt x="6358" y="338"/>
                    <a:pt x="5874" y="409"/>
                    <a:pt x="5338" y="614"/>
                  </a:cubicBezTo>
                  <a:cubicBezTo>
                    <a:pt x="4337" y="981"/>
                    <a:pt x="3436" y="1715"/>
                    <a:pt x="2936" y="2682"/>
                  </a:cubicBezTo>
                  <a:cubicBezTo>
                    <a:pt x="2803" y="2949"/>
                    <a:pt x="2669" y="3216"/>
                    <a:pt x="2569" y="3483"/>
                  </a:cubicBezTo>
                  <a:cubicBezTo>
                    <a:pt x="2369" y="4283"/>
                    <a:pt x="2202" y="5117"/>
                    <a:pt x="2135" y="5951"/>
                  </a:cubicBezTo>
                  <a:cubicBezTo>
                    <a:pt x="2069" y="6618"/>
                    <a:pt x="2135" y="7319"/>
                    <a:pt x="2169" y="7986"/>
                  </a:cubicBezTo>
                  <a:cubicBezTo>
                    <a:pt x="2202" y="8286"/>
                    <a:pt x="2236" y="8553"/>
                    <a:pt x="2269" y="8853"/>
                  </a:cubicBezTo>
                  <a:cubicBezTo>
                    <a:pt x="2269" y="10221"/>
                    <a:pt x="2336" y="11488"/>
                    <a:pt x="1769" y="12856"/>
                  </a:cubicBezTo>
                  <a:cubicBezTo>
                    <a:pt x="1502" y="13490"/>
                    <a:pt x="1168" y="14090"/>
                    <a:pt x="701" y="14557"/>
                  </a:cubicBezTo>
                  <a:cubicBezTo>
                    <a:pt x="534" y="14824"/>
                    <a:pt x="301" y="15024"/>
                    <a:pt x="1" y="15191"/>
                  </a:cubicBezTo>
                  <a:cubicBezTo>
                    <a:pt x="67" y="15258"/>
                    <a:pt x="167" y="15324"/>
                    <a:pt x="234" y="15391"/>
                  </a:cubicBezTo>
                  <a:cubicBezTo>
                    <a:pt x="1331" y="16789"/>
                    <a:pt x="3283" y="17173"/>
                    <a:pt x="5055" y="17173"/>
                  </a:cubicBezTo>
                  <a:cubicBezTo>
                    <a:pt x="5439" y="17173"/>
                    <a:pt x="5815" y="17155"/>
                    <a:pt x="6172" y="17126"/>
                  </a:cubicBezTo>
                  <a:cubicBezTo>
                    <a:pt x="7139" y="17059"/>
                    <a:pt x="8307" y="16859"/>
                    <a:pt x="9274" y="16392"/>
                  </a:cubicBezTo>
                  <a:cubicBezTo>
                    <a:pt x="8507" y="15224"/>
                    <a:pt x="8807" y="13957"/>
                    <a:pt x="9140" y="12422"/>
                  </a:cubicBezTo>
                  <a:cubicBezTo>
                    <a:pt x="9174" y="12289"/>
                    <a:pt x="9341" y="11822"/>
                    <a:pt x="9507" y="11355"/>
                  </a:cubicBezTo>
                  <a:cubicBezTo>
                    <a:pt x="10041" y="11055"/>
                    <a:pt x="10541" y="10621"/>
                    <a:pt x="10908" y="10021"/>
                  </a:cubicBezTo>
                  <a:cubicBezTo>
                    <a:pt x="11442" y="9187"/>
                    <a:pt x="11742" y="8219"/>
                    <a:pt x="11942" y="7252"/>
                  </a:cubicBezTo>
                  <a:cubicBezTo>
                    <a:pt x="12243" y="5784"/>
                    <a:pt x="12309" y="1881"/>
                    <a:pt x="11676" y="514"/>
                  </a:cubicBezTo>
                  <a:cubicBezTo>
                    <a:pt x="11488" y="129"/>
                    <a:pt x="11246" y="1"/>
                    <a:pt x="10961"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8"/>
            <p:cNvSpPr/>
            <p:nvPr/>
          </p:nvSpPr>
          <p:spPr>
            <a:xfrm>
              <a:off x="2433575" y="2152600"/>
              <a:ext cx="355275" cy="345500"/>
            </a:xfrm>
            <a:custGeom>
              <a:avLst/>
              <a:gdLst/>
              <a:ahLst/>
              <a:cxnLst/>
              <a:rect l="l" t="t" r="r" b="b"/>
              <a:pathLst>
                <a:path w="14211" h="13820" extrusionOk="0">
                  <a:moveTo>
                    <a:pt x="11139" y="0"/>
                  </a:moveTo>
                  <a:cubicBezTo>
                    <a:pt x="10840" y="0"/>
                    <a:pt x="10537" y="30"/>
                    <a:pt x="10241" y="76"/>
                  </a:cubicBezTo>
                  <a:cubicBezTo>
                    <a:pt x="9374" y="243"/>
                    <a:pt x="8540" y="510"/>
                    <a:pt x="7673" y="543"/>
                  </a:cubicBezTo>
                  <a:cubicBezTo>
                    <a:pt x="6734" y="543"/>
                    <a:pt x="5818" y="269"/>
                    <a:pt x="4906" y="269"/>
                  </a:cubicBezTo>
                  <a:cubicBezTo>
                    <a:pt x="4717" y="269"/>
                    <a:pt x="4527" y="281"/>
                    <a:pt x="4337" y="309"/>
                  </a:cubicBezTo>
                  <a:cubicBezTo>
                    <a:pt x="3336" y="510"/>
                    <a:pt x="2436" y="1277"/>
                    <a:pt x="2102" y="2277"/>
                  </a:cubicBezTo>
                  <a:cubicBezTo>
                    <a:pt x="1802" y="3211"/>
                    <a:pt x="1768" y="4112"/>
                    <a:pt x="1201" y="4913"/>
                  </a:cubicBezTo>
                  <a:cubicBezTo>
                    <a:pt x="601" y="5780"/>
                    <a:pt x="1" y="6480"/>
                    <a:pt x="1" y="7615"/>
                  </a:cubicBezTo>
                  <a:cubicBezTo>
                    <a:pt x="1" y="8515"/>
                    <a:pt x="668" y="9383"/>
                    <a:pt x="1001" y="10183"/>
                  </a:cubicBezTo>
                  <a:cubicBezTo>
                    <a:pt x="1301" y="10884"/>
                    <a:pt x="1435" y="11684"/>
                    <a:pt x="1768" y="12385"/>
                  </a:cubicBezTo>
                  <a:cubicBezTo>
                    <a:pt x="2102" y="13085"/>
                    <a:pt x="2736" y="13752"/>
                    <a:pt x="3503" y="13819"/>
                  </a:cubicBezTo>
                  <a:cubicBezTo>
                    <a:pt x="3636" y="13819"/>
                    <a:pt x="3770" y="13819"/>
                    <a:pt x="3837" y="13752"/>
                  </a:cubicBezTo>
                  <a:cubicBezTo>
                    <a:pt x="4037" y="13619"/>
                    <a:pt x="4037" y="13319"/>
                    <a:pt x="4037" y="13085"/>
                  </a:cubicBezTo>
                  <a:cubicBezTo>
                    <a:pt x="4037" y="13018"/>
                    <a:pt x="4070" y="12785"/>
                    <a:pt x="4170" y="12451"/>
                  </a:cubicBezTo>
                  <a:cubicBezTo>
                    <a:pt x="4270" y="11818"/>
                    <a:pt x="4304" y="11150"/>
                    <a:pt x="4570" y="10583"/>
                  </a:cubicBezTo>
                  <a:cubicBezTo>
                    <a:pt x="4871" y="9950"/>
                    <a:pt x="5504" y="9816"/>
                    <a:pt x="5838" y="9282"/>
                  </a:cubicBezTo>
                  <a:cubicBezTo>
                    <a:pt x="6505" y="8148"/>
                    <a:pt x="6472" y="6814"/>
                    <a:pt x="7873" y="6147"/>
                  </a:cubicBezTo>
                  <a:cubicBezTo>
                    <a:pt x="8275" y="5960"/>
                    <a:pt x="8705" y="5901"/>
                    <a:pt x="9150" y="5901"/>
                  </a:cubicBezTo>
                  <a:cubicBezTo>
                    <a:pt x="9898" y="5901"/>
                    <a:pt x="10686" y="6067"/>
                    <a:pt x="11445" y="6067"/>
                  </a:cubicBezTo>
                  <a:cubicBezTo>
                    <a:pt x="11845" y="6067"/>
                    <a:pt x="12236" y="6021"/>
                    <a:pt x="12610" y="5880"/>
                  </a:cubicBezTo>
                  <a:cubicBezTo>
                    <a:pt x="13544" y="5546"/>
                    <a:pt x="14211" y="4546"/>
                    <a:pt x="14211" y="3545"/>
                  </a:cubicBezTo>
                  <a:cubicBezTo>
                    <a:pt x="14211" y="3011"/>
                    <a:pt x="14044" y="2511"/>
                    <a:pt x="13810" y="2011"/>
                  </a:cubicBezTo>
                  <a:cubicBezTo>
                    <a:pt x="13577" y="1410"/>
                    <a:pt x="13277" y="843"/>
                    <a:pt x="12743" y="443"/>
                  </a:cubicBezTo>
                  <a:cubicBezTo>
                    <a:pt x="12281" y="113"/>
                    <a:pt x="11718" y="0"/>
                    <a:pt x="111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8"/>
            <p:cNvSpPr/>
            <p:nvPr/>
          </p:nvSpPr>
          <p:spPr>
            <a:xfrm>
              <a:off x="2649575" y="2468875"/>
              <a:ext cx="64225" cy="21700"/>
            </a:xfrm>
            <a:custGeom>
              <a:avLst/>
              <a:gdLst/>
              <a:ahLst/>
              <a:cxnLst/>
              <a:rect l="l" t="t" r="r" b="b"/>
              <a:pathLst>
                <a:path w="2569" h="868" fill="none" extrusionOk="0">
                  <a:moveTo>
                    <a:pt x="0" y="1"/>
                  </a:moveTo>
                  <a:cubicBezTo>
                    <a:pt x="267" y="501"/>
                    <a:pt x="767" y="834"/>
                    <a:pt x="1301" y="834"/>
                  </a:cubicBezTo>
                  <a:cubicBezTo>
                    <a:pt x="1801" y="868"/>
                    <a:pt x="2302" y="568"/>
                    <a:pt x="2569" y="67"/>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8"/>
            <p:cNvSpPr/>
            <p:nvPr/>
          </p:nvSpPr>
          <p:spPr>
            <a:xfrm>
              <a:off x="2473600" y="2372100"/>
              <a:ext cx="110100" cy="106150"/>
            </a:xfrm>
            <a:custGeom>
              <a:avLst/>
              <a:gdLst/>
              <a:ahLst/>
              <a:cxnLst/>
              <a:rect l="l" t="t" r="r" b="b"/>
              <a:pathLst>
                <a:path w="4404" h="4246" extrusionOk="0">
                  <a:moveTo>
                    <a:pt x="2348" y="1"/>
                  </a:moveTo>
                  <a:cubicBezTo>
                    <a:pt x="2125" y="1"/>
                    <a:pt x="1896" y="43"/>
                    <a:pt x="1669" y="136"/>
                  </a:cubicBezTo>
                  <a:cubicBezTo>
                    <a:pt x="434" y="669"/>
                    <a:pt x="1" y="2637"/>
                    <a:pt x="868" y="3605"/>
                  </a:cubicBezTo>
                  <a:cubicBezTo>
                    <a:pt x="1215" y="4032"/>
                    <a:pt x="1754" y="4245"/>
                    <a:pt x="2297" y="4245"/>
                  </a:cubicBezTo>
                  <a:cubicBezTo>
                    <a:pt x="2433" y="4245"/>
                    <a:pt x="2569" y="4232"/>
                    <a:pt x="2703" y="4205"/>
                  </a:cubicBezTo>
                  <a:lnTo>
                    <a:pt x="4404" y="1837"/>
                  </a:lnTo>
                  <a:cubicBezTo>
                    <a:pt x="4213" y="830"/>
                    <a:pt x="3335" y="1"/>
                    <a:pt x="234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8"/>
            <p:cNvSpPr/>
            <p:nvPr/>
          </p:nvSpPr>
          <p:spPr>
            <a:xfrm>
              <a:off x="2473600" y="2362975"/>
              <a:ext cx="110100" cy="117600"/>
            </a:xfrm>
            <a:custGeom>
              <a:avLst/>
              <a:gdLst/>
              <a:ahLst/>
              <a:cxnLst/>
              <a:rect l="l" t="t" r="r" b="b"/>
              <a:pathLst>
                <a:path w="4404" h="4704" fill="none" extrusionOk="0">
                  <a:moveTo>
                    <a:pt x="4404" y="2202"/>
                  </a:moveTo>
                  <a:cubicBezTo>
                    <a:pt x="4170" y="968"/>
                    <a:pt x="2903" y="0"/>
                    <a:pt x="1669" y="501"/>
                  </a:cubicBezTo>
                  <a:cubicBezTo>
                    <a:pt x="434" y="1034"/>
                    <a:pt x="1" y="3002"/>
                    <a:pt x="868" y="3970"/>
                  </a:cubicBezTo>
                  <a:cubicBezTo>
                    <a:pt x="1302" y="4503"/>
                    <a:pt x="2035" y="4704"/>
                    <a:pt x="2703" y="4570"/>
                  </a:cubicBezTo>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8"/>
            <p:cNvSpPr/>
            <p:nvPr/>
          </p:nvSpPr>
          <p:spPr>
            <a:xfrm>
              <a:off x="2526975" y="2403825"/>
              <a:ext cx="34225" cy="39225"/>
            </a:xfrm>
            <a:custGeom>
              <a:avLst/>
              <a:gdLst/>
              <a:ahLst/>
              <a:cxnLst/>
              <a:rect l="l" t="t" r="r" b="b"/>
              <a:pathLst>
                <a:path w="1369" h="1569" fill="none" extrusionOk="0">
                  <a:moveTo>
                    <a:pt x="1" y="67"/>
                  </a:moveTo>
                  <a:cubicBezTo>
                    <a:pt x="401" y="1"/>
                    <a:pt x="801" y="167"/>
                    <a:pt x="1035" y="468"/>
                  </a:cubicBezTo>
                  <a:cubicBezTo>
                    <a:pt x="1268" y="768"/>
                    <a:pt x="1368" y="1202"/>
                    <a:pt x="1235" y="156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58"/>
            <p:cNvSpPr/>
            <p:nvPr/>
          </p:nvSpPr>
          <p:spPr>
            <a:xfrm>
              <a:off x="3295025" y="2081925"/>
              <a:ext cx="69250" cy="64825"/>
            </a:xfrm>
            <a:custGeom>
              <a:avLst/>
              <a:gdLst/>
              <a:ahLst/>
              <a:cxnLst/>
              <a:rect l="l" t="t" r="r" b="b"/>
              <a:pathLst>
                <a:path w="2770" h="2593" extrusionOk="0">
                  <a:moveTo>
                    <a:pt x="2302" y="1"/>
                  </a:moveTo>
                  <a:cubicBezTo>
                    <a:pt x="1802" y="568"/>
                    <a:pt x="1235" y="1068"/>
                    <a:pt x="601" y="1502"/>
                  </a:cubicBezTo>
                  <a:cubicBezTo>
                    <a:pt x="434" y="1602"/>
                    <a:pt x="234" y="1735"/>
                    <a:pt x="134" y="1936"/>
                  </a:cubicBezTo>
                  <a:cubicBezTo>
                    <a:pt x="0" y="2269"/>
                    <a:pt x="67" y="2436"/>
                    <a:pt x="234" y="2536"/>
                  </a:cubicBezTo>
                  <a:cubicBezTo>
                    <a:pt x="324" y="2576"/>
                    <a:pt x="445" y="2592"/>
                    <a:pt x="576" y="2592"/>
                  </a:cubicBezTo>
                  <a:cubicBezTo>
                    <a:pt x="879" y="2592"/>
                    <a:pt x="1238" y="2506"/>
                    <a:pt x="1401" y="2436"/>
                  </a:cubicBezTo>
                  <a:cubicBezTo>
                    <a:pt x="1768" y="2302"/>
                    <a:pt x="2102" y="2102"/>
                    <a:pt x="2335" y="1802"/>
                  </a:cubicBezTo>
                  <a:cubicBezTo>
                    <a:pt x="2769" y="1235"/>
                    <a:pt x="2636" y="568"/>
                    <a:pt x="23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8"/>
            <p:cNvSpPr/>
            <p:nvPr/>
          </p:nvSpPr>
          <p:spPr>
            <a:xfrm>
              <a:off x="3278350" y="2000050"/>
              <a:ext cx="99250" cy="119425"/>
            </a:xfrm>
            <a:custGeom>
              <a:avLst/>
              <a:gdLst/>
              <a:ahLst/>
              <a:cxnLst/>
              <a:rect l="l" t="t" r="r" b="b"/>
              <a:pathLst>
                <a:path w="3970" h="4777" extrusionOk="0">
                  <a:moveTo>
                    <a:pt x="1854" y="0"/>
                  </a:moveTo>
                  <a:cubicBezTo>
                    <a:pt x="1392" y="0"/>
                    <a:pt x="934" y="87"/>
                    <a:pt x="501" y="174"/>
                  </a:cubicBezTo>
                  <a:cubicBezTo>
                    <a:pt x="401" y="174"/>
                    <a:pt x="334" y="207"/>
                    <a:pt x="267" y="240"/>
                  </a:cubicBezTo>
                  <a:cubicBezTo>
                    <a:pt x="0" y="407"/>
                    <a:pt x="200" y="907"/>
                    <a:pt x="267" y="1141"/>
                  </a:cubicBezTo>
                  <a:lnTo>
                    <a:pt x="501" y="2242"/>
                  </a:lnTo>
                  <a:cubicBezTo>
                    <a:pt x="567" y="2642"/>
                    <a:pt x="667" y="3009"/>
                    <a:pt x="734" y="3409"/>
                  </a:cubicBezTo>
                  <a:cubicBezTo>
                    <a:pt x="834" y="3876"/>
                    <a:pt x="868" y="4310"/>
                    <a:pt x="1034" y="4777"/>
                  </a:cubicBezTo>
                  <a:cubicBezTo>
                    <a:pt x="1068" y="4777"/>
                    <a:pt x="1134" y="4744"/>
                    <a:pt x="1201" y="4744"/>
                  </a:cubicBezTo>
                  <a:cubicBezTo>
                    <a:pt x="1702" y="4577"/>
                    <a:pt x="2102" y="4043"/>
                    <a:pt x="2435" y="3676"/>
                  </a:cubicBezTo>
                  <a:cubicBezTo>
                    <a:pt x="2535" y="3543"/>
                    <a:pt x="2936" y="3209"/>
                    <a:pt x="2936" y="3042"/>
                  </a:cubicBezTo>
                  <a:cubicBezTo>
                    <a:pt x="2936" y="2976"/>
                    <a:pt x="2669" y="2675"/>
                    <a:pt x="2736" y="2609"/>
                  </a:cubicBezTo>
                  <a:cubicBezTo>
                    <a:pt x="2902" y="2475"/>
                    <a:pt x="3103" y="2308"/>
                    <a:pt x="3303" y="2175"/>
                  </a:cubicBezTo>
                  <a:cubicBezTo>
                    <a:pt x="3603" y="1975"/>
                    <a:pt x="3903" y="1741"/>
                    <a:pt x="3936" y="1408"/>
                  </a:cubicBezTo>
                  <a:cubicBezTo>
                    <a:pt x="3970" y="1074"/>
                    <a:pt x="3770" y="774"/>
                    <a:pt x="3503" y="541"/>
                  </a:cubicBezTo>
                  <a:cubicBezTo>
                    <a:pt x="3103" y="207"/>
                    <a:pt x="2602" y="40"/>
                    <a:pt x="2068" y="7"/>
                  </a:cubicBezTo>
                  <a:cubicBezTo>
                    <a:pt x="1997" y="2"/>
                    <a:pt x="1925" y="0"/>
                    <a:pt x="18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8"/>
            <p:cNvSpPr/>
            <p:nvPr/>
          </p:nvSpPr>
          <p:spPr>
            <a:xfrm>
              <a:off x="3302525" y="2074425"/>
              <a:ext cx="49225" cy="47550"/>
            </a:xfrm>
            <a:custGeom>
              <a:avLst/>
              <a:gdLst/>
              <a:ahLst/>
              <a:cxnLst/>
              <a:rect l="l" t="t" r="r" b="b"/>
              <a:pathLst>
                <a:path w="1969" h="1902" fill="none" extrusionOk="0">
                  <a:moveTo>
                    <a:pt x="1969" y="1"/>
                  </a:moveTo>
                  <a:cubicBezTo>
                    <a:pt x="1535" y="801"/>
                    <a:pt x="735" y="1502"/>
                    <a:pt x="1" y="1902"/>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8"/>
            <p:cNvSpPr/>
            <p:nvPr/>
          </p:nvSpPr>
          <p:spPr>
            <a:xfrm>
              <a:off x="2843875" y="2885850"/>
              <a:ext cx="8350" cy="60050"/>
            </a:xfrm>
            <a:custGeom>
              <a:avLst/>
              <a:gdLst/>
              <a:ahLst/>
              <a:cxnLst/>
              <a:rect l="l" t="t" r="r" b="b"/>
              <a:pathLst>
                <a:path w="334" h="2402" extrusionOk="0">
                  <a:moveTo>
                    <a:pt x="334" y="0"/>
                  </a:moveTo>
                  <a:lnTo>
                    <a:pt x="334" y="0"/>
                  </a:lnTo>
                  <a:cubicBezTo>
                    <a:pt x="200" y="801"/>
                    <a:pt x="100" y="1601"/>
                    <a:pt x="0" y="2402"/>
                  </a:cubicBezTo>
                  <a:lnTo>
                    <a:pt x="334"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8"/>
            <p:cNvSpPr/>
            <p:nvPr/>
          </p:nvSpPr>
          <p:spPr>
            <a:xfrm>
              <a:off x="2843875" y="2885850"/>
              <a:ext cx="8350" cy="60050"/>
            </a:xfrm>
            <a:custGeom>
              <a:avLst/>
              <a:gdLst/>
              <a:ahLst/>
              <a:cxnLst/>
              <a:rect l="l" t="t" r="r" b="b"/>
              <a:pathLst>
                <a:path w="334" h="2402" fill="none" extrusionOk="0">
                  <a:moveTo>
                    <a:pt x="0" y="2402"/>
                  </a:moveTo>
                  <a:cubicBezTo>
                    <a:pt x="100" y="1601"/>
                    <a:pt x="200" y="801"/>
                    <a:pt x="334" y="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8"/>
            <p:cNvSpPr/>
            <p:nvPr/>
          </p:nvSpPr>
          <p:spPr>
            <a:xfrm>
              <a:off x="2431900" y="2622325"/>
              <a:ext cx="281075" cy="107675"/>
            </a:xfrm>
            <a:custGeom>
              <a:avLst/>
              <a:gdLst/>
              <a:ahLst/>
              <a:cxnLst/>
              <a:rect l="l" t="t" r="r" b="b"/>
              <a:pathLst>
                <a:path w="11243" h="4307" extrusionOk="0">
                  <a:moveTo>
                    <a:pt x="1535" y="0"/>
                  </a:moveTo>
                  <a:cubicBezTo>
                    <a:pt x="1035" y="200"/>
                    <a:pt x="535" y="334"/>
                    <a:pt x="1" y="434"/>
                  </a:cubicBezTo>
                  <a:cubicBezTo>
                    <a:pt x="434" y="1268"/>
                    <a:pt x="935" y="2035"/>
                    <a:pt x="1669" y="2602"/>
                  </a:cubicBezTo>
                  <a:cubicBezTo>
                    <a:pt x="2136" y="2936"/>
                    <a:pt x="2603" y="3236"/>
                    <a:pt x="3103" y="3469"/>
                  </a:cubicBezTo>
                  <a:cubicBezTo>
                    <a:pt x="4137" y="3936"/>
                    <a:pt x="5271" y="4237"/>
                    <a:pt x="6439" y="4303"/>
                  </a:cubicBezTo>
                  <a:cubicBezTo>
                    <a:pt x="6519" y="4306"/>
                    <a:pt x="6600" y="4307"/>
                    <a:pt x="6681" y="4307"/>
                  </a:cubicBezTo>
                  <a:cubicBezTo>
                    <a:pt x="7779" y="4307"/>
                    <a:pt x="8940" y="4088"/>
                    <a:pt x="9841" y="3436"/>
                  </a:cubicBezTo>
                  <a:cubicBezTo>
                    <a:pt x="10708" y="2802"/>
                    <a:pt x="11242" y="1635"/>
                    <a:pt x="11209" y="567"/>
                  </a:cubicBezTo>
                  <a:cubicBezTo>
                    <a:pt x="11109" y="567"/>
                    <a:pt x="11042" y="534"/>
                    <a:pt x="10942" y="534"/>
                  </a:cubicBezTo>
                  <a:cubicBezTo>
                    <a:pt x="10608" y="434"/>
                    <a:pt x="10241" y="334"/>
                    <a:pt x="9908" y="234"/>
                  </a:cubicBezTo>
                  <a:cubicBezTo>
                    <a:pt x="9908" y="1134"/>
                    <a:pt x="9541" y="1868"/>
                    <a:pt x="8774" y="2302"/>
                  </a:cubicBezTo>
                  <a:cubicBezTo>
                    <a:pt x="8177" y="2636"/>
                    <a:pt x="7494" y="2748"/>
                    <a:pt x="6824" y="2748"/>
                  </a:cubicBezTo>
                  <a:cubicBezTo>
                    <a:pt x="6558" y="2748"/>
                    <a:pt x="6294" y="2731"/>
                    <a:pt x="6038" y="2702"/>
                  </a:cubicBezTo>
                  <a:cubicBezTo>
                    <a:pt x="4404" y="2535"/>
                    <a:pt x="2269" y="1568"/>
                    <a:pt x="153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8"/>
            <p:cNvSpPr/>
            <p:nvPr/>
          </p:nvSpPr>
          <p:spPr>
            <a:xfrm>
              <a:off x="3089050" y="3873225"/>
              <a:ext cx="40050" cy="117600"/>
            </a:xfrm>
            <a:custGeom>
              <a:avLst/>
              <a:gdLst/>
              <a:ahLst/>
              <a:cxnLst/>
              <a:rect l="l" t="t" r="r" b="b"/>
              <a:pathLst>
                <a:path w="1602" h="4704" extrusionOk="0">
                  <a:moveTo>
                    <a:pt x="934" y="0"/>
                  </a:moveTo>
                  <a:cubicBezTo>
                    <a:pt x="634" y="1568"/>
                    <a:pt x="300" y="3136"/>
                    <a:pt x="0" y="4703"/>
                  </a:cubicBezTo>
                  <a:cubicBezTo>
                    <a:pt x="534" y="4637"/>
                    <a:pt x="1068" y="4537"/>
                    <a:pt x="1601" y="4437"/>
                  </a:cubicBezTo>
                  <a:cubicBezTo>
                    <a:pt x="1301" y="2969"/>
                    <a:pt x="1101" y="1501"/>
                    <a:pt x="93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8"/>
            <p:cNvSpPr/>
            <p:nvPr/>
          </p:nvSpPr>
          <p:spPr>
            <a:xfrm>
              <a:off x="3181600" y="2458875"/>
              <a:ext cx="875" cy="850"/>
            </a:xfrm>
            <a:custGeom>
              <a:avLst/>
              <a:gdLst/>
              <a:ahLst/>
              <a:cxnLst/>
              <a:rect l="l" t="t" r="r" b="b"/>
              <a:pathLst>
                <a:path w="35" h="34" extrusionOk="0">
                  <a:moveTo>
                    <a:pt x="34" y="0"/>
                  </a:moveTo>
                  <a:cubicBezTo>
                    <a:pt x="34" y="0"/>
                    <a:pt x="1" y="34"/>
                    <a:pt x="1" y="34"/>
                  </a:cubicBez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 name="Google Shape;1032;p58"/>
          <p:cNvGrpSpPr/>
          <p:nvPr/>
        </p:nvGrpSpPr>
        <p:grpSpPr>
          <a:xfrm flipH="1">
            <a:off x="284725" y="2109154"/>
            <a:ext cx="1223892" cy="3034347"/>
            <a:chOff x="2330682" y="1468700"/>
            <a:chExt cx="824447" cy="2044019"/>
          </a:xfrm>
        </p:grpSpPr>
        <p:sp>
          <p:nvSpPr>
            <p:cNvPr id="1033" name="Google Shape;1033;p58"/>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8"/>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8"/>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8"/>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8"/>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9985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Play time function </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err="1"/>
              <a:t>current_time</a:t>
            </a:r>
            <a:r>
              <a:rPr lang="en-US" sz="1200" dirty="0"/>
              <a:t> = </a:t>
            </a:r>
            <a:r>
              <a:rPr lang="en-US" sz="1200" dirty="0" err="1"/>
              <a:t>pygame.mixer.music.get_pos</a:t>
            </a:r>
            <a:r>
              <a:rPr lang="en-US" sz="1200" dirty="0"/>
              <a:t>()/1000</a:t>
            </a:r>
          </a:p>
          <a:p>
            <a:pPr marL="114300" indent="0">
              <a:buNone/>
            </a:pPr>
            <a:endParaRPr lang="en-US" sz="1200" dirty="0"/>
          </a:p>
          <a:p>
            <a:pPr marL="114300" indent="0">
              <a:buNone/>
            </a:pPr>
            <a:r>
              <a:rPr lang="en-US" sz="1200" dirty="0" err="1"/>
              <a:t>converted_current_time</a:t>
            </a:r>
            <a:r>
              <a:rPr lang="en-US" sz="1200" dirty="0"/>
              <a:t> = </a:t>
            </a:r>
            <a:r>
              <a:rPr lang="en-US" sz="1200" dirty="0" err="1"/>
              <a:t>time.strftime</a:t>
            </a:r>
            <a:r>
              <a:rPr lang="en-US" sz="1200" dirty="0"/>
              <a:t>('%M:%S', </a:t>
            </a:r>
            <a:r>
              <a:rPr lang="en-US" sz="1200" dirty="0" err="1"/>
              <a:t>time.gmtime</a:t>
            </a:r>
            <a:r>
              <a:rPr lang="en-US" sz="1200" dirty="0"/>
              <a:t>(</a:t>
            </a:r>
            <a:r>
              <a:rPr lang="en-US" sz="1200" dirty="0" err="1"/>
              <a:t>current_time</a:t>
            </a:r>
            <a:r>
              <a:rPr lang="en-US" sz="1200" dirty="0"/>
              <a:t>))</a:t>
            </a:r>
          </a:p>
          <a:p>
            <a:pPr marL="114300" indent="0">
              <a:buNone/>
            </a:pPr>
            <a:endParaRPr lang="en-US" sz="1200" dirty="0"/>
          </a:p>
          <a:p>
            <a:pPr marL="114300" indent="0">
              <a:buNone/>
            </a:pPr>
            <a:r>
              <a:rPr lang="en-US" sz="1200" dirty="0" err="1"/>
              <a:t>song_mut</a:t>
            </a:r>
            <a:r>
              <a:rPr lang="en-US" sz="1200" dirty="0"/>
              <a:t> = MP3(song)</a:t>
            </a:r>
          </a:p>
          <a:p>
            <a:pPr marL="114300" indent="0">
              <a:buNone/>
            </a:pPr>
            <a:endParaRPr lang="en-US" sz="1200" dirty="0"/>
          </a:p>
          <a:p>
            <a:pPr marL="114300" indent="0">
              <a:buNone/>
            </a:pPr>
            <a:r>
              <a:rPr lang="en-US" sz="1200" dirty="0" err="1"/>
              <a:t>song_length</a:t>
            </a:r>
            <a:r>
              <a:rPr lang="en-US" sz="1200" dirty="0"/>
              <a:t> = </a:t>
            </a:r>
            <a:r>
              <a:rPr lang="en-US" sz="1200" dirty="0" err="1"/>
              <a:t>song_mut.info.length</a:t>
            </a:r>
            <a:endParaRPr lang="en-US" sz="1200" dirty="0"/>
          </a:p>
          <a:p>
            <a:pPr marL="114300" indent="0">
              <a:buNone/>
            </a:pPr>
            <a:endParaRPr lang="en-US" sz="1200" dirty="0"/>
          </a:p>
          <a:p>
            <a:pPr marL="114300" indent="0">
              <a:buNone/>
            </a:pPr>
            <a:r>
              <a:rPr lang="en-US" sz="1200" dirty="0" err="1"/>
              <a:t>converted_song_length</a:t>
            </a:r>
            <a:r>
              <a:rPr lang="en-US" sz="1200" dirty="0"/>
              <a:t> = </a:t>
            </a:r>
            <a:r>
              <a:rPr lang="en-US" sz="1200" dirty="0" err="1"/>
              <a:t>time.strftime</a:t>
            </a:r>
            <a:r>
              <a:rPr lang="en-US" sz="1200" dirty="0"/>
              <a:t>('%M:%S', </a:t>
            </a:r>
            <a:r>
              <a:rPr lang="en-US" sz="1200" dirty="0" err="1"/>
              <a:t>time.gmtime</a:t>
            </a:r>
            <a:r>
              <a:rPr lang="en-US" sz="1200" dirty="0"/>
              <a:t>(</a:t>
            </a:r>
            <a:r>
              <a:rPr lang="en-US" sz="1200" dirty="0" err="1"/>
              <a:t>song_length</a:t>
            </a:r>
            <a:r>
              <a:rPr lang="en-US" sz="1200" dirty="0"/>
              <a:t>))</a:t>
            </a:r>
          </a:p>
          <a:p>
            <a:pPr marL="114300" indent="0">
              <a:buNone/>
            </a:pPr>
            <a:endParaRPr lang="en-US" sz="1200" dirty="0"/>
          </a:p>
          <a:p>
            <a:pPr marL="114300" indent="0">
              <a:buNone/>
            </a:pPr>
            <a:r>
              <a:rPr lang="en-US" sz="1200" dirty="0"/>
              <a:t>if int(</a:t>
            </a:r>
            <a:r>
              <a:rPr lang="en-US" sz="1200" dirty="0" err="1"/>
              <a:t>my_slider.get</a:t>
            </a:r>
            <a:r>
              <a:rPr lang="en-US" sz="1200" dirty="0"/>
              <a:t>()) == int(</a:t>
            </a:r>
            <a:r>
              <a:rPr lang="en-US" sz="1200" dirty="0" err="1"/>
              <a:t>song_length</a:t>
            </a:r>
            <a:r>
              <a:rPr lang="en-US" sz="1200" dirty="0"/>
              <a:t>):</a:t>
            </a:r>
          </a:p>
          <a:p>
            <a:pPr marL="114300" indent="0">
              <a:buNone/>
            </a:pPr>
            <a:r>
              <a:rPr lang="en-US" sz="1200" dirty="0"/>
              <a:t>        </a:t>
            </a:r>
            <a:r>
              <a:rPr lang="en-US" sz="1200" dirty="0" err="1"/>
              <a:t>statu_bar.config</a:t>
            </a:r>
            <a:r>
              <a:rPr lang="en-US" sz="1200" dirty="0"/>
              <a:t>(text=f'{</a:t>
            </a:r>
            <a:r>
              <a:rPr lang="en-US" sz="1200" dirty="0" err="1"/>
              <a:t>converted_song_length</a:t>
            </a:r>
            <a:r>
              <a:rPr lang="en-US" sz="1200" dirty="0"/>
              <a:t>}/{</a:t>
            </a:r>
            <a:r>
              <a:rPr lang="en-US" sz="1200" dirty="0" err="1"/>
              <a:t>converted_song_length</a:t>
            </a:r>
            <a:r>
              <a:rPr lang="en-US" sz="1200" dirty="0"/>
              <a:t>}')</a:t>
            </a:r>
          </a:p>
          <a:p>
            <a:pPr marL="114300" indent="0">
              <a:buNone/>
            </a:pPr>
            <a:r>
              <a:rPr lang="en-US" sz="1200" dirty="0"/>
              <a:t>        if </a:t>
            </a:r>
            <a:r>
              <a:rPr lang="en-US" sz="1200" dirty="0" err="1"/>
              <a:t>switch.get</a:t>
            </a:r>
            <a:r>
              <a:rPr lang="en-US" sz="1200" dirty="0"/>
              <a:t>()==1:</a:t>
            </a:r>
          </a:p>
          <a:p>
            <a:pPr marL="114300" indent="0">
              <a:buNone/>
            </a:pPr>
            <a:r>
              <a:rPr lang="en-US" sz="1200" dirty="0"/>
              <a:t>            </a:t>
            </a:r>
            <a:r>
              <a:rPr lang="en-US" sz="1200" dirty="0" err="1"/>
              <a:t>next_song</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p:txBody>
          <a:bodyPr/>
          <a:lstStyle/>
          <a:p>
            <a:pPr marL="114300" indent="0">
              <a:buNone/>
            </a:pPr>
            <a:r>
              <a:rPr lang="en-US" sz="1400" dirty="0"/>
              <a:t>The current time is calculated by the </a:t>
            </a:r>
            <a:r>
              <a:rPr lang="en-US" sz="1400" dirty="0" err="1"/>
              <a:t>pygame.mixer.music.get_pos</a:t>
            </a:r>
            <a:r>
              <a:rPr lang="en-US" sz="1400" dirty="0"/>
              <a:t>().</a:t>
            </a:r>
          </a:p>
          <a:p>
            <a:pPr marL="114300" indent="0">
              <a:buNone/>
            </a:pPr>
            <a:r>
              <a:rPr lang="en-US" sz="1400" dirty="0"/>
              <a:t>The function returns the current time in the song in terms of millisecond which is divided by 1000 to get the time in second.</a:t>
            </a:r>
          </a:p>
          <a:p>
            <a:pPr marL="114300" indent="0">
              <a:buNone/>
            </a:pPr>
            <a:r>
              <a:rPr lang="en-US" sz="1400" dirty="0"/>
              <a:t>The mutagen contains MP3 class which is used to get the total length of the song which is returned in the seconds.</a:t>
            </a:r>
          </a:p>
          <a:p>
            <a:pPr marL="114300" indent="0">
              <a:buNone/>
            </a:pPr>
            <a:endParaRPr lang="en-US" sz="1400" dirty="0"/>
          </a:p>
          <a:p>
            <a:pPr marL="114300" indent="0">
              <a:buNone/>
            </a:pPr>
            <a:r>
              <a:rPr lang="en-US" sz="1400" dirty="0"/>
              <a:t>The </a:t>
            </a:r>
            <a:r>
              <a:rPr lang="en-US" sz="1400" dirty="0" err="1"/>
              <a:t>shrfttime</a:t>
            </a:r>
            <a:r>
              <a:rPr lang="en-US" sz="1400" dirty="0"/>
              <a:t> function is used convert the seconds to the </a:t>
            </a:r>
            <a:r>
              <a:rPr lang="en-US" sz="1400" dirty="0" err="1"/>
              <a:t>minute:second</a:t>
            </a:r>
            <a:r>
              <a:rPr lang="en-US" sz="1400" dirty="0"/>
              <a:t> format.</a:t>
            </a:r>
          </a:p>
        </p:txBody>
      </p:sp>
    </p:spTree>
    <p:extLst>
      <p:ext uri="{BB962C8B-B14F-4D97-AF65-F5344CB8AC3E}">
        <p14:creationId xmlns:p14="http://schemas.microsoft.com/office/powerpoint/2010/main" val="39790575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Continued..</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713225" y="1072200"/>
            <a:ext cx="7717800" cy="3460200"/>
          </a:xfrm>
        </p:spPr>
        <p:txBody>
          <a:bodyPr/>
          <a:lstStyle/>
          <a:p>
            <a:pPr marL="114300" indent="0">
              <a:buNone/>
            </a:pPr>
            <a:r>
              <a:rPr lang="en-US" sz="1400" dirty="0"/>
              <a:t>The slider for the music is returns to the current time of song using the get() method.</a:t>
            </a:r>
          </a:p>
          <a:p>
            <a:pPr marL="114300" indent="0">
              <a:buNone/>
            </a:pPr>
            <a:endParaRPr lang="en-US" sz="1400" dirty="0"/>
          </a:p>
          <a:p>
            <a:pPr marL="114300" indent="0">
              <a:buNone/>
            </a:pPr>
            <a:r>
              <a:rPr lang="en-US" sz="1400" dirty="0"/>
              <a:t>If the slider position is same as the total length the time status bar is set to total length of total length. Additionally if the </a:t>
            </a:r>
            <a:r>
              <a:rPr lang="en-US" sz="1400" dirty="0" err="1"/>
              <a:t>autoplay</a:t>
            </a:r>
            <a:r>
              <a:rPr lang="en-US" sz="1400" dirty="0"/>
              <a:t> switch is set to 1 (i.e. True) then </a:t>
            </a:r>
            <a:r>
              <a:rPr lang="en-US" sz="1400" dirty="0" err="1"/>
              <a:t>next_song</a:t>
            </a:r>
            <a:r>
              <a:rPr lang="en-US" sz="1400" dirty="0"/>
              <a:t>() function is called which plays the next song in the playlist.</a:t>
            </a:r>
          </a:p>
        </p:txBody>
      </p:sp>
    </p:spTree>
    <p:extLst>
      <p:ext uri="{BB962C8B-B14F-4D97-AF65-F5344CB8AC3E}">
        <p14:creationId xmlns:p14="http://schemas.microsoft.com/office/powerpoint/2010/main" val="344781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Continued..</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err="1"/>
              <a:t>elif</a:t>
            </a:r>
            <a:r>
              <a:rPr lang="en-US" sz="1200" dirty="0"/>
              <a:t> paused:</a:t>
            </a:r>
          </a:p>
          <a:p>
            <a:pPr marL="114300" indent="0">
              <a:buNone/>
            </a:pPr>
            <a:r>
              <a:rPr lang="en-US" sz="1200" dirty="0"/>
              <a:t>        pass</a:t>
            </a:r>
          </a:p>
          <a:p>
            <a:pPr marL="114300" indent="0">
              <a:buNone/>
            </a:pPr>
            <a:r>
              <a:rPr lang="en-US" sz="1200" dirty="0" err="1"/>
              <a:t>elif</a:t>
            </a:r>
            <a:r>
              <a:rPr lang="en-US" sz="1200" dirty="0"/>
              <a:t>(int(</a:t>
            </a:r>
            <a:r>
              <a:rPr lang="en-US" sz="1200" dirty="0" err="1"/>
              <a:t>my_slider.get</a:t>
            </a:r>
            <a:r>
              <a:rPr lang="en-US" sz="1200" dirty="0"/>
              <a:t>()) == int(</a:t>
            </a:r>
            <a:r>
              <a:rPr lang="en-US" sz="1200" dirty="0" err="1"/>
              <a:t>current_time</a:t>
            </a:r>
            <a:r>
              <a:rPr lang="en-US" sz="1200" dirty="0"/>
              <a:t>)):</a:t>
            </a:r>
          </a:p>
          <a:p>
            <a:pPr marL="114300" indent="0">
              <a:buNone/>
            </a:pPr>
            <a:r>
              <a:rPr lang="en-US" sz="1200" dirty="0" err="1"/>
              <a:t>slider_position</a:t>
            </a:r>
            <a:r>
              <a:rPr lang="en-US" sz="1200" dirty="0"/>
              <a:t> = int(</a:t>
            </a:r>
            <a:r>
              <a:rPr lang="en-US" sz="1200" dirty="0" err="1"/>
              <a:t>song_length</a:t>
            </a:r>
            <a:r>
              <a:rPr lang="en-US" sz="1200" dirty="0"/>
              <a:t>)</a:t>
            </a:r>
          </a:p>
          <a:p>
            <a:pPr marL="114300" indent="0">
              <a:buNone/>
            </a:pPr>
            <a:r>
              <a:rPr lang="en-US" sz="1200" dirty="0"/>
              <a:t>        </a:t>
            </a:r>
            <a:r>
              <a:rPr lang="en-US" sz="1200" dirty="0" err="1"/>
              <a:t>my_slider.configure</a:t>
            </a:r>
            <a:r>
              <a:rPr lang="en-US" sz="1200" dirty="0"/>
              <a:t>(to=</a:t>
            </a:r>
            <a:r>
              <a:rPr lang="en-US" sz="1200" dirty="0" err="1"/>
              <a:t>slider_position</a:t>
            </a:r>
            <a:r>
              <a:rPr lang="en-US" sz="1200" dirty="0"/>
              <a:t>)</a:t>
            </a:r>
          </a:p>
          <a:p>
            <a:pPr marL="114300" indent="0">
              <a:buNone/>
            </a:pPr>
            <a:r>
              <a:rPr lang="en-US" sz="1200" dirty="0"/>
              <a:t>        </a:t>
            </a:r>
            <a:r>
              <a:rPr lang="en-US" sz="1200" dirty="0" err="1"/>
              <a:t>my_slider.set</a:t>
            </a:r>
            <a:r>
              <a:rPr lang="en-US" sz="1200" dirty="0"/>
              <a:t>(int(</a:t>
            </a:r>
            <a:r>
              <a:rPr lang="en-US" sz="1200" dirty="0" err="1"/>
              <a:t>current_time</a:t>
            </a:r>
            <a:r>
              <a:rPr lang="en-US" sz="1200" dirty="0"/>
              <a:t>))</a:t>
            </a:r>
          </a:p>
          <a:p>
            <a:pPr marL="114300" indent="0">
              <a:buNone/>
            </a:pPr>
            <a:r>
              <a:rPr lang="en-US" sz="1200" dirty="0"/>
              <a:t>else:</a:t>
            </a:r>
          </a:p>
          <a:p>
            <a:pPr marL="114300" indent="0">
              <a:buNone/>
            </a:pPr>
            <a:r>
              <a:rPr lang="en-US" sz="1200" dirty="0" err="1"/>
              <a:t>slider_position</a:t>
            </a:r>
            <a:r>
              <a:rPr lang="en-US" sz="1200" dirty="0"/>
              <a:t> = int(</a:t>
            </a:r>
            <a:r>
              <a:rPr lang="en-US" sz="1200" dirty="0" err="1"/>
              <a:t>song_length</a:t>
            </a:r>
            <a:r>
              <a:rPr lang="en-US" sz="1200" dirty="0"/>
              <a:t>)</a:t>
            </a:r>
          </a:p>
          <a:p>
            <a:pPr marL="114300" indent="0">
              <a:buNone/>
            </a:pPr>
            <a:r>
              <a:rPr lang="en-US" sz="1200" dirty="0"/>
              <a:t>        </a:t>
            </a:r>
            <a:r>
              <a:rPr lang="en-US" sz="1200" dirty="0" err="1"/>
              <a:t>my_slider.configure</a:t>
            </a:r>
            <a:r>
              <a:rPr lang="en-US" sz="1200" dirty="0"/>
              <a:t>(to=</a:t>
            </a:r>
            <a:r>
              <a:rPr lang="en-US" sz="1200" dirty="0" err="1"/>
              <a:t>slider_position</a:t>
            </a:r>
            <a:r>
              <a:rPr lang="en-US" sz="1200" dirty="0"/>
              <a:t>)</a:t>
            </a:r>
          </a:p>
          <a:p>
            <a:pPr marL="114300" indent="0">
              <a:buNone/>
            </a:pPr>
            <a:r>
              <a:rPr lang="en-US" sz="1200" dirty="0"/>
              <a:t>        </a:t>
            </a:r>
            <a:r>
              <a:rPr lang="en-US" sz="1200" dirty="0" err="1"/>
              <a:t>my_slider.set</a:t>
            </a:r>
            <a:r>
              <a:rPr lang="en-US" sz="1200" dirty="0"/>
              <a:t>(int(</a:t>
            </a:r>
            <a:r>
              <a:rPr lang="en-US" sz="1200" dirty="0" err="1"/>
              <a:t>my_slider.get</a:t>
            </a:r>
            <a:r>
              <a:rPr lang="en-US" sz="1200" dirty="0"/>
              <a:t>()))</a:t>
            </a:r>
          </a:p>
          <a:p>
            <a:pPr marL="114300" indent="0">
              <a:buNone/>
            </a:pPr>
            <a:r>
              <a:rPr lang="en-US" sz="1200" dirty="0" err="1"/>
              <a:t>converted_current_time</a:t>
            </a:r>
            <a:r>
              <a:rPr lang="en-US" sz="1200" dirty="0"/>
              <a:t> = </a:t>
            </a:r>
            <a:r>
              <a:rPr lang="en-US" sz="1200" dirty="0" err="1"/>
              <a:t>time.strftime</a:t>
            </a:r>
            <a:r>
              <a:rPr lang="en-US" sz="1200" dirty="0"/>
              <a:t>('%M:%S', </a:t>
            </a:r>
            <a:r>
              <a:rPr lang="en-US" sz="1200" dirty="0" err="1"/>
              <a:t>time.gmtime</a:t>
            </a:r>
            <a:r>
              <a:rPr lang="en-US" sz="1200" dirty="0"/>
              <a:t>(</a:t>
            </a:r>
            <a:r>
              <a:rPr lang="en-US" sz="1200" dirty="0" err="1"/>
              <a:t>my_slider.get</a:t>
            </a:r>
            <a:r>
              <a:rPr lang="en-US" sz="1200" dirty="0"/>
              <a:t>())) </a:t>
            </a:r>
            <a:r>
              <a:rPr lang="en-US" sz="1200" dirty="0" err="1"/>
              <a:t>statu_bar.config</a:t>
            </a:r>
            <a:r>
              <a:rPr lang="en-US" sz="1200" dirty="0"/>
              <a:t>(text=f'{</a:t>
            </a:r>
            <a:r>
              <a:rPr lang="en-US" sz="1200" dirty="0" err="1"/>
              <a:t>converted_current_time</a:t>
            </a:r>
            <a:r>
              <a:rPr lang="en-US" sz="1200" dirty="0"/>
              <a:t>}/{</a:t>
            </a:r>
            <a:r>
              <a:rPr lang="en-US" sz="1200" dirty="0" err="1"/>
              <a:t>converted_song_length</a:t>
            </a:r>
            <a:r>
              <a:rPr lang="en-US" sz="1200" dirty="0"/>
              <a:t>}’)</a:t>
            </a:r>
          </a:p>
          <a:p>
            <a:pPr marL="114300" indent="0">
              <a:buNone/>
            </a:pPr>
            <a:r>
              <a:rPr lang="en-US" sz="1200" dirty="0"/>
              <a:t>        </a:t>
            </a:r>
            <a:r>
              <a:rPr lang="en-US" sz="1200" dirty="0" err="1"/>
              <a:t>next_time</a:t>
            </a:r>
            <a:r>
              <a:rPr lang="en-US" sz="1200" dirty="0"/>
              <a:t> = int(</a:t>
            </a:r>
            <a:r>
              <a:rPr lang="en-US" sz="1200" dirty="0" err="1"/>
              <a:t>my_slider.get</a:t>
            </a:r>
            <a:r>
              <a:rPr lang="en-US" sz="1200" dirty="0"/>
              <a:t>())+1</a:t>
            </a:r>
          </a:p>
          <a:p>
            <a:pPr marL="114300" indent="0">
              <a:buNone/>
            </a:pPr>
            <a:r>
              <a:rPr lang="en-US" sz="1200" dirty="0"/>
              <a:t>        </a:t>
            </a:r>
            <a:r>
              <a:rPr lang="en-US" sz="1200" dirty="0" err="1"/>
              <a:t>my_slider.set</a:t>
            </a:r>
            <a:r>
              <a:rPr lang="en-US" sz="1200" dirty="0"/>
              <a:t>(</a:t>
            </a:r>
            <a:r>
              <a:rPr lang="en-US" sz="1200" dirty="0" err="1"/>
              <a:t>next_time</a:t>
            </a:r>
            <a:r>
              <a:rPr lang="en-US" sz="1200" dirty="0"/>
              <a:t>)</a:t>
            </a:r>
          </a:p>
          <a:p>
            <a:pPr marL="114300" indent="0">
              <a:buNone/>
            </a:pPr>
            <a:r>
              <a:rPr lang="en-US" sz="1200" dirty="0" err="1"/>
              <a:t>statu_bar.after</a:t>
            </a:r>
            <a:r>
              <a:rPr lang="en-US" sz="1200" dirty="0"/>
              <a:t>(1000, </a:t>
            </a:r>
            <a:r>
              <a:rPr lang="en-US" sz="1200" dirty="0" err="1"/>
              <a:t>play_time</a:t>
            </a:r>
            <a:r>
              <a:rPr lang="en-US" sz="1200" dirty="0"/>
              <a:t>)</a:t>
            </a:r>
          </a:p>
          <a:p>
            <a:pPr marL="114300" indent="0">
              <a:buNone/>
            </a:pPr>
            <a:endParaRPr lang="en-US" sz="1200" dirty="0"/>
          </a:p>
          <a:p>
            <a:pPr marL="114300" indent="0">
              <a:buNone/>
            </a:pPr>
            <a:endParaRPr lang="en-US" sz="1200" dirty="0"/>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p:txBody>
          <a:bodyPr/>
          <a:lstStyle/>
          <a:p>
            <a:pPr marL="114300" indent="0">
              <a:buNone/>
            </a:pPr>
            <a:r>
              <a:rPr lang="en-US" sz="1400" dirty="0"/>
              <a:t>If the song is paused there will be a pass condition which will not update anything the time status bar and the slider position will not be updated and will stand still.</a:t>
            </a:r>
          </a:p>
          <a:p>
            <a:pPr marL="114300" indent="0">
              <a:buNone/>
            </a:pPr>
            <a:endParaRPr lang="en-US" sz="1400" dirty="0"/>
          </a:p>
          <a:p>
            <a:pPr marL="114300" indent="0">
              <a:buNone/>
            </a:pPr>
            <a:r>
              <a:rPr lang="en-US" sz="1400" dirty="0"/>
              <a:t>If the position of the slider is same as the current time which is the case when the song is playing the slider position attribute ‘to’ is set to total length of song and the current position of slider is set to the current time.</a:t>
            </a:r>
          </a:p>
          <a:p>
            <a:pPr marL="114300" indent="0">
              <a:buNone/>
            </a:pPr>
            <a:endParaRPr lang="en-US" sz="1400" dirty="0"/>
          </a:p>
          <a:p>
            <a:pPr marL="114300" indent="0">
              <a:buNone/>
            </a:pPr>
            <a:r>
              <a:rPr lang="en-US" sz="1400" dirty="0"/>
              <a:t>In normal play this same thing happens along with config of time status bar.</a:t>
            </a:r>
          </a:p>
        </p:txBody>
      </p:sp>
    </p:spTree>
    <p:extLst>
      <p:ext uri="{BB962C8B-B14F-4D97-AF65-F5344CB8AC3E}">
        <p14:creationId xmlns:p14="http://schemas.microsoft.com/office/powerpoint/2010/main" val="43923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60"/>
        <p:cNvGrpSpPr/>
        <p:nvPr/>
      </p:nvGrpSpPr>
      <p:grpSpPr>
        <a:xfrm>
          <a:off x="0" y="0"/>
          <a:ext cx="0" cy="0"/>
          <a:chOff x="0" y="0"/>
          <a:chExt cx="0" cy="0"/>
        </a:xfrm>
      </p:grpSpPr>
      <p:sp>
        <p:nvSpPr>
          <p:cNvPr id="461" name="Google Shape;461;p46"/>
          <p:cNvSpPr/>
          <p:nvPr/>
        </p:nvSpPr>
        <p:spPr>
          <a:xfrm>
            <a:off x="5998300" y="13976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6"/>
          <p:cNvSpPr txBox="1">
            <a:spLocks noGrp="1"/>
          </p:cNvSpPr>
          <p:nvPr>
            <p:ph type="title"/>
          </p:nvPr>
        </p:nvSpPr>
        <p:spPr>
          <a:xfrm>
            <a:off x="503653" y="1302053"/>
            <a:ext cx="3440100" cy="955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900" dirty="0">
                <a:solidFill>
                  <a:schemeClr val="bg2">
                    <a:lumMod val="75000"/>
                  </a:schemeClr>
                </a:solidFill>
              </a:rPr>
              <a:t>05</a:t>
            </a:r>
            <a:endParaRPr sz="8900" dirty="0">
              <a:solidFill>
                <a:schemeClr val="bg2">
                  <a:lumMod val="75000"/>
                </a:schemeClr>
              </a:solidFill>
            </a:endParaRPr>
          </a:p>
        </p:txBody>
      </p:sp>
      <p:sp>
        <p:nvSpPr>
          <p:cNvPr id="463" name="Google Shape;463;p46"/>
          <p:cNvSpPr txBox="1">
            <a:spLocks noGrp="1"/>
          </p:cNvSpPr>
          <p:nvPr>
            <p:ph type="subTitle" idx="1"/>
          </p:nvPr>
        </p:nvSpPr>
        <p:spPr>
          <a:xfrm>
            <a:off x="502618" y="1996268"/>
            <a:ext cx="3116416" cy="239757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US" sz="5200" b="1" dirty="0">
                <a:latin typeface="El Messiri" panose="020B0604020202020204" charset="-78"/>
                <a:cs typeface="El Messiri" panose="020B0604020202020204" charset="-78"/>
              </a:rPr>
              <a:t>Album Cover Functions</a:t>
            </a:r>
            <a:endParaRPr sz="5200" b="1" dirty="0">
              <a:latin typeface="El Messiri" panose="020B0604020202020204" charset="-78"/>
              <a:cs typeface="El Messiri" panose="020B0604020202020204" charset="-78"/>
            </a:endParaRPr>
          </a:p>
        </p:txBody>
      </p:sp>
      <p:grpSp>
        <p:nvGrpSpPr>
          <p:cNvPr id="464" name="Google Shape;464;p46"/>
          <p:cNvGrpSpPr/>
          <p:nvPr/>
        </p:nvGrpSpPr>
        <p:grpSpPr>
          <a:xfrm flipH="1">
            <a:off x="7593625" y="2109154"/>
            <a:ext cx="1223892" cy="3034347"/>
            <a:chOff x="2330682" y="1468700"/>
            <a:chExt cx="824447" cy="2044019"/>
          </a:xfrm>
        </p:grpSpPr>
        <p:sp>
          <p:nvSpPr>
            <p:cNvPr id="465" name="Google Shape;465;p46"/>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6"/>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6"/>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46"/>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46"/>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46"/>
          <p:cNvGrpSpPr/>
          <p:nvPr/>
        </p:nvGrpSpPr>
        <p:grpSpPr>
          <a:xfrm>
            <a:off x="3824738" y="1651306"/>
            <a:ext cx="4244346" cy="2742532"/>
            <a:chOff x="4386213" y="1645831"/>
            <a:chExt cx="4244346" cy="2742532"/>
          </a:xfrm>
        </p:grpSpPr>
        <p:sp>
          <p:nvSpPr>
            <p:cNvPr id="471" name="Google Shape;471;p46"/>
            <p:cNvSpPr/>
            <p:nvPr/>
          </p:nvSpPr>
          <p:spPr>
            <a:xfrm>
              <a:off x="5144652" y="2056045"/>
              <a:ext cx="251952" cy="265192"/>
            </a:xfrm>
            <a:custGeom>
              <a:avLst/>
              <a:gdLst/>
              <a:ahLst/>
              <a:cxnLst/>
              <a:rect l="l" t="t" r="r" b="b"/>
              <a:pathLst>
                <a:path w="5747" h="6049" extrusionOk="0">
                  <a:moveTo>
                    <a:pt x="2117" y="0"/>
                  </a:moveTo>
                  <a:cubicBezTo>
                    <a:pt x="2087" y="0"/>
                    <a:pt x="2087" y="30"/>
                    <a:pt x="2057" y="30"/>
                  </a:cubicBezTo>
                  <a:cubicBezTo>
                    <a:pt x="1845" y="907"/>
                    <a:pt x="1815" y="1754"/>
                    <a:pt x="1301" y="2571"/>
                  </a:cubicBezTo>
                  <a:cubicBezTo>
                    <a:pt x="1089" y="2873"/>
                    <a:pt x="847" y="3115"/>
                    <a:pt x="575" y="3327"/>
                  </a:cubicBezTo>
                  <a:cubicBezTo>
                    <a:pt x="424" y="3478"/>
                    <a:pt x="242" y="3569"/>
                    <a:pt x="0" y="3629"/>
                  </a:cubicBezTo>
                  <a:cubicBezTo>
                    <a:pt x="363" y="4295"/>
                    <a:pt x="907" y="4869"/>
                    <a:pt x="1543" y="5323"/>
                  </a:cubicBezTo>
                  <a:cubicBezTo>
                    <a:pt x="2117" y="5716"/>
                    <a:pt x="2813" y="5988"/>
                    <a:pt x="3508" y="6049"/>
                  </a:cubicBezTo>
                  <a:cubicBezTo>
                    <a:pt x="3629" y="6049"/>
                    <a:pt x="5293" y="5867"/>
                    <a:pt x="5051" y="5565"/>
                  </a:cubicBezTo>
                  <a:cubicBezTo>
                    <a:pt x="4416" y="4718"/>
                    <a:pt x="4779" y="3992"/>
                    <a:pt x="5172" y="3085"/>
                  </a:cubicBezTo>
                  <a:cubicBezTo>
                    <a:pt x="5232" y="2934"/>
                    <a:pt x="5747" y="2087"/>
                    <a:pt x="5716" y="1996"/>
                  </a:cubicBezTo>
                  <a:lnTo>
                    <a:pt x="5656" y="1936"/>
                  </a:lnTo>
                  <a:cubicBezTo>
                    <a:pt x="5505" y="1815"/>
                    <a:pt x="5323" y="1815"/>
                    <a:pt x="5142" y="1815"/>
                  </a:cubicBezTo>
                  <a:cubicBezTo>
                    <a:pt x="4507" y="1784"/>
                    <a:pt x="3871" y="1603"/>
                    <a:pt x="3357" y="1210"/>
                  </a:cubicBezTo>
                  <a:cubicBezTo>
                    <a:pt x="3085" y="1028"/>
                    <a:pt x="2873" y="817"/>
                    <a:pt x="2662" y="605"/>
                  </a:cubicBezTo>
                  <a:cubicBezTo>
                    <a:pt x="2541" y="484"/>
                    <a:pt x="2299" y="30"/>
                    <a:pt x="211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6"/>
            <p:cNvSpPr/>
            <p:nvPr/>
          </p:nvSpPr>
          <p:spPr>
            <a:xfrm>
              <a:off x="7492875" y="2840832"/>
              <a:ext cx="1120436" cy="744020"/>
            </a:xfrm>
            <a:custGeom>
              <a:avLst/>
              <a:gdLst/>
              <a:ahLst/>
              <a:cxnLst/>
              <a:rect l="l" t="t" r="r" b="b"/>
              <a:pathLst>
                <a:path w="25557" h="16971" extrusionOk="0">
                  <a:moveTo>
                    <a:pt x="17006" y="0"/>
                  </a:moveTo>
                  <a:cubicBezTo>
                    <a:pt x="14097" y="0"/>
                    <a:pt x="10305" y="278"/>
                    <a:pt x="8952" y="3179"/>
                  </a:cubicBezTo>
                  <a:cubicBezTo>
                    <a:pt x="8287" y="4601"/>
                    <a:pt x="8227" y="6234"/>
                    <a:pt x="8136" y="7807"/>
                  </a:cubicBezTo>
                  <a:cubicBezTo>
                    <a:pt x="8075" y="9561"/>
                    <a:pt x="7954" y="11769"/>
                    <a:pt x="6926" y="13281"/>
                  </a:cubicBezTo>
                  <a:cubicBezTo>
                    <a:pt x="6110" y="14521"/>
                    <a:pt x="4416" y="14612"/>
                    <a:pt x="3085" y="14793"/>
                  </a:cubicBezTo>
                  <a:cubicBezTo>
                    <a:pt x="1966" y="14914"/>
                    <a:pt x="0" y="15126"/>
                    <a:pt x="121" y="16699"/>
                  </a:cubicBezTo>
                  <a:cubicBezTo>
                    <a:pt x="151" y="16789"/>
                    <a:pt x="151" y="16880"/>
                    <a:pt x="182" y="16971"/>
                  </a:cubicBezTo>
                  <a:lnTo>
                    <a:pt x="21322" y="16941"/>
                  </a:lnTo>
                  <a:cubicBezTo>
                    <a:pt x="25103" y="16941"/>
                    <a:pt x="25557" y="12253"/>
                    <a:pt x="25466" y="9470"/>
                  </a:cubicBezTo>
                  <a:cubicBezTo>
                    <a:pt x="25405" y="7988"/>
                    <a:pt x="25375" y="6536"/>
                    <a:pt x="25012" y="5115"/>
                  </a:cubicBezTo>
                  <a:cubicBezTo>
                    <a:pt x="24649" y="3694"/>
                    <a:pt x="23954" y="2333"/>
                    <a:pt x="22804" y="1425"/>
                  </a:cubicBezTo>
                  <a:cubicBezTo>
                    <a:pt x="21383" y="306"/>
                    <a:pt x="19447" y="4"/>
                    <a:pt x="17633" y="4"/>
                  </a:cubicBezTo>
                  <a:cubicBezTo>
                    <a:pt x="17429" y="2"/>
                    <a:pt x="17220" y="0"/>
                    <a:pt x="1700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6"/>
            <p:cNvSpPr/>
            <p:nvPr/>
          </p:nvSpPr>
          <p:spPr>
            <a:xfrm>
              <a:off x="7307211" y="3939385"/>
              <a:ext cx="352742" cy="414601"/>
            </a:xfrm>
            <a:custGeom>
              <a:avLst/>
              <a:gdLst/>
              <a:ahLst/>
              <a:cxnLst/>
              <a:rect l="l" t="t" r="r" b="b"/>
              <a:pathLst>
                <a:path w="8046" h="9457" extrusionOk="0">
                  <a:moveTo>
                    <a:pt x="4395" y="0"/>
                  </a:moveTo>
                  <a:cubicBezTo>
                    <a:pt x="4080" y="0"/>
                    <a:pt x="3779" y="98"/>
                    <a:pt x="3570" y="321"/>
                  </a:cubicBezTo>
                  <a:cubicBezTo>
                    <a:pt x="3358" y="502"/>
                    <a:pt x="3267" y="774"/>
                    <a:pt x="3177" y="1016"/>
                  </a:cubicBezTo>
                  <a:cubicBezTo>
                    <a:pt x="3056" y="1470"/>
                    <a:pt x="2995" y="1954"/>
                    <a:pt x="3177" y="2347"/>
                  </a:cubicBezTo>
                  <a:cubicBezTo>
                    <a:pt x="3751" y="3617"/>
                    <a:pt x="4144" y="4192"/>
                    <a:pt x="3207" y="5462"/>
                  </a:cubicBezTo>
                  <a:cubicBezTo>
                    <a:pt x="2541" y="6370"/>
                    <a:pt x="1574" y="7065"/>
                    <a:pt x="697" y="7761"/>
                  </a:cubicBezTo>
                  <a:cubicBezTo>
                    <a:pt x="364" y="8003"/>
                    <a:pt x="1" y="8335"/>
                    <a:pt x="31" y="8729"/>
                  </a:cubicBezTo>
                  <a:cubicBezTo>
                    <a:pt x="60" y="9161"/>
                    <a:pt x="502" y="9457"/>
                    <a:pt x="962" y="9457"/>
                  </a:cubicBezTo>
                  <a:cubicBezTo>
                    <a:pt x="985" y="9457"/>
                    <a:pt x="1007" y="9456"/>
                    <a:pt x="1029" y="9455"/>
                  </a:cubicBezTo>
                  <a:cubicBezTo>
                    <a:pt x="1483" y="9455"/>
                    <a:pt x="1906" y="9213"/>
                    <a:pt x="2299" y="9001"/>
                  </a:cubicBezTo>
                  <a:cubicBezTo>
                    <a:pt x="3539" y="8305"/>
                    <a:pt x="4780" y="7579"/>
                    <a:pt x="6020" y="6884"/>
                  </a:cubicBezTo>
                  <a:cubicBezTo>
                    <a:pt x="6171" y="6793"/>
                    <a:pt x="6322" y="6733"/>
                    <a:pt x="6473" y="6642"/>
                  </a:cubicBezTo>
                  <a:cubicBezTo>
                    <a:pt x="6806" y="6430"/>
                    <a:pt x="7139" y="6188"/>
                    <a:pt x="7411" y="5855"/>
                  </a:cubicBezTo>
                  <a:cubicBezTo>
                    <a:pt x="8046" y="5039"/>
                    <a:pt x="7502" y="3950"/>
                    <a:pt x="7078" y="3133"/>
                  </a:cubicBezTo>
                  <a:cubicBezTo>
                    <a:pt x="6624" y="2317"/>
                    <a:pt x="6261" y="1077"/>
                    <a:pt x="5536" y="442"/>
                  </a:cubicBezTo>
                  <a:cubicBezTo>
                    <a:pt x="5244" y="167"/>
                    <a:pt x="4807" y="0"/>
                    <a:pt x="439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6"/>
            <p:cNvSpPr/>
            <p:nvPr/>
          </p:nvSpPr>
          <p:spPr>
            <a:xfrm>
              <a:off x="6473235" y="4029039"/>
              <a:ext cx="476022" cy="282465"/>
            </a:xfrm>
            <a:custGeom>
              <a:avLst/>
              <a:gdLst/>
              <a:ahLst/>
              <a:cxnLst/>
              <a:rect l="l" t="t" r="r" b="b"/>
              <a:pathLst>
                <a:path w="10858" h="6443" extrusionOk="0">
                  <a:moveTo>
                    <a:pt x="9649" y="1"/>
                  </a:moveTo>
                  <a:cubicBezTo>
                    <a:pt x="8628" y="1"/>
                    <a:pt x="7720" y="1525"/>
                    <a:pt x="7047" y="2087"/>
                  </a:cubicBezTo>
                  <a:cubicBezTo>
                    <a:pt x="6775" y="2328"/>
                    <a:pt x="6472" y="2540"/>
                    <a:pt x="6140" y="2661"/>
                  </a:cubicBezTo>
                  <a:cubicBezTo>
                    <a:pt x="5922" y="2728"/>
                    <a:pt x="5696" y="2749"/>
                    <a:pt x="5470" y="2749"/>
                  </a:cubicBezTo>
                  <a:cubicBezTo>
                    <a:pt x="5288" y="2749"/>
                    <a:pt x="5106" y="2735"/>
                    <a:pt x="4930" y="2722"/>
                  </a:cubicBezTo>
                  <a:cubicBezTo>
                    <a:pt x="4554" y="2711"/>
                    <a:pt x="4181" y="2704"/>
                    <a:pt x="3810" y="2704"/>
                  </a:cubicBezTo>
                  <a:cubicBezTo>
                    <a:pt x="3167" y="2704"/>
                    <a:pt x="2527" y="2725"/>
                    <a:pt x="1875" y="2782"/>
                  </a:cubicBezTo>
                  <a:cubicBezTo>
                    <a:pt x="635" y="2873"/>
                    <a:pt x="0" y="3871"/>
                    <a:pt x="1301" y="4657"/>
                  </a:cubicBezTo>
                  <a:cubicBezTo>
                    <a:pt x="1694" y="4899"/>
                    <a:pt x="2147" y="5020"/>
                    <a:pt x="2631" y="5111"/>
                  </a:cubicBezTo>
                  <a:cubicBezTo>
                    <a:pt x="4174" y="5504"/>
                    <a:pt x="5747" y="5897"/>
                    <a:pt x="7289" y="6290"/>
                  </a:cubicBezTo>
                  <a:cubicBezTo>
                    <a:pt x="7622" y="6374"/>
                    <a:pt x="7913" y="6443"/>
                    <a:pt x="8169" y="6443"/>
                  </a:cubicBezTo>
                  <a:cubicBezTo>
                    <a:pt x="8564" y="6443"/>
                    <a:pt x="8877" y="6278"/>
                    <a:pt x="9134" y="5746"/>
                  </a:cubicBezTo>
                  <a:cubicBezTo>
                    <a:pt x="9315" y="5444"/>
                    <a:pt x="9406" y="5111"/>
                    <a:pt x="9527" y="4808"/>
                  </a:cubicBezTo>
                  <a:cubicBezTo>
                    <a:pt x="10041" y="3750"/>
                    <a:pt x="10858" y="2359"/>
                    <a:pt x="10737" y="1119"/>
                  </a:cubicBezTo>
                  <a:cubicBezTo>
                    <a:pt x="10676" y="635"/>
                    <a:pt x="10374" y="151"/>
                    <a:pt x="9890" y="30"/>
                  </a:cubicBezTo>
                  <a:cubicBezTo>
                    <a:pt x="9809" y="10"/>
                    <a:pt x="9729" y="1"/>
                    <a:pt x="964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6"/>
            <p:cNvSpPr/>
            <p:nvPr/>
          </p:nvSpPr>
          <p:spPr>
            <a:xfrm>
              <a:off x="7110981" y="3095370"/>
              <a:ext cx="535733" cy="982338"/>
            </a:xfrm>
            <a:custGeom>
              <a:avLst/>
              <a:gdLst/>
              <a:ahLst/>
              <a:cxnLst/>
              <a:rect l="l" t="t" r="r" b="b"/>
              <a:pathLst>
                <a:path w="12220" h="22407" extrusionOk="0">
                  <a:moveTo>
                    <a:pt x="3084" y="0"/>
                  </a:moveTo>
                  <a:cubicBezTo>
                    <a:pt x="2065" y="0"/>
                    <a:pt x="1093" y="405"/>
                    <a:pt x="606" y="1366"/>
                  </a:cubicBezTo>
                  <a:cubicBezTo>
                    <a:pt x="1" y="2575"/>
                    <a:pt x="152" y="3967"/>
                    <a:pt x="424" y="5267"/>
                  </a:cubicBezTo>
                  <a:cubicBezTo>
                    <a:pt x="1180" y="9108"/>
                    <a:pt x="2723" y="12707"/>
                    <a:pt x="4114" y="16337"/>
                  </a:cubicBezTo>
                  <a:cubicBezTo>
                    <a:pt x="4840" y="18302"/>
                    <a:pt x="5263" y="20934"/>
                    <a:pt x="6836" y="21962"/>
                  </a:cubicBezTo>
                  <a:cubicBezTo>
                    <a:pt x="7265" y="22242"/>
                    <a:pt x="7775" y="22407"/>
                    <a:pt x="8393" y="22407"/>
                  </a:cubicBezTo>
                  <a:cubicBezTo>
                    <a:pt x="8778" y="22407"/>
                    <a:pt x="9204" y="22343"/>
                    <a:pt x="9679" y="22204"/>
                  </a:cubicBezTo>
                  <a:cubicBezTo>
                    <a:pt x="10798" y="21902"/>
                    <a:pt x="11796" y="20934"/>
                    <a:pt x="11978" y="19784"/>
                  </a:cubicBezTo>
                  <a:cubicBezTo>
                    <a:pt x="12219" y="18212"/>
                    <a:pt x="11312" y="16306"/>
                    <a:pt x="10949" y="14794"/>
                  </a:cubicBezTo>
                  <a:cubicBezTo>
                    <a:pt x="10496" y="12949"/>
                    <a:pt x="10012" y="11135"/>
                    <a:pt x="9528" y="9290"/>
                  </a:cubicBezTo>
                  <a:cubicBezTo>
                    <a:pt x="8862" y="6749"/>
                    <a:pt x="7804" y="3150"/>
                    <a:pt x="5929" y="1154"/>
                  </a:cubicBezTo>
                  <a:cubicBezTo>
                    <a:pt x="5264" y="443"/>
                    <a:pt x="4148" y="0"/>
                    <a:pt x="308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46"/>
            <p:cNvSpPr/>
            <p:nvPr/>
          </p:nvSpPr>
          <p:spPr>
            <a:xfrm>
              <a:off x="6962494" y="2334300"/>
              <a:ext cx="304999" cy="174574"/>
            </a:xfrm>
            <a:custGeom>
              <a:avLst/>
              <a:gdLst/>
              <a:ahLst/>
              <a:cxnLst/>
              <a:rect l="l" t="t" r="r" b="b"/>
              <a:pathLst>
                <a:path w="6957" h="3982" extrusionOk="0">
                  <a:moveTo>
                    <a:pt x="2778" y="0"/>
                  </a:moveTo>
                  <a:cubicBezTo>
                    <a:pt x="2760" y="0"/>
                    <a:pt x="2741" y="2"/>
                    <a:pt x="2722" y="4"/>
                  </a:cubicBezTo>
                  <a:cubicBezTo>
                    <a:pt x="2692" y="35"/>
                    <a:pt x="2632" y="65"/>
                    <a:pt x="2632" y="95"/>
                  </a:cubicBezTo>
                  <a:cubicBezTo>
                    <a:pt x="2662" y="125"/>
                    <a:pt x="2662" y="125"/>
                    <a:pt x="2662" y="156"/>
                  </a:cubicBezTo>
                  <a:cubicBezTo>
                    <a:pt x="2722" y="216"/>
                    <a:pt x="2813" y="307"/>
                    <a:pt x="2874" y="367"/>
                  </a:cubicBezTo>
                  <a:cubicBezTo>
                    <a:pt x="2934" y="458"/>
                    <a:pt x="2995" y="549"/>
                    <a:pt x="2995" y="639"/>
                  </a:cubicBezTo>
                  <a:cubicBezTo>
                    <a:pt x="2970" y="772"/>
                    <a:pt x="2851" y="813"/>
                    <a:pt x="2704" y="813"/>
                  </a:cubicBezTo>
                  <a:cubicBezTo>
                    <a:pt x="2481" y="813"/>
                    <a:pt x="2196" y="718"/>
                    <a:pt x="2087" y="700"/>
                  </a:cubicBezTo>
                  <a:cubicBezTo>
                    <a:pt x="1664" y="639"/>
                    <a:pt x="1210" y="579"/>
                    <a:pt x="756" y="488"/>
                  </a:cubicBezTo>
                  <a:cubicBezTo>
                    <a:pt x="662" y="467"/>
                    <a:pt x="561" y="450"/>
                    <a:pt x="465" y="450"/>
                  </a:cubicBezTo>
                  <a:cubicBezTo>
                    <a:pt x="283" y="450"/>
                    <a:pt x="120" y="512"/>
                    <a:pt x="61" y="730"/>
                  </a:cubicBezTo>
                  <a:cubicBezTo>
                    <a:pt x="0" y="942"/>
                    <a:pt x="91" y="1154"/>
                    <a:pt x="212" y="1335"/>
                  </a:cubicBezTo>
                  <a:cubicBezTo>
                    <a:pt x="605" y="1849"/>
                    <a:pt x="1301" y="2061"/>
                    <a:pt x="1966" y="2152"/>
                  </a:cubicBezTo>
                  <a:cubicBezTo>
                    <a:pt x="2511" y="2242"/>
                    <a:pt x="3055" y="2273"/>
                    <a:pt x="3569" y="2484"/>
                  </a:cubicBezTo>
                  <a:cubicBezTo>
                    <a:pt x="3660" y="2515"/>
                    <a:pt x="3751" y="2575"/>
                    <a:pt x="3872" y="2636"/>
                  </a:cubicBezTo>
                  <a:cubicBezTo>
                    <a:pt x="4235" y="2817"/>
                    <a:pt x="4537" y="3089"/>
                    <a:pt x="4870" y="3301"/>
                  </a:cubicBezTo>
                  <a:cubicBezTo>
                    <a:pt x="5233" y="3573"/>
                    <a:pt x="5656" y="3845"/>
                    <a:pt x="6079" y="3966"/>
                  </a:cubicBezTo>
                  <a:cubicBezTo>
                    <a:pt x="6120" y="3977"/>
                    <a:pt x="6162" y="3981"/>
                    <a:pt x="6202" y="3981"/>
                  </a:cubicBezTo>
                  <a:cubicBezTo>
                    <a:pt x="6521" y="3981"/>
                    <a:pt x="6816" y="3683"/>
                    <a:pt x="6896" y="3361"/>
                  </a:cubicBezTo>
                  <a:cubicBezTo>
                    <a:pt x="6957" y="3089"/>
                    <a:pt x="6866" y="2787"/>
                    <a:pt x="6715" y="2575"/>
                  </a:cubicBezTo>
                  <a:cubicBezTo>
                    <a:pt x="6563" y="2333"/>
                    <a:pt x="6352" y="2152"/>
                    <a:pt x="6110" y="2000"/>
                  </a:cubicBezTo>
                  <a:cubicBezTo>
                    <a:pt x="5777" y="1759"/>
                    <a:pt x="5384" y="1577"/>
                    <a:pt x="5051" y="1365"/>
                  </a:cubicBezTo>
                  <a:cubicBezTo>
                    <a:pt x="4658" y="1123"/>
                    <a:pt x="4295" y="791"/>
                    <a:pt x="3902" y="519"/>
                  </a:cubicBezTo>
                  <a:cubicBezTo>
                    <a:pt x="3690" y="398"/>
                    <a:pt x="3509" y="307"/>
                    <a:pt x="3297" y="216"/>
                  </a:cubicBezTo>
                  <a:cubicBezTo>
                    <a:pt x="3132" y="133"/>
                    <a:pt x="2966" y="0"/>
                    <a:pt x="277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46"/>
            <p:cNvSpPr/>
            <p:nvPr/>
          </p:nvSpPr>
          <p:spPr>
            <a:xfrm>
              <a:off x="7425229" y="2184936"/>
              <a:ext cx="461467" cy="553664"/>
            </a:xfrm>
            <a:custGeom>
              <a:avLst/>
              <a:gdLst/>
              <a:ahLst/>
              <a:cxnLst/>
              <a:rect l="l" t="t" r="r" b="b"/>
              <a:pathLst>
                <a:path w="10526" h="12629" extrusionOk="0">
                  <a:moveTo>
                    <a:pt x="9201" y="0"/>
                  </a:moveTo>
                  <a:cubicBezTo>
                    <a:pt x="8436" y="0"/>
                    <a:pt x="7522" y="360"/>
                    <a:pt x="7048" y="659"/>
                  </a:cubicBezTo>
                  <a:cubicBezTo>
                    <a:pt x="6775" y="810"/>
                    <a:pt x="6533" y="1052"/>
                    <a:pt x="6291" y="1264"/>
                  </a:cubicBezTo>
                  <a:cubicBezTo>
                    <a:pt x="5475" y="2020"/>
                    <a:pt x="4870" y="3230"/>
                    <a:pt x="4295" y="4198"/>
                  </a:cubicBezTo>
                  <a:cubicBezTo>
                    <a:pt x="3811" y="5045"/>
                    <a:pt x="3328" y="5891"/>
                    <a:pt x="2783" y="6708"/>
                  </a:cubicBezTo>
                  <a:cubicBezTo>
                    <a:pt x="2602" y="6950"/>
                    <a:pt x="2420" y="7222"/>
                    <a:pt x="2208" y="7464"/>
                  </a:cubicBezTo>
                  <a:cubicBezTo>
                    <a:pt x="1483" y="8371"/>
                    <a:pt x="303" y="9128"/>
                    <a:pt x="91" y="10307"/>
                  </a:cubicBezTo>
                  <a:cubicBezTo>
                    <a:pt x="1" y="10912"/>
                    <a:pt x="938" y="11759"/>
                    <a:pt x="1392" y="12122"/>
                  </a:cubicBezTo>
                  <a:cubicBezTo>
                    <a:pt x="1811" y="12482"/>
                    <a:pt x="2207" y="12629"/>
                    <a:pt x="2584" y="12629"/>
                  </a:cubicBezTo>
                  <a:cubicBezTo>
                    <a:pt x="3570" y="12629"/>
                    <a:pt x="4432" y="11630"/>
                    <a:pt x="5263" y="10821"/>
                  </a:cubicBezTo>
                  <a:cubicBezTo>
                    <a:pt x="6473" y="9611"/>
                    <a:pt x="7350" y="8129"/>
                    <a:pt x="8227" y="6678"/>
                  </a:cubicBezTo>
                  <a:cubicBezTo>
                    <a:pt x="8257" y="6617"/>
                    <a:pt x="8318" y="6587"/>
                    <a:pt x="8348" y="6527"/>
                  </a:cubicBezTo>
                  <a:cubicBezTo>
                    <a:pt x="9255" y="5045"/>
                    <a:pt x="10163" y="3502"/>
                    <a:pt x="10435" y="1778"/>
                  </a:cubicBezTo>
                  <a:cubicBezTo>
                    <a:pt x="10495" y="1445"/>
                    <a:pt x="10526" y="1052"/>
                    <a:pt x="10405" y="720"/>
                  </a:cubicBezTo>
                  <a:cubicBezTo>
                    <a:pt x="10227" y="187"/>
                    <a:pt x="9753" y="0"/>
                    <a:pt x="920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6"/>
            <p:cNvSpPr/>
            <p:nvPr/>
          </p:nvSpPr>
          <p:spPr>
            <a:xfrm>
              <a:off x="7718259" y="2894011"/>
              <a:ext cx="44" cy="2674"/>
            </a:xfrm>
            <a:custGeom>
              <a:avLst/>
              <a:gdLst/>
              <a:ahLst/>
              <a:cxnLst/>
              <a:rect l="l" t="t" r="r" b="b"/>
              <a:pathLst>
                <a:path w="1" h="61" extrusionOk="0">
                  <a:moveTo>
                    <a:pt x="1" y="61"/>
                  </a:moveTo>
                  <a:lnTo>
                    <a:pt x="1" y="61"/>
                  </a:lnTo>
                  <a:lnTo>
                    <a:pt x="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46"/>
            <p:cNvSpPr/>
            <p:nvPr/>
          </p:nvSpPr>
          <p:spPr>
            <a:xfrm>
              <a:off x="7833603" y="2338465"/>
              <a:ext cx="2718" cy="10653"/>
            </a:xfrm>
            <a:custGeom>
              <a:avLst/>
              <a:gdLst/>
              <a:ahLst/>
              <a:cxnLst/>
              <a:rect l="l" t="t" r="r" b="b"/>
              <a:pathLst>
                <a:path w="62" h="243" extrusionOk="0">
                  <a:moveTo>
                    <a:pt x="61" y="0"/>
                  </a:moveTo>
                  <a:lnTo>
                    <a:pt x="1" y="242"/>
                  </a:lnTo>
                  <a:lnTo>
                    <a:pt x="1" y="242"/>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46"/>
            <p:cNvSpPr/>
            <p:nvPr/>
          </p:nvSpPr>
          <p:spPr>
            <a:xfrm>
              <a:off x="7718259" y="2886076"/>
              <a:ext cx="1359" cy="7979"/>
            </a:xfrm>
            <a:custGeom>
              <a:avLst/>
              <a:gdLst/>
              <a:ahLst/>
              <a:cxnLst/>
              <a:rect l="l" t="t" r="r" b="b"/>
              <a:pathLst>
                <a:path w="31" h="182" extrusionOk="0">
                  <a:moveTo>
                    <a:pt x="31" y="0"/>
                  </a:moveTo>
                  <a:lnTo>
                    <a:pt x="1" y="181"/>
                  </a:lnTo>
                  <a:cubicBezTo>
                    <a:pt x="31" y="151"/>
                    <a:pt x="31" y="91"/>
                    <a:pt x="31" y="60"/>
                  </a:cubicBezTo>
                  <a:lnTo>
                    <a:pt x="3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46"/>
            <p:cNvSpPr/>
            <p:nvPr/>
          </p:nvSpPr>
          <p:spPr>
            <a:xfrm>
              <a:off x="7121591" y="2963936"/>
              <a:ext cx="916270" cy="389700"/>
            </a:xfrm>
            <a:custGeom>
              <a:avLst/>
              <a:gdLst/>
              <a:ahLst/>
              <a:cxnLst/>
              <a:rect l="l" t="t" r="r" b="b"/>
              <a:pathLst>
                <a:path w="20900" h="8889" extrusionOk="0">
                  <a:moveTo>
                    <a:pt x="15517" y="1"/>
                  </a:moveTo>
                  <a:cubicBezTo>
                    <a:pt x="15177" y="1"/>
                    <a:pt x="14832" y="18"/>
                    <a:pt x="14488" y="39"/>
                  </a:cubicBezTo>
                  <a:cubicBezTo>
                    <a:pt x="10737" y="311"/>
                    <a:pt x="6715" y="402"/>
                    <a:pt x="3207" y="1884"/>
                  </a:cubicBezTo>
                  <a:cubicBezTo>
                    <a:pt x="1997" y="2398"/>
                    <a:pt x="787" y="3366"/>
                    <a:pt x="243" y="4606"/>
                  </a:cubicBezTo>
                  <a:cubicBezTo>
                    <a:pt x="122" y="4908"/>
                    <a:pt x="61" y="5210"/>
                    <a:pt x="31" y="5543"/>
                  </a:cubicBezTo>
                  <a:cubicBezTo>
                    <a:pt x="1" y="6662"/>
                    <a:pt x="545" y="7842"/>
                    <a:pt x="1422" y="8447"/>
                  </a:cubicBezTo>
                  <a:cubicBezTo>
                    <a:pt x="2000" y="8808"/>
                    <a:pt x="2708" y="8889"/>
                    <a:pt x="3416" y="8889"/>
                  </a:cubicBezTo>
                  <a:cubicBezTo>
                    <a:pt x="3893" y="8889"/>
                    <a:pt x="4371" y="8852"/>
                    <a:pt x="4810" y="8840"/>
                  </a:cubicBezTo>
                  <a:cubicBezTo>
                    <a:pt x="6171" y="8840"/>
                    <a:pt x="7532" y="8689"/>
                    <a:pt x="8893" y="8689"/>
                  </a:cubicBezTo>
                  <a:lnTo>
                    <a:pt x="17512" y="8628"/>
                  </a:lnTo>
                  <a:lnTo>
                    <a:pt x="17633" y="8628"/>
                  </a:lnTo>
                  <a:cubicBezTo>
                    <a:pt x="19569" y="8568"/>
                    <a:pt x="20779" y="6723"/>
                    <a:pt x="20839" y="4938"/>
                  </a:cubicBezTo>
                  <a:cubicBezTo>
                    <a:pt x="20900" y="3093"/>
                    <a:pt x="19085" y="916"/>
                    <a:pt x="17391" y="281"/>
                  </a:cubicBezTo>
                  <a:cubicBezTo>
                    <a:pt x="16797" y="63"/>
                    <a:pt x="16164" y="1"/>
                    <a:pt x="1551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46"/>
            <p:cNvSpPr/>
            <p:nvPr/>
          </p:nvSpPr>
          <p:spPr>
            <a:xfrm>
              <a:off x="7678495" y="2174678"/>
              <a:ext cx="637794" cy="924906"/>
            </a:xfrm>
            <a:custGeom>
              <a:avLst/>
              <a:gdLst/>
              <a:ahLst/>
              <a:cxnLst/>
              <a:rect l="l" t="t" r="r" b="b"/>
              <a:pathLst>
                <a:path w="14548" h="21097" extrusionOk="0">
                  <a:moveTo>
                    <a:pt x="5189" y="0"/>
                  </a:moveTo>
                  <a:cubicBezTo>
                    <a:pt x="4911" y="0"/>
                    <a:pt x="4633" y="6"/>
                    <a:pt x="4356" y="16"/>
                  </a:cubicBezTo>
                  <a:cubicBezTo>
                    <a:pt x="2632" y="77"/>
                    <a:pt x="726" y="318"/>
                    <a:pt x="394" y="2315"/>
                  </a:cubicBezTo>
                  <a:lnTo>
                    <a:pt x="394" y="2436"/>
                  </a:lnTo>
                  <a:cubicBezTo>
                    <a:pt x="0" y="5853"/>
                    <a:pt x="545" y="9271"/>
                    <a:pt x="1119" y="12628"/>
                  </a:cubicBezTo>
                  <a:cubicBezTo>
                    <a:pt x="1331" y="13959"/>
                    <a:pt x="1271" y="15168"/>
                    <a:pt x="1543" y="16469"/>
                  </a:cubicBezTo>
                  <a:cubicBezTo>
                    <a:pt x="1664" y="17165"/>
                    <a:pt x="1664" y="17860"/>
                    <a:pt x="1694" y="18556"/>
                  </a:cubicBezTo>
                  <a:cubicBezTo>
                    <a:pt x="1694" y="18949"/>
                    <a:pt x="1634" y="19463"/>
                    <a:pt x="1906" y="19826"/>
                  </a:cubicBezTo>
                  <a:cubicBezTo>
                    <a:pt x="2390" y="20491"/>
                    <a:pt x="3630" y="20431"/>
                    <a:pt x="4386" y="20552"/>
                  </a:cubicBezTo>
                  <a:cubicBezTo>
                    <a:pt x="5777" y="20764"/>
                    <a:pt x="7199" y="20824"/>
                    <a:pt x="8620" y="20915"/>
                  </a:cubicBezTo>
                  <a:cubicBezTo>
                    <a:pt x="10404" y="21006"/>
                    <a:pt x="12159" y="21006"/>
                    <a:pt x="13943" y="21096"/>
                  </a:cubicBezTo>
                  <a:cubicBezTo>
                    <a:pt x="13762" y="17497"/>
                    <a:pt x="13701" y="13898"/>
                    <a:pt x="13731" y="10329"/>
                  </a:cubicBezTo>
                  <a:cubicBezTo>
                    <a:pt x="13731" y="8454"/>
                    <a:pt x="14548" y="6216"/>
                    <a:pt x="13641" y="4401"/>
                  </a:cubicBezTo>
                  <a:cubicBezTo>
                    <a:pt x="12764" y="2708"/>
                    <a:pt x="11100" y="1347"/>
                    <a:pt x="9316" y="651"/>
                  </a:cubicBezTo>
                  <a:cubicBezTo>
                    <a:pt x="7980" y="147"/>
                    <a:pt x="6581" y="0"/>
                    <a:pt x="518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46"/>
            <p:cNvSpPr/>
            <p:nvPr/>
          </p:nvSpPr>
          <p:spPr>
            <a:xfrm>
              <a:off x="7117601" y="3070337"/>
              <a:ext cx="1206670" cy="526132"/>
            </a:xfrm>
            <a:custGeom>
              <a:avLst/>
              <a:gdLst/>
              <a:ahLst/>
              <a:cxnLst/>
              <a:rect l="l" t="t" r="r" b="b"/>
              <a:pathLst>
                <a:path w="27524" h="12001" extrusionOk="0">
                  <a:moveTo>
                    <a:pt x="20444" y="1"/>
                  </a:moveTo>
                  <a:cubicBezTo>
                    <a:pt x="18537" y="1"/>
                    <a:pt x="16634" y="381"/>
                    <a:pt x="14851" y="1090"/>
                  </a:cubicBezTo>
                  <a:cubicBezTo>
                    <a:pt x="13671" y="1543"/>
                    <a:pt x="4961" y="3661"/>
                    <a:pt x="2814" y="5112"/>
                  </a:cubicBezTo>
                  <a:cubicBezTo>
                    <a:pt x="999" y="6322"/>
                    <a:pt x="1" y="7925"/>
                    <a:pt x="394" y="9649"/>
                  </a:cubicBezTo>
                  <a:cubicBezTo>
                    <a:pt x="699" y="11116"/>
                    <a:pt x="1789" y="12001"/>
                    <a:pt x="3177" y="12001"/>
                  </a:cubicBezTo>
                  <a:cubicBezTo>
                    <a:pt x="3306" y="12001"/>
                    <a:pt x="3437" y="11993"/>
                    <a:pt x="3570" y="11978"/>
                  </a:cubicBezTo>
                  <a:cubicBezTo>
                    <a:pt x="3691" y="11978"/>
                    <a:pt x="3781" y="11947"/>
                    <a:pt x="3902" y="11917"/>
                  </a:cubicBezTo>
                  <a:cubicBezTo>
                    <a:pt x="3933" y="11917"/>
                    <a:pt x="3963" y="11887"/>
                    <a:pt x="4023" y="11887"/>
                  </a:cubicBezTo>
                  <a:cubicBezTo>
                    <a:pt x="4810" y="11675"/>
                    <a:pt x="5657" y="11675"/>
                    <a:pt x="6473" y="11494"/>
                  </a:cubicBezTo>
                  <a:cubicBezTo>
                    <a:pt x="7804" y="11191"/>
                    <a:pt x="9135" y="10949"/>
                    <a:pt x="10496" y="10738"/>
                  </a:cubicBezTo>
                  <a:cubicBezTo>
                    <a:pt x="11494" y="10586"/>
                    <a:pt x="12522" y="10435"/>
                    <a:pt x="13520" y="10345"/>
                  </a:cubicBezTo>
                  <a:cubicBezTo>
                    <a:pt x="16272" y="10133"/>
                    <a:pt x="19055" y="10345"/>
                    <a:pt x="21716" y="9740"/>
                  </a:cubicBezTo>
                  <a:cubicBezTo>
                    <a:pt x="22624" y="9498"/>
                    <a:pt x="23319" y="9165"/>
                    <a:pt x="23864" y="8409"/>
                  </a:cubicBezTo>
                  <a:cubicBezTo>
                    <a:pt x="24317" y="7774"/>
                    <a:pt x="24983" y="7713"/>
                    <a:pt x="25618" y="7260"/>
                  </a:cubicBezTo>
                  <a:cubicBezTo>
                    <a:pt x="26888" y="6352"/>
                    <a:pt x="27523" y="4689"/>
                    <a:pt x="27191" y="3146"/>
                  </a:cubicBezTo>
                  <a:cubicBezTo>
                    <a:pt x="26646" y="757"/>
                    <a:pt x="24438" y="394"/>
                    <a:pt x="22291" y="122"/>
                  </a:cubicBezTo>
                  <a:cubicBezTo>
                    <a:pt x="21678" y="41"/>
                    <a:pt x="21061" y="1"/>
                    <a:pt x="2044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46"/>
            <p:cNvSpPr/>
            <p:nvPr/>
          </p:nvSpPr>
          <p:spPr>
            <a:xfrm>
              <a:off x="6755655" y="3237325"/>
              <a:ext cx="755813" cy="930956"/>
            </a:xfrm>
            <a:custGeom>
              <a:avLst/>
              <a:gdLst/>
              <a:ahLst/>
              <a:cxnLst/>
              <a:rect l="l" t="t" r="r" b="b"/>
              <a:pathLst>
                <a:path w="17240" h="21235" extrusionOk="0">
                  <a:moveTo>
                    <a:pt x="14831" y="0"/>
                  </a:moveTo>
                  <a:cubicBezTo>
                    <a:pt x="14522" y="0"/>
                    <a:pt x="14018" y="249"/>
                    <a:pt x="13731" y="335"/>
                  </a:cubicBezTo>
                  <a:cubicBezTo>
                    <a:pt x="13610" y="366"/>
                    <a:pt x="13519" y="396"/>
                    <a:pt x="13398" y="426"/>
                  </a:cubicBezTo>
                  <a:cubicBezTo>
                    <a:pt x="11947" y="880"/>
                    <a:pt x="10465" y="1485"/>
                    <a:pt x="9315" y="2513"/>
                  </a:cubicBezTo>
                  <a:cubicBezTo>
                    <a:pt x="8892" y="2906"/>
                    <a:pt x="8499" y="3330"/>
                    <a:pt x="8136" y="3783"/>
                  </a:cubicBezTo>
                  <a:cubicBezTo>
                    <a:pt x="6926" y="5326"/>
                    <a:pt x="5928" y="7019"/>
                    <a:pt x="4900" y="8683"/>
                  </a:cubicBezTo>
                  <a:cubicBezTo>
                    <a:pt x="3811" y="10377"/>
                    <a:pt x="2934" y="12221"/>
                    <a:pt x="1845" y="13945"/>
                  </a:cubicBezTo>
                  <a:cubicBezTo>
                    <a:pt x="908" y="15427"/>
                    <a:pt x="0" y="17061"/>
                    <a:pt x="151" y="18785"/>
                  </a:cubicBezTo>
                  <a:cubicBezTo>
                    <a:pt x="182" y="19117"/>
                    <a:pt x="272" y="19420"/>
                    <a:pt x="484" y="19662"/>
                  </a:cubicBezTo>
                  <a:cubicBezTo>
                    <a:pt x="635" y="19843"/>
                    <a:pt x="877" y="19934"/>
                    <a:pt x="1089" y="20025"/>
                  </a:cubicBezTo>
                  <a:cubicBezTo>
                    <a:pt x="1875" y="20327"/>
                    <a:pt x="2662" y="20629"/>
                    <a:pt x="3418" y="20932"/>
                  </a:cubicBezTo>
                  <a:cubicBezTo>
                    <a:pt x="3839" y="21103"/>
                    <a:pt x="4372" y="21235"/>
                    <a:pt x="4890" y="21235"/>
                  </a:cubicBezTo>
                  <a:cubicBezTo>
                    <a:pt x="5376" y="21235"/>
                    <a:pt x="5849" y="21119"/>
                    <a:pt x="6200" y="20811"/>
                  </a:cubicBezTo>
                  <a:cubicBezTo>
                    <a:pt x="6654" y="20387"/>
                    <a:pt x="6896" y="19813"/>
                    <a:pt x="7168" y="19238"/>
                  </a:cubicBezTo>
                  <a:cubicBezTo>
                    <a:pt x="8559" y="16123"/>
                    <a:pt x="10132" y="13038"/>
                    <a:pt x="12098" y="10225"/>
                  </a:cubicBezTo>
                  <a:cubicBezTo>
                    <a:pt x="12673" y="9439"/>
                    <a:pt x="13278" y="8622"/>
                    <a:pt x="14124" y="8138"/>
                  </a:cubicBezTo>
                  <a:cubicBezTo>
                    <a:pt x="14880" y="7715"/>
                    <a:pt x="16000" y="7564"/>
                    <a:pt x="16574" y="6868"/>
                  </a:cubicBezTo>
                  <a:cubicBezTo>
                    <a:pt x="17119" y="6203"/>
                    <a:pt x="17209" y="4993"/>
                    <a:pt x="17240" y="4176"/>
                  </a:cubicBezTo>
                  <a:cubicBezTo>
                    <a:pt x="17240" y="3935"/>
                    <a:pt x="17240" y="3693"/>
                    <a:pt x="17179" y="3451"/>
                  </a:cubicBezTo>
                  <a:cubicBezTo>
                    <a:pt x="17119" y="2936"/>
                    <a:pt x="16846" y="2604"/>
                    <a:pt x="16604" y="2180"/>
                  </a:cubicBezTo>
                  <a:cubicBezTo>
                    <a:pt x="16302" y="1606"/>
                    <a:pt x="16030" y="1031"/>
                    <a:pt x="15606" y="547"/>
                  </a:cubicBezTo>
                  <a:cubicBezTo>
                    <a:pt x="15455" y="335"/>
                    <a:pt x="15153" y="33"/>
                    <a:pt x="14880" y="3"/>
                  </a:cubicBezTo>
                  <a:cubicBezTo>
                    <a:pt x="14865" y="1"/>
                    <a:pt x="14848" y="0"/>
                    <a:pt x="14831"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46"/>
            <p:cNvSpPr/>
            <p:nvPr/>
          </p:nvSpPr>
          <p:spPr>
            <a:xfrm>
              <a:off x="7768631" y="1992784"/>
              <a:ext cx="277204" cy="322755"/>
            </a:xfrm>
            <a:custGeom>
              <a:avLst/>
              <a:gdLst/>
              <a:ahLst/>
              <a:cxnLst/>
              <a:rect l="l" t="t" r="r" b="b"/>
              <a:pathLst>
                <a:path w="6323" h="7362" extrusionOk="0">
                  <a:moveTo>
                    <a:pt x="2996" y="0"/>
                  </a:moveTo>
                  <a:cubicBezTo>
                    <a:pt x="2885" y="0"/>
                    <a:pt x="2781" y="8"/>
                    <a:pt x="2693" y="22"/>
                  </a:cubicBezTo>
                  <a:cubicBezTo>
                    <a:pt x="2148" y="143"/>
                    <a:pt x="1634" y="415"/>
                    <a:pt x="1362" y="899"/>
                  </a:cubicBezTo>
                  <a:cubicBezTo>
                    <a:pt x="1060" y="1383"/>
                    <a:pt x="1060" y="1957"/>
                    <a:pt x="1120" y="2471"/>
                  </a:cubicBezTo>
                  <a:cubicBezTo>
                    <a:pt x="1150" y="2925"/>
                    <a:pt x="1392" y="3530"/>
                    <a:pt x="1181" y="3984"/>
                  </a:cubicBezTo>
                  <a:cubicBezTo>
                    <a:pt x="1060" y="4286"/>
                    <a:pt x="485" y="4377"/>
                    <a:pt x="152" y="4437"/>
                  </a:cubicBezTo>
                  <a:cubicBezTo>
                    <a:pt x="92" y="4437"/>
                    <a:pt x="1" y="4498"/>
                    <a:pt x="31" y="4558"/>
                  </a:cubicBezTo>
                  <a:cubicBezTo>
                    <a:pt x="182" y="5103"/>
                    <a:pt x="424" y="5647"/>
                    <a:pt x="757" y="6131"/>
                  </a:cubicBezTo>
                  <a:cubicBezTo>
                    <a:pt x="1090" y="6585"/>
                    <a:pt x="1543" y="7008"/>
                    <a:pt x="2088" y="7220"/>
                  </a:cubicBezTo>
                  <a:cubicBezTo>
                    <a:pt x="2352" y="7314"/>
                    <a:pt x="2629" y="7361"/>
                    <a:pt x="2910" y="7361"/>
                  </a:cubicBezTo>
                  <a:cubicBezTo>
                    <a:pt x="3078" y="7361"/>
                    <a:pt x="3248" y="7344"/>
                    <a:pt x="3419" y="7310"/>
                  </a:cubicBezTo>
                  <a:cubicBezTo>
                    <a:pt x="3751" y="7250"/>
                    <a:pt x="4054" y="7129"/>
                    <a:pt x="4356" y="6948"/>
                  </a:cubicBezTo>
                  <a:cubicBezTo>
                    <a:pt x="5052" y="6554"/>
                    <a:pt x="5596" y="5949"/>
                    <a:pt x="5989" y="5284"/>
                  </a:cubicBezTo>
                  <a:cubicBezTo>
                    <a:pt x="6110" y="5072"/>
                    <a:pt x="6231" y="4861"/>
                    <a:pt x="6292" y="4649"/>
                  </a:cubicBezTo>
                  <a:cubicBezTo>
                    <a:pt x="6322" y="4619"/>
                    <a:pt x="6322" y="4558"/>
                    <a:pt x="6322" y="4528"/>
                  </a:cubicBezTo>
                  <a:cubicBezTo>
                    <a:pt x="6292" y="4498"/>
                    <a:pt x="6262" y="4467"/>
                    <a:pt x="6231" y="4467"/>
                  </a:cubicBezTo>
                  <a:cubicBezTo>
                    <a:pt x="5959" y="4377"/>
                    <a:pt x="5687" y="4377"/>
                    <a:pt x="5415" y="4347"/>
                  </a:cubicBezTo>
                  <a:cubicBezTo>
                    <a:pt x="5143" y="4316"/>
                    <a:pt x="4840" y="4226"/>
                    <a:pt x="4659" y="4044"/>
                  </a:cubicBezTo>
                  <a:cubicBezTo>
                    <a:pt x="4447" y="3802"/>
                    <a:pt x="4386" y="3409"/>
                    <a:pt x="4296" y="3106"/>
                  </a:cubicBezTo>
                  <a:cubicBezTo>
                    <a:pt x="4175" y="2744"/>
                    <a:pt x="4084" y="2381"/>
                    <a:pt x="4084" y="2018"/>
                  </a:cubicBezTo>
                  <a:cubicBezTo>
                    <a:pt x="4054" y="1564"/>
                    <a:pt x="4417" y="717"/>
                    <a:pt x="4084" y="324"/>
                  </a:cubicBezTo>
                  <a:cubicBezTo>
                    <a:pt x="3850" y="90"/>
                    <a:pt x="3379" y="0"/>
                    <a:pt x="299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6"/>
            <p:cNvSpPr/>
            <p:nvPr/>
          </p:nvSpPr>
          <p:spPr>
            <a:xfrm>
              <a:off x="7744782" y="1841534"/>
              <a:ext cx="255942" cy="284000"/>
            </a:xfrm>
            <a:custGeom>
              <a:avLst/>
              <a:gdLst/>
              <a:ahLst/>
              <a:cxnLst/>
              <a:rect l="l" t="t" r="r" b="b"/>
              <a:pathLst>
                <a:path w="5838" h="6478" extrusionOk="0">
                  <a:moveTo>
                    <a:pt x="2179" y="1"/>
                  </a:moveTo>
                  <a:cubicBezTo>
                    <a:pt x="1788" y="1"/>
                    <a:pt x="1427" y="105"/>
                    <a:pt x="1150" y="417"/>
                  </a:cubicBezTo>
                  <a:cubicBezTo>
                    <a:pt x="878" y="719"/>
                    <a:pt x="726" y="1113"/>
                    <a:pt x="636" y="1506"/>
                  </a:cubicBezTo>
                  <a:cubicBezTo>
                    <a:pt x="333" y="2443"/>
                    <a:pt x="1" y="3865"/>
                    <a:pt x="303" y="4802"/>
                  </a:cubicBezTo>
                  <a:cubicBezTo>
                    <a:pt x="671" y="5879"/>
                    <a:pt x="1837" y="6477"/>
                    <a:pt x="2949" y="6477"/>
                  </a:cubicBezTo>
                  <a:cubicBezTo>
                    <a:pt x="3118" y="6477"/>
                    <a:pt x="3285" y="6463"/>
                    <a:pt x="3448" y="6436"/>
                  </a:cubicBezTo>
                  <a:cubicBezTo>
                    <a:pt x="4416" y="6284"/>
                    <a:pt x="4447" y="5710"/>
                    <a:pt x="4809" y="4651"/>
                  </a:cubicBezTo>
                  <a:lnTo>
                    <a:pt x="5596" y="2715"/>
                  </a:lnTo>
                  <a:cubicBezTo>
                    <a:pt x="5838" y="1657"/>
                    <a:pt x="5142" y="598"/>
                    <a:pt x="4084" y="387"/>
                  </a:cubicBezTo>
                  <a:cubicBezTo>
                    <a:pt x="3523" y="274"/>
                    <a:pt x="2812" y="1"/>
                    <a:pt x="217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46"/>
            <p:cNvSpPr/>
            <p:nvPr/>
          </p:nvSpPr>
          <p:spPr>
            <a:xfrm>
              <a:off x="7743467" y="1797782"/>
              <a:ext cx="290401" cy="268875"/>
            </a:xfrm>
            <a:custGeom>
              <a:avLst/>
              <a:gdLst/>
              <a:ahLst/>
              <a:cxnLst/>
              <a:rect l="l" t="t" r="r" b="b"/>
              <a:pathLst>
                <a:path w="6624" h="6133" extrusionOk="0">
                  <a:moveTo>
                    <a:pt x="1885" y="0"/>
                  </a:moveTo>
                  <a:cubicBezTo>
                    <a:pt x="1038" y="0"/>
                    <a:pt x="0" y="381"/>
                    <a:pt x="0" y="1385"/>
                  </a:cubicBezTo>
                  <a:cubicBezTo>
                    <a:pt x="0" y="1748"/>
                    <a:pt x="182" y="2080"/>
                    <a:pt x="454" y="2292"/>
                  </a:cubicBezTo>
                  <a:cubicBezTo>
                    <a:pt x="756" y="2504"/>
                    <a:pt x="1089" y="2655"/>
                    <a:pt x="1422" y="2746"/>
                  </a:cubicBezTo>
                  <a:cubicBezTo>
                    <a:pt x="1972" y="2894"/>
                    <a:pt x="2552" y="2968"/>
                    <a:pt x="3131" y="2968"/>
                  </a:cubicBezTo>
                  <a:cubicBezTo>
                    <a:pt x="3378" y="2968"/>
                    <a:pt x="3624" y="2954"/>
                    <a:pt x="3867" y="2928"/>
                  </a:cubicBezTo>
                  <a:lnTo>
                    <a:pt x="3867" y="2928"/>
                  </a:lnTo>
                  <a:cubicBezTo>
                    <a:pt x="3548" y="2970"/>
                    <a:pt x="4567" y="4379"/>
                    <a:pt x="4597" y="4439"/>
                  </a:cubicBezTo>
                  <a:cubicBezTo>
                    <a:pt x="4809" y="4923"/>
                    <a:pt x="4688" y="5649"/>
                    <a:pt x="4628" y="6133"/>
                  </a:cubicBezTo>
                  <a:cubicBezTo>
                    <a:pt x="4809" y="6133"/>
                    <a:pt x="4991" y="6073"/>
                    <a:pt x="5142" y="5952"/>
                  </a:cubicBezTo>
                  <a:cubicBezTo>
                    <a:pt x="6563" y="4923"/>
                    <a:pt x="6624" y="2504"/>
                    <a:pt x="5717" y="1173"/>
                  </a:cubicBezTo>
                  <a:cubicBezTo>
                    <a:pt x="5505" y="870"/>
                    <a:pt x="5233" y="598"/>
                    <a:pt x="4870" y="477"/>
                  </a:cubicBezTo>
                  <a:cubicBezTo>
                    <a:pt x="4839" y="447"/>
                    <a:pt x="4779" y="447"/>
                    <a:pt x="4718" y="417"/>
                  </a:cubicBezTo>
                  <a:cubicBezTo>
                    <a:pt x="4477" y="356"/>
                    <a:pt x="4235" y="356"/>
                    <a:pt x="3993" y="356"/>
                  </a:cubicBezTo>
                  <a:cubicBezTo>
                    <a:pt x="3388" y="296"/>
                    <a:pt x="2843" y="114"/>
                    <a:pt x="2238" y="24"/>
                  </a:cubicBezTo>
                  <a:cubicBezTo>
                    <a:pt x="2127" y="8"/>
                    <a:pt x="2008" y="0"/>
                    <a:pt x="188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6"/>
            <p:cNvSpPr/>
            <p:nvPr/>
          </p:nvSpPr>
          <p:spPr>
            <a:xfrm>
              <a:off x="7154734" y="2399447"/>
              <a:ext cx="486675" cy="337047"/>
            </a:xfrm>
            <a:custGeom>
              <a:avLst/>
              <a:gdLst/>
              <a:ahLst/>
              <a:cxnLst/>
              <a:rect l="l" t="t" r="r" b="b"/>
              <a:pathLst>
                <a:path w="11101" h="7688" extrusionOk="0">
                  <a:moveTo>
                    <a:pt x="1090" y="0"/>
                  </a:moveTo>
                  <a:cubicBezTo>
                    <a:pt x="787" y="605"/>
                    <a:pt x="424" y="1150"/>
                    <a:pt x="1" y="1634"/>
                  </a:cubicBezTo>
                  <a:cubicBezTo>
                    <a:pt x="817" y="2480"/>
                    <a:pt x="1664" y="3569"/>
                    <a:pt x="2632" y="4265"/>
                  </a:cubicBezTo>
                  <a:cubicBezTo>
                    <a:pt x="3539" y="4900"/>
                    <a:pt x="4477" y="5535"/>
                    <a:pt x="5415" y="6170"/>
                  </a:cubicBezTo>
                  <a:cubicBezTo>
                    <a:pt x="5808" y="6412"/>
                    <a:pt x="6261" y="6624"/>
                    <a:pt x="6655" y="6896"/>
                  </a:cubicBezTo>
                  <a:cubicBezTo>
                    <a:pt x="7048" y="7198"/>
                    <a:pt x="7501" y="7440"/>
                    <a:pt x="7955" y="7561"/>
                  </a:cubicBezTo>
                  <a:cubicBezTo>
                    <a:pt x="8227" y="7643"/>
                    <a:pt x="8505" y="7688"/>
                    <a:pt x="8778" y="7688"/>
                  </a:cubicBezTo>
                  <a:cubicBezTo>
                    <a:pt x="9113" y="7688"/>
                    <a:pt x="9440" y="7621"/>
                    <a:pt x="9739" y="7471"/>
                  </a:cubicBezTo>
                  <a:cubicBezTo>
                    <a:pt x="9891" y="7410"/>
                    <a:pt x="10042" y="7289"/>
                    <a:pt x="10133" y="7168"/>
                  </a:cubicBezTo>
                  <a:cubicBezTo>
                    <a:pt x="11100" y="6079"/>
                    <a:pt x="9951" y="4083"/>
                    <a:pt x="8983" y="3448"/>
                  </a:cubicBezTo>
                  <a:cubicBezTo>
                    <a:pt x="7350" y="2359"/>
                    <a:pt x="5505" y="1664"/>
                    <a:pt x="3691" y="968"/>
                  </a:cubicBezTo>
                  <a:cubicBezTo>
                    <a:pt x="2844" y="666"/>
                    <a:pt x="1997" y="363"/>
                    <a:pt x="1150" y="31"/>
                  </a:cubicBezTo>
                  <a:cubicBezTo>
                    <a:pt x="1120" y="31"/>
                    <a:pt x="1120" y="31"/>
                    <a:pt x="109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46"/>
            <p:cNvSpPr/>
            <p:nvPr/>
          </p:nvSpPr>
          <p:spPr>
            <a:xfrm>
              <a:off x="7914488" y="1936931"/>
              <a:ext cx="79615" cy="93205"/>
            </a:xfrm>
            <a:custGeom>
              <a:avLst/>
              <a:gdLst/>
              <a:ahLst/>
              <a:cxnLst/>
              <a:rect l="l" t="t" r="r" b="b"/>
              <a:pathLst>
                <a:path w="1816" h="2126" extrusionOk="0">
                  <a:moveTo>
                    <a:pt x="670" y="1"/>
                  </a:moveTo>
                  <a:cubicBezTo>
                    <a:pt x="592" y="1"/>
                    <a:pt x="518" y="18"/>
                    <a:pt x="455" y="56"/>
                  </a:cubicBezTo>
                  <a:cubicBezTo>
                    <a:pt x="394" y="86"/>
                    <a:pt x="334" y="116"/>
                    <a:pt x="273" y="177"/>
                  </a:cubicBezTo>
                  <a:cubicBezTo>
                    <a:pt x="61" y="388"/>
                    <a:pt x="1" y="721"/>
                    <a:pt x="1" y="1054"/>
                  </a:cubicBezTo>
                  <a:cubicBezTo>
                    <a:pt x="31" y="1175"/>
                    <a:pt x="31" y="1296"/>
                    <a:pt x="61" y="1417"/>
                  </a:cubicBezTo>
                  <a:cubicBezTo>
                    <a:pt x="112" y="1771"/>
                    <a:pt x="226" y="2125"/>
                    <a:pt x="563" y="2125"/>
                  </a:cubicBezTo>
                  <a:cubicBezTo>
                    <a:pt x="629" y="2125"/>
                    <a:pt x="703" y="2112"/>
                    <a:pt x="787" y="2082"/>
                  </a:cubicBezTo>
                  <a:cubicBezTo>
                    <a:pt x="1664" y="1779"/>
                    <a:pt x="1816" y="509"/>
                    <a:pt x="999" y="86"/>
                  </a:cubicBezTo>
                  <a:cubicBezTo>
                    <a:pt x="893" y="33"/>
                    <a:pt x="778" y="1"/>
                    <a:pt x="67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6"/>
            <p:cNvSpPr/>
            <p:nvPr/>
          </p:nvSpPr>
          <p:spPr>
            <a:xfrm>
              <a:off x="8139916" y="3514528"/>
              <a:ext cx="22578" cy="555637"/>
            </a:xfrm>
            <a:custGeom>
              <a:avLst/>
              <a:gdLst/>
              <a:ahLst/>
              <a:cxnLst/>
              <a:rect l="l" t="t" r="r" b="b"/>
              <a:pathLst>
                <a:path w="515" h="12674" extrusionOk="0">
                  <a:moveTo>
                    <a:pt x="0" y="1"/>
                  </a:moveTo>
                  <a:lnTo>
                    <a:pt x="0" y="12673"/>
                  </a:lnTo>
                  <a:lnTo>
                    <a:pt x="515" y="12673"/>
                  </a:lnTo>
                  <a:lnTo>
                    <a:pt x="515"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6"/>
            <p:cNvSpPr/>
            <p:nvPr/>
          </p:nvSpPr>
          <p:spPr>
            <a:xfrm>
              <a:off x="7889324" y="4070117"/>
              <a:ext cx="531743" cy="141912"/>
            </a:xfrm>
            <a:custGeom>
              <a:avLst/>
              <a:gdLst/>
              <a:ahLst/>
              <a:cxnLst/>
              <a:rect l="l" t="t" r="r" b="b"/>
              <a:pathLst>
                <a:path w="12129" h="3237" fill="none" extrusionOk="0">
                  <a:moveTo>
                    <a:pt x="12128" y="3236"/>
                  </a:moveTo>
                  <a:cubicBezTo>
                    <a:pt x="12128" y="938"/>
                    <a:pt x="8075" y="0"/>
                    <a:pt x="6049" y="0"/>
                  </a:cubicBezTo>
                  <a:cubicBezTo>
                    <a:pt x="3660" y="0"/>
                    <a:pt x="0" y="877"/>
                    <a:pt x="0" y="3236"/>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6"/>
            <p:cNvSpPr/>
            <p:nvPr/>
          </p:nvSpPr>
          <p:spPr>
            <a:xfrm>
              <a:off x="8151840" y="4072747"/>
              <a:ext cx="44" cy="165805"/>
            </a:xfrm>
            <a:custGeom>
              <a:avLst/>
              <a:gdLst/>
              <a:ahLst/>
              <a:cxnLst/>
              <a:rect l="l" t="t" r="r" b="b"/>
              <a:pathLst>
                <a:path w="1" h="3782" fill="none" extrusionOk="0">
                  <a:moveTo>
                    <a:pt x="1" y="3781"/>
                  </a:moveTo>
                  <a:lnTo>
                    <a:pt x="1" y="1"/>
                  </a:ln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6"/>
            <p:cNvSpPr/>
            <p:nvPr/>
          </p:nvSpPr>
          <p:spPr>
            <a:xfrm>
              <a:off x="7845571" y="4192081"/>
              <a:ext cx="87550" cy="87550"/>
            </a:xfrm>
            <a:custGeom>
              <a:avLst/>
              <a:gdLst/>
              <a:ahLst/>
              <a:cxnLst/>
              <a:rect l="l" t="t" r="r" b="b"/>
              <a:pathLst>
                <a:path w="1997" h="1997" extrusionOk="0">
                  <a:moveTo>
                    <a:pt x="998" y="1"/>
                  </a:moveTo>
                  <a:cubicBezTo>
                    <a:pt x="454" y="1"/>
                    <a:pt x="0" y="454"/>
                    <a:pt x="0" y="999"/>
                  </a:cubicBezTo>
                  <a:cubicBezTo>
                    <a:pt x="0" y="1543"/>
                    <a:pt x="454" y="1997"/>
                    <a:pt x="998" y="1997"/>
                  </a:cubicBezTo>
                  <a:cubicBezTo>
                    <a:pt x="1543" y="1997"/>
                    <a:pt x="1996" y="1543"/>
                    <a:pt x="1996" y="999"/>
                  </a:cubicBezTo>
                  <a:cubicBezTo>
                    <a:pt x="1996" y="454"/>
                    <a:pt x="1543" y="1"/>
                    <a:pt x="99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6"/>
            <p:cNvSpPr/>
            <p:nvPr/>
          </p:nvSpPr>
          <p:spPr>
            <a:xfrm>
              <a:off x="8109403" y="4192081"/>
              <a:ext cx="86235" cy="87550"/>
            </a:xfrm>
            <a:custGeom>
              <a:avLst/>
              <a:gdLst/>
              <a:ahLst/>
              <a:cxnLst/>
              <a:rect l="l" t="t" r="r" b="b"/>
              <a:pathLst>
                <a:path w="1967" h="1997" extrusionOk="0">
                  <a:moveTo>
                    <a:pt x="999" y="1"/>
                  </a:moveTo>
                  <a:cubicBezTo>
                    <a:pt x="424" y="1"/>
                    <a:pt x="1" y="454"/>
                    <a:pt x="1" y="999"/>
                  </a:cubicBezTo>
                  <a:cubicBezTo>
                    <a:pt x="1" y="1543"/>
                    <a:pt x="424" y="1997"/>
                    <a:pt x="999" y="1997"/>
                  </a:cubicBezTo>
                  <a:cubicBezTo>
                    <a:pt x="1543" y="1997"/>
                    <a:pt x="1967" y="1543"/>
                    <a:pt x="1967" y="999"/>
                  </a:cubicBezTo>
                  <a:cubicBezTo>
                    <a:pt x="1967" y="454"/>
                    <a:pt x="1543" y="1"/>
                    <a:pt x="99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6"/>
            <p:cNvSpPr/>
            <p:nvPr/>
          </p:nvSpPr>
          <p:spPr>
            <a:xfrm>
              <a:off x="8371963" y="4192081"/>
              <a:ext cx="87550" cy="87550"/>
            </a:xfrm>
            <a:custGeom>
              <a:avLst/>
              <a:gdLst/>
              <a:ahLst/>
              <a:cxnLst/>
              <a:rect l="l" t="t" r="r" b="b"/>
              <a:pathLst>
                <a:path w="1997" h="1997" extrusionOk="0">
                  <a:moveTo>
                    <a:pt x="998" y="1"/>
                  </a:moveTo>
                  <a:cubicBezTo>
                    <a:pt x="454" y="1"/>
                    <a:pt x="0" y="454"/>
                    <a:pt x="0" y="999"/>
                  </a:cubicBezTo>
                  <a:cubicBezTo>
                    <a:pt x="0" y="1543"/>
                    <a:pt x="454" y="1997"/>
                    <a:pt x="998" y="1997"/>
                  </a:cubicBezTo>
                  <a:cubicBezTo>
                    <a:pt x="1543" y="1997"/>
                    <a:pt x="1996" y="1543"/>
                    <a:pt x="1996" y="999"/>
                  </a:cubicBezTo>
                  <a:cubicBezTo>
                    <a:pt x="1996" y="454"/>
                    <a:pt x="1543" y="1"/>
                    <a:pt x="99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6"/>
            <p:cNvSpPr/>
            <p:nvPr/>
          </p:nvSpPr>
          <p:spPr>
            <a:xfrm>
              <a:off x="7626764" y="2697387"/>
              <a:ext cx="672297" cy="310611"/>
            </a:xfrm>
            <a:custGeom>
              <a:avLst/>
              <a:gdLst/>
              <a:ahLst/>
              <a:cxnLst/>
              <a:rect l="l" t="t" r="r" b="b"/>
              <a:pathLst>
                <a:path w="15335" h="7085" extrusionOk="0">
                  <a:moveTo>
                    <a:pt x="13432" y="0"/>
                  </a:moveTo>
                  <a:cubicBezTo>
                    <a:pt x="11760" y="0"/>
                    <a:pt x="9833" y="2333"/>
                    <a:pt x="8772" y="3064"/>
                  </a:cubicBezTo>
                  <a:cubicBezTo>
                    <a:pt x="7532" y="3941"/>
                    <a:pt x="6019" y="4425"/>
                    <a:pt x="4598" y="4969"/>
                  </a:cubicBezTo>
                  <a:cubicBezTo>
                    <a:pt x="4326" y="5060"/>
                    <a:pt x="4023" y="5090"/>
                    <a:pt x="3721" y="5151"/>
                  </a:cubicBezTo>
                  <a:cubicBezTo>
                    <a:pt x="2904" y="5242"/>
                    <a:pt x="1574" y="5121"/>
                    <a:pt x="848" y="5484"/>
                  </a:cubicBezTo>
                  <a:cubicBezTo>
                    <a:pt x="394" y="5725"/>
                    <a:pt x="1" y="6784"/>
                    <a:pt x="848" y="6784"/>
                  </a:cubicBezTo>
                  <a:cubicBezTo>
                    <a:pt x="1550" y="6991"/>
                    <a:pt x="2253" y="7084"/>
                    <a:pt x="2965" y="7084"/>
                  </a:cubicBezTo>
                  <a:cubicBezTo>
                    <a:pt x="3296" y="7084"/>
                    <a:pt x="3628" y="7064"/>
                    <a:pt x="3963" y="7026"/>
                  </a:cubicBezTo>
                  <a:cubicBezTo>
                    <a:pt x="4417" y="6966"/>
                    <a:pt x="4870" y="6905"/>
                    <a:pt x="5354" y="6845"/>
                  </a:cubicBezTo>
                  <a:cubicBezTo>
                    <a:pt x="8137" y="6391"/>
                    <a:pt x="11645" y="5907"/>
                    <a:pt x="14034" y="4274"/>
                  </a:cubicBezTo>
                  <a:cubicBezTo>
                    <a:pt x="14579" y="3911"/>
                    <a:pt x="15123" y="3397"/>
                    <a:pt x="15244" y="2731"/>
                  </a:cubicBezTo>
                  <a:cubicBezTo>
                    <a:pt x="15335" y="2338"/>
                    <a:pt x="15274" y="1915"/>
                    <a:pt x="15153" y="1522"/>
                  </a:cubicBezTo>
                  <a:cubicBezTo>
                    <a:pt x="15093" y="1219"/>
                    <a:pt x="14972" y="886"/>
                    <a:pt x="14760" y="644"/>
                  </a:cubicBezTo>
                  <a:cubicBezTo>
                    <a:pt x="14354" y="185"/>
                    <a:pt x="13903" y="0"/>
                    <a:pt x="1343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46"/>
            <p:cNvSpPr/>
            <p:nvPr/>
          </p:nvSpPr>
          <p:spPr>
            <a:xfrm>
              <a:off x="7898574" y="1645831"/>
              <a:ext cx="234767" cy="209778"/>
            </a:xfrm>
            <a:custGeom>
              <a:avLst/>
              <a:gdLst/>
              <a:ahLst/>
              <a:cxnLst/>
              <a:rect l="l" t="t" r="r" b="b"/>
              <a:pathLst>
                <a:path w="5355" h="4785" extrusionOk="0">
                  <a:moveTo>
                    <a:pt x="2353" y="0"/>
                  </a:moveTo>
                  <a:cubicBezTo>
                    <a:pt x="2105" y="0"/>
                    <a:pt x="1861" y="34"/>
                    <a:pt x="1634" y="102"/>
                  </a:cubicBezTo>
                  <a:cubicBezTo>
                    <a:pt x="1090" y="253"/>
                    <a:pt x="576" y="647"/>
                    <a:pt x="273" y="1161"/>
                  </a:cubicBezTo>
                  <a:cubicBezTo>
                    <a:pt x="92" y="1494"/>
                    <a:pt x="1" y="1887"/>
                    <a:pt x="1" y="2250"/>
                  </a:cubicBezTo>
                  <a:cubicBezTo>
                    <a:pt x="61" y="3217"/>
                    <a:pt x="878" y="3943"/>
                    <a:pt x="1725" y="4427"/>
                  </a:cubicBezTo>
                  <a:cubicBezTo>
                    <a:pt x="2136" y="4664"/>
                    <a:pt x="2596" y="4785"/>
                    <a:pt x="3044" y="4785"/>
                  </a:cubicBezTo>
                  <a:cubicBezTo>
                    <a:pt x="3915" y="4785"/>
                    <a:pt x="4743" y="4327"/>
                    <a:pt x="5082" y="3369"/>
                  </a:cubicBezTo>
                  <a:cubicBezTo>
                    <a:pt x="5354" y="2613"/>
                    <a:pt x="5173" y="1735"/>
                    <a:pt x="4689" y="1100"/>
                  </a:cubicBezTo>
                  <a:cubicBezTo>
                    <a:pt x="4175" y="465"/>
                    <a:pt x="3388" y="72"/>
                    <a:pt x="2602" y="12"/>
                  </a:cubicBezTo>
                  <a:cubicBezTo>
                    <a:pt x="2519" y="4"/>
                    <a:pt x="2436" y="0"/>
                    <a:pt x="235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6"/>
            <p:cNvSpPr/>
            <p:nvPr/>
          </p:nvSpPr>
          <p:spPr>
            <a:xfrm>
              <a:off x="7743467" y="2183314"/>
              <a:ext cx="326218" cy="156555"/>
            </a:xfrm>
            <a:custGeom>
              <a:avLst/>
              <a:gdLst/>
              <a:ahLst/>
              <a:cxnLst/>
              <a:rect l="l" t="t" r="r" b="b"/>
              <a:pathLst>
                <a:path w="7441" h="3571" extrusionOk="0">
                  <a:moveTo>
                    <a:pt x="968" y="1"/>
                  </a:moveTo>
                  <a:cubicBezTo>
                    <a:pt x="817" y="31"/>
                    <a:pt x="666" y="91"/>
                    <a:pt x="514" y="121"/>
                  </a:cubicBezTo>
                  <a:cubicBezTo>
                    <a:pt x="333" y="182"/>
                    <a:pt x="152" y="273"/>
                    <a:pt x="0" y="394"/>
                  </a:cubicBezTo>
                  <a:cubicBezTo>
                    <a:pt x="212" y="1089"/>
                    <a:pt x="545" y="1724"/>
                    <a:pt x="998" y="2299"/>
                  </a:cubicBezTo>
                  <a:cubicBezTo>
                    <a:pt x="1543" y="2934"/>
                    <a:pt x="2359" y="3509"/>
                    <a:pt x="3236" y="3569"/>
                  </a:cubicBezTo>
                  <a:cubicBezTo>
                    <a:pt x="3261" y="3570"/>
                    <a:pt x="3286" y="3571"/>
                    <a:pt x="3311" y="3571"/>
                  </a:cubicBezTo>
                  <a:cubicBezTo>
                    <a:pt x="4173" y="3571"/>
                    <a:pt x="5190" y="3069"/>
                    <a:pt x="5807" y="2511"/>
                  </a:cubicBezTo>
                  <a:cubicBezTo>
                    <a:pt x="6170" y="2178"/>
                    <a:pt x="6473" y="1785"/>
                    <a:pt x="6745" y="1392"/>
                  </a:cubicBezTo>
                  <a:cubicBezTo>
                    <a:pt x="6896" y="1210"/>
                    <a:pt x="7017" y="999"/>
                    <a:pt x="7168" y="787"/>
                  </a:cubicBezTo>
                  <a:cubicBezTo>
                    <a:pt x="7229" y="636"/>
                    <a:pt x="7319" y="394"/>
                    <a:pt x="7440" y="303"/>
                  </a:cubicBezTo>
                  <a:cubicBezTo>
                    <a:pt x="7289" y="212"/>
                    <a:pt x="7108" y="152"/>
                    <a:pt x="6957" y="121"/>
                  </a:cubicBezTo>
                  <a:cubicBezTo>
                    <a:pt x="6775" y="61"/>
                    <a:pt x="6594" y="61"/>
                    <a:pt x="6442" y="1"/>
                  </a:cubicBezTo>
                  <a:cubicBezTo>
                    <a:pt x="6019" y="515"/>
                    <a:pt x="5717" y="1120"/>
                    <a:pt x="5233" y="1603"/>
                  </a:cubicBezTo>
                  <a:cubicBezTo>
                    <a:pt x="4779" y="2087"/>
                    <a:pt x="4023" y="2511"/>
                    <a:pt x="3357" y="2511"/>
                  </a:cubicBezTo>
                  <a:cubicBezTo>
                    <a:pt x="3340" y="2512"/>
                    <a:pt x="3322" y="2512"/>
                    <a:pt x="3304" y="2512"/>
                  </a:cubicBezTo>
                  <a:cubicBezTo>
                    <a:pt x="2660" y="2512"/>
                    <a:pt x="2077" y="1984"/>
                    <a:pt x="1694" y="1513"/>
                  </a:cubicBezTo>
                  <a:cubicBezTo>
                    <a:pt x="1361" y="1059"/>
                    <a:pt x="1119" y="545"/>
                    <a:pt x="96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6"/>
            <p:cNvSpPr/>
            <p:nvPr/>
          </p:nvSpPr>
          <p:spPr>
            <a:xfrm>
              <a:off x="8059030" y="2233380"/>
              <a:ext cx="308989" cy="601012"/>
            </a:xfrm>
            <a:custGeom>
              <a:avLst/>
              <a:gdLst/>
              <a:ahLst/>
              <a:cxnLst/>
              <a:rect l="l" t="t" r="r" b="b"/>
              <a:pathLst>
                <a:path w="7048" h="13709" extrusionOk="0">
                  <a:moveTo>
                    <a:pt x="1445" y="0"/>
                  </a:moveTo>
                  <a:cubicBezTo>
                    <a:pt x="744" y="0"/>
                    <a:pt x="168" y="421"/>
                    <a:pt x="61" y="1550"/>
                  </a:cubicBezTo>
                  <a:cubicBezTo>
                    <a:pt x="1" y="2125"/>
                    <a:pt x="152" y="2700"/>
                    <a:pt x="333" y="3244"/>
                  </a:cubicBezTo>
                  <a:cubicBezTo>
                    <a:pt x="968" y="5543"/>
                    <a:pt x="2360" y="8416"/>
                    <a:pt x="1513" y="10866"/>
                  </a:cubicBezTo>
                  <a:cubicBezTo>
                    <a:pt x="1513" y="10896"/>
                    <a:pt x="1482" y="10926"/>
                    <a:pt x="1482" y="10956"/>
                  </a:cubicBezTo>
                  <a:cubicBezTo>
                    <a:pt x="1997" y="11107"/>
                    <a:pt x="2481" y="11289"/>
                    <a:pt x="2934" y="11531"/>
                  </a:cubicBezTo>
                  <a:cubicBezTo>
                    <a:pt x="3932" y="12015"/>
                    <a:pt x="4840" y="12741"/>
                    <a:pt x="5384" y="13708"/>
                  </a:cubicBezTo>
                  <a:cubicBezTo>
                    <a:pt x="6836" y="12257"/>
                    <a:pt x="7047" y="10170"/>
                    <a:pt x="6775" y="8234"/>
                  </a:cubicBezTo>
                  <a:cubicBezTo>
                    <a:pt x="6745" y="7992"/>
                    <a:pt x="6685" y="7750"/>
                    <a:pt x="6654" y="7539"/>
                  </a:cubicBezTo>
                  <a:cubicBezTo>
                    <a:pt x="6110" y="5119"/>
                    <a:pt x="5354" y="2609"/>
                    <a:pt x="3539" y="945"/>
                  </a:cubicBezTo>
                  <a:cubicBezTo>
                    <a:pt x="2940" y="406"/>
                    <a:pt x="2133" y="0"/>
                    <a:pt x="144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46"/>
            <p:cNvSpPr/>
            <p:nvPr/>
          </p:nvSpPr>
          <p:spPr>
            <a:xfrm>
              <a:off x="8093489" y="2692476"/>
              <a:ext cx="225473" cy="167121"/>
            </a:xfrm>
            <a:custGeom>
              <a:avLst/>
              <a:gdLst/>
              <a:ahLst/>
              <a:cxnLst/>
              <a:rect l="l" t="t" r="r" b="b"/>
              <a:pathLst>
                <a:path w="5143" h="3812" extrusionOk="0">
                  <a:moveTo>
                    <a:pt x="908" y="0"/>
                  </a:moveTo>
                  <a:cubicBezTo>
                    <a:pt x="636" y="333"/>
                    <a:pt x="334" y="635"/>
                    <a:pt x="1" y="938"/>
                  </a:cubicBezTo>
                  <a:cubicBezTo>
                    <a:pt x="1" y="938"/>
                    <a:pt x="1" y="968"/>
                    <a:pt x="31" y="968"/>
                  </a:cubicBezTo>
                  <a:cubicBezTo>
                    <a:pt x="213" y="1240"/>
                    <a:pt x="455" y="1331"/>
                    <a:pt x="727" y="1452"/>
                  </a:cubicBezTo>
                  <a:lnTo>
                    <a:pt x="848" y="1513"/>
                  </a:lnTo>
                  <a:cubicBezTo>
                    <a:pt x="878" y="1543"/>
                    <a:pt x="908" y="1543"/>
                    <a:pt x="908" y="1543"/>
                  </a:cubicBezTo>
                  <a:lnTo>
                    <a:pt x="938" y="1543"/>
                  </a:lnTo>
                  <a:cubicBezTo>
                    <a:pt x="1029" y="1603"/>
                    <a:pt x="1150" y="1634"/>
                    <a:pt x="1241" y="1694"/>
                  </a:cubicBezTo>
                  <a:cubicBezTo>
                    <a:pt x="1634" y="1906"/>
                    <a:pt x="2027" y="2117"/>
                    <a:pt x="2420" y="2359"/>
                  </a:cubicBezTo>
                  <a:cubicBezTo>
                    <a:pt x="2783" y="2601"/>
                    <a:pt x="3146" y="2843"/>
                    <a:pt x="3479" y="3116"/>
                  </a:cubicBezTo>
                  <a:cubicBezTo>
                    <a:pt x="3751" y="3357"/>
                    <a:pt x="4114" y="3690"/>
                    <a:pt x="4477" y="3811"/>
                  </a:cubicBezTo>
                  <a:cubicBezTo>
                    <a:pt x="4689" y="3599"/>
                    <a:pt x="4900" y="3357"/>
                    <a:pt x="5142" y="3146"/>
                  </a:cubicBezTo>
                  <a:cubicBezTo>
                    <a:pt x="5052" y="2934"/>
                    <a:pt x="4870" y="2722"/>
                    <a:pt x="4749" y="2571"/>
                  </a:cubicBezTo>
                  <a:cubicBezTo>
                    <a:pt x="4598" y="2390"/>
                    <a:pt x="4417" y="2238"/>
                    <a:pt x="4265" y="2087"/>
                  </a:cubicBezTo>
                  <a:cubicBezTo>
                    <a:pt x="3872" y="1755"/>
                    <a:pt x="3449" y="1422"/>
                    <a:pt x="3056" y="1150"/>
                  </a:cubicBezTo>
                  <a:cubicBezTo>
                    <a:pt x="2662" y="877"/>
                    <a:pt x="2269" y="635"/>
                    <a:pt x="1846" y="424"/>
                  </a:cubicBezTo>
                  <a:cubicBezTo>
                    <a:pt x="1664" y="333"/>
                    <a:pt x="1453" y="212"/>
                    <a:pt x="1241" y="121"/>
                  </a:cubicBezTo>
                  <a:cubicBezTo>
                    <a:pt x="1150" y="91"/>
                    <a:pt x="1029" y="31"/>
                    <a:pt x="90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6"/>
            <p:cNvSpPr/>
            <p:nvPr/>
          </p:nvSpPr>
          <p:spPr>
            <a:xfrm>
              <a:off x="4907300" y="3851310"/>
              <a:ext cx="590095" cy="328893"/>
            </a:xfrm>
            <a:custGeom>
              <a:avLst/>
              <a:gdLst/>
              <a:ahLst/>
              <a:cxnLst/>
              <a:rect l="l" t="t" r="r" b="b"/>
              <a:pathLst>
                <a:path w="13460" h="7502" fill="none" extrusionOk="0">
                  <a:moveTo>
                    <a:pt x="0" y="1"/>
                  </a:moveTo>
                  <a:cubicBezTo>
                    <a:pt x="152" y="92"/>
                    <a:pt x="13459" y="7501"/>
                    <a:pt x="13459" y="7501"/>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6"/>
            <p:cNvSpPr/>
            <p:nvPr/>
          </p:nvSpPr>
          <p:spPr>
            <a:xfrm>
              <a:off x="4834350" y="3810231"/>
              <a:ext cx="624598" cy="385885"/>
            </a:xfrm>
            <a:custGeom>
              <a:avLst/>
              <a:gdLst/>
              <a:ahLst/>
              <a:cxnLst/>
              <a:rect l="l" t="t" r="r" b="b"/>
              <a:pathLst>
                <a:path w="14247" h="8802" fill="none" extrusionOk="0">
                  <a:moveTo>
                    <a:pt x="14246" y="0"/>
                  </a:moveTo>
                  <a:lnTo>
                    <a:pt x="1" y="8801"/>
                  </a:ln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6"/>
            <p:cNvSpPr/>
            <p:nvPr/>
          </p:nvSpPr>
          <p:spPr>
            <a:xfrm>
              <a:off x="4807870" y="3510582"/>
              <a:ext cx="706755" cy="831394"/>
            </a:xfrm>
            <a:custGeom>
              <a:avLst/>
              <a:gdLst/>
              <a:ahLst/>
              <a:cxnLst/>
              <a:rect l="l" t="t" r="r" b="b"/>
              <a:pathLst>
                <a:path w="16121" h="18964" fill="none" extrusionOk="0">
                  <a:moveTo>
                    <a:pt x="0" y="18691"/>
                  </a:moveTo>
                  <a:lnTo>
                    <a:pt x="3871" y="0"/>
                  </a:lnTo>
                  <a:lnTo>
                    <a:pt x="14124" y="1028"/>
                  </a:lnTo>
                  <a:lnTo>
                    <a:pt x="16120" y="18963"/>
                  </a:ln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6"/>
            <p:cNvSpPr/>
            <p:nvPr/>
          </p:nvSpPr>
          <p:spPr>
            <a:xfrm>
              <a:off x="5831456" y="2758763"/>
              <a:ext cx="258616" cy="511927"/>
            </a:xfrm>
            <a:custGeom>
              <a:avLst/>
              <a:gdLst/>
              <a:ahLst/>
              <a:cxnLst/>
              <a:rect l="l" t="t" r="r" b="b"/>
              <a:pathLst>
                <a:path w="5899" h="11677" extrusionOk="0">
                  <a:moveTo>
                    <a:pt x="3201" y="0"/>
                  </a:moveTo>
                  <a:cubicBezTo>
                    <a:pt x="2711" y="0"/>
                    <a:pt x="2220" y="144"/>
                    <a:pt x="1815" y="424"/>
                  </a:cubicBezTo>
                  <a:cubicBezTo>
                    <a:pt x="1120" y="878"/>
                    <a:pt x="727" y="1664"/>
                    <a:pt x="515" y="2481"/>
                  </a:cubicBezTo>
                  <a:cubicBezTo>
                    <a:pt x="212" y="3630"/>
                    <a:pt x="243" y="4688"/>
                    <a:pt x="243" y="5838"/>
                  </a:cubicBezTo>
                  <a:cubicBezTo>
                    <a:pt x="212" y="7592"/>
                    <a:pt x="333" y="9528"/>
                    <a:pt x="1" y="11251"/>
                  </a:cubicBezTo>
                  <a:cubicBezTo>
                    <a:pt x="293" y="11281"/>
                    <a:pt x="3292" y="11676"/>
                    <a:pt x="3498" y="11676"/>
                  </a:cubicBezTo>
                  <a:cubicBezTo>
                    <a:pt x="3505" y="11676"/>
                    <a:pt x="3509" y="11676"/>
                    <a:pt x="3509" y="11675"/>
                  </a:cubicBezTo>
                  <a:cubicBezTo>
                    <a:pt x="4084" y="10253"/>
                    <a:pt x="4598" y="8802"/>
                    <a:pt x="5021" y="7320"/>
                  </a:cubicBezTo>
                  <a:cubicBezTo>
                    <a:pt x="5445" y="5959"/>
                    <a:pt x="5898" y="4386"/>
                    <a:pt x="5808" y="2934"/>
                  </a:cubicBezTo>
                  <a:cubicBezTo>
                    <a:pt x="5747" y="1966"/>
                    <a:pt x="5324" y="938"/>
                    <a:pt x="4507" y="394"/>
                  </a:cubicBezTo>
                  <a:cubicBezTo>
                    <a:pt x="4125" y="129"/>
                    <a:pt x="3664" y="0"/>
                    <a:pt x="320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6"/>
            <p:cNvSpPr/>
            <p:nvPr/>
          </p:nvSpPr>
          <p:spPr>
            <a:xfrm>
              <a:off x="5826151" y="3706812"/>
              <a:ext cx="273215" cy="552962"/>
            </a:xfrm>
            <a:custGeom>
              <a:avLst/>
              <a:gdLst/>
              <a:ahLst/>
              <a:cxnLst/>
              <a:rect l="l" t="t" r="r" b="b"/>
              <a:pathLst>
                <a:path w="6232" h="12613" extrusionOk="0">
                  <a:moveTo>
                    <a:pt x="5657" y="0"/>
                  </a:moveTo>
                  <a:cubicBezTo>
                    <a:pt x="4749" y="363"/>
                    <a:pt x="4296" y="424"/>
                    <a:pt x="3388" y="696"/>
                  </a:cubicBezTo>
                  <a:cubicBezTo>
                    <a:pt x="2269" y="998"/>
                    <a:pt x="1150" y="1301"/>
                    <a:pt x="1" y="1543"/>
                  </a:cubicBezTo>
                  <a:cubicBezTo>
                    <a:pt x="575" y="3569"/>
                    <a:pt x="1090" y="5323"/>
                    <a:pt x="1211" y="5686"/>
                  </a:cubicBezTo>
                  <a:cubicBezTo>
                    <a:pt x="1725" y="7229"/>
                    <a:pt x="2088" y="11191"/>
                    <a:pt x="2995" y="12612"/>
                  </a:cubicBezTo>
                  <a:cubicBezTo>
                    <a:pt x="4175" y="12582"/>
                    <a:pt x="5052" y="12158"/>
                    <a:pt x="6201" y="12038"/>
                  </a:cubicBezTo>
                  <a:cubicBezTo>
                    <a:pt x="6231" y="10888"/>
                    <a:pt x="5657" y="4053"/>
                    <a:pt x="565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6"/>
            <p:cNvSpPr/>
            <p:nvPr/>
          </p:nvSpPr>
          <p:spPr>
            <a:xfrm>
              <a:off x="4634131" y="2385813"/>
              <a:ext cx="1323330" cy="1272870"/>
            </a:xfrm>
            <a:custGeom>
              <a:avLst/>
              <a:gdLst/>
              <a:ahLst/>
              <a:cxnLst/>
              <a:rect l="l" t="t" r="r" b="b"/>
              <a:pathLst>
                <a:path w="30185" h="29034" extrusionOk="0">
                  <a:moveTo>
                    <a:pt x="6721" y="1"/>
                  </a:moveTo>
                  <a:cubicBezTo>
                    <a:pt x="6104" y="1"/>
                    <a:pt x="5492" y="84"/>
                    <a:pt x="4901" y="281"/>
                  </a:cubicBezTo>
                  <a:cubicBezTo>
                    <a:pt x="2481" y="1067"/>
                    <a:pt x="1060" y="3638"/>
                    <a:pt x="636" y="6118"/>
                  </a:cubicBezTo>
                  <a:cubicBezTo>
                    <a:pt x="1" y="9990"/>
                    <a:pt x="455" y="14738"/>
                    <a:pt x="1664" y="18488"/>
                  </a:cubicBezTo>
                  <a:cubicBezTo>
                    <a:pt x="2814" y="22057"/>
                    <a:pt x="5747" y="25868"/>
                    <a:pt x="9377" y="27138"/>
                  </a:cubicBezTo>
                  <a:cubicBezTo>
                    <a:pt x="10949" y="27682"/>
                    <a:pt x="12552" y="28106"/>
                    <a:pt x="14186" y="28408"/>
                  </a:cubicBezTo>
                  <a:cubicBezTo>
                    <a:pt x="16329" y="28825"/>
                    <a:pt x="18512" y="29034"/>
                    <a:pt x="20691" y="29034"/>
                  </a:cubicBezTo>
                  <a:cubicBezTo>
                    <a:pt x="21832" y="29034"/>
                    <a:pt x="22973" y="28976"/>
                    <a:pt x="24106" y="28862"/>
                  </a:cubicBezTo>
                  <a:cubicBezTo>
                    <a:pt x="26374" y="28620"/>
                    <a:pt x="28431" y="28257"/>
                    <a:pt x="29520" y="26049"/>
                  </a:cubicBezTo>
                  <a:cubicBezTo>
                    <a:pt x="30034" y="24930"/>
                    <a:pt x="30185" y="23630"/>
                    <a:pt x="29852" y="22450"/>
                  </a:cubicBezTo>
                  <a:cubicBezTo>
                    <a:pt x="29036" y="19486"/>
                    <a:pt x="26435" y="19093"/>
                    <a:pt x="24106" y="17762"/>
                  </a:cubicBezTo>
                  <a:cubicBezTo>
                    <a:pt x="21686" y="16371"/>
                    <a:pt x="19569" y="14375"/>
                    <a:pt x="18117" y="11955"/>
                  </a:cubicBezTo>
                  <a:cubicBezTo>
                    <a:pt x="16756" y="9717"/>
                    <a:pt x="15970" y="7207"/>
                    <a:pt x="14881" y="4848"/>
                  </a:cubicBezTo>
                  <a:cubicBezTo>
                    <a:pt x="13853" y="2640"/>
                    <a:pt x="12552" y="1521"/>
                    <a:pt x="10224" y="705"/>
                  </a:cubicBezTo>
                  <a:cubicBezTo>
                    <a:pt x="9110" y="307"/>
                    <a:pt x="7906" y="1"/>
                    <a:pt x="672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46"/>
            <p:cNvSpPr/>
            <p:nvPr/>
          </p:nvSpPr>
          <p:spPr>
            <a:xfrm>
              <a:off x="5807607" y="3228644"/>
              <a:ext cx="409735" cy="191496"/>
            </a:xfrm>
            <a:custGeom>
              <a:avLst/>
              <a:gdLst/>
              <a:ahLst/>
              <a:cxnLst/>
              <a:rect l="l" t="t" r="r" b="b"/>
              <a:pathLst>
                <a:path w="9346" h="4368" extrusionOk="0">
                  <a:moveTo>
                    <a:pt x="1784" y="1"/>
                  </a:moveTo>
                  <a:cubicBezTo>
                    <a:pt x="1439" y="1"/>
                    <a:pt x="1101" y="131"/>
                    <a:pt x="787" y="473"/>
                  </a:cubicBezTo>
                  <a:cubicBezTo>
                    <a:pt x="152" y="1169"/>
                    <a:pt x="61" y="2318"/>
                    <a:pt x="0" y="3225"/>
                  </a:cubicBezTo>
                  <a:cubicBezTo>
                    <a:pt x="575" y="3255"/>
                    <a:pt x="1119" y="3346"/>
                    <a:pt x="1694" y="3467"/>
                  </a:cubicBezTo>
                  <a:cubicBezTo>
                    <a:pt x="2995" y="3770"/>
                    <a:pt x="4356" y="3921"/>
                    <a:pt x="5686" y="4102"/>
                  </a:cubicBezTo>
                  <a:cubicBezTo>
                    <a:pt x="6131" y="4180"/>
                    <a:pt x="6883" y="4368"/>
                    <a:pt x="7542" y="4368"/>
                  </a:cubicBezTo>
                  <a:cubicBezTo>
                    <a:pt x="7915" y="4368"/>
                    <a:pt x="8259" y="4307"/>
                    <a:pt x="8499" y="4133"/>
                  </a:cubicBezTo>
                  <a:cubicBezTo>
                    <a:pt x="9346" y="3497"/>
                    <a:pt x="7955" y="3134"/>
                    <a:pt x="7350" y="2802"/>
                  </a:cubicBezTo>
                  <a:cubicBezTo>
                    <a:pt x="6261" y="2197"/>
                    <a:pt x="5172" y="1622"/>
                    <a:pt x="4083" y="1048"/>
                  </a:cubicBezTo>
                  <a:cubicBezTo>
                    <a:pt x="3391" y="670"/>
                    <a:pt x="2567" y="1"/>
                    <a:pt x="178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6"/>
            <p:cNvSpPr/>
            <p:nvPr/>
          </p:nvSpPr>
          <p:spPr>
            <a:xfrm>
              <a:off x="4813131" y="2205059"/>
              <a:ext cx="731964" cy="969361"/>
            </a:xfrm>
            <a:custGeom>
              <a:avLst/>
              <a:gdLst/>
              <a:ahLst/>
              <a:cxnLst/>
              <a:rect l="l" t="t" r="r" b="b"/>
              <a:pathLst>
                <a:path w="16696" h="22111" extrusionOk="0">
                  <a:moveTo>
                    <a:pt x="8626" y="1"/>
                  </a:moveTo>
                  <a:cubicBezTo>
                    <a:pt x="8430" y="1"/>
                    <a:pt x="8236" y="13"/>
                    <a:pt x="8046" y="49"/>
                  </a:cubicBezTo>
                  <a:cubicBezTo>
                    <a:pt x="7441" y="170"/>
                    <a:pt x="6897" y="442"/>
                    <a:pt x="6352" y="775"/>
                  </a:cubicBezTo>
                  <a:cubicBezTo>
                    <a:pt x="3570" y="2438"/>
                    <a:pt x="3237" y="5130"/>
                    <a:pt x="2390" y="8033"/>
                  </a:cubicBezTo>
                  <a:cubicBezTo>
                    <a:pt x="1967" y="9485"/>
                    <a:pt x="1302" y="10876"/>
                    <a:pt x="908" y="12328"/>
                  </a:cubicBezTo>
                  <a:cubicBezTo>
                    <a:pt x="1" y="15413"/>
                    <a:pt x="1211" y="18407"/>
                    <a:pt x="2209" y="21311"/>
                  </a:cubicBezTo>
                  <a:cubicBezTo>
                    <a:pt x="2330" y="21674"/>
                    <a:pt x="2421" y="21916"/>
                    <a:pt x="2511" y="22097"/>
                  </a:cubicBezTo>
                  <a:cubicBezTo>
                    <a:pt x="2693" y="22087"/>
                    <a:pt x="2871" y="22084"/>
                    <a:pt x="3048" y="22084"/>
                  </a:cubicBezTo>
                  <a:cubicBezTo>
                    <a:pt x="3402" y="22084"/>
                    <a:pt x="3751" y="22097"/>
                    <a:pt x="4114" y="22097"/>
                  </a:cubicBezTo>
                  <a:cubicBezTo>
                    <a:pt x="4462" y="22105"/>
                    <a:pt x="4812" y="22110"/>
                    <a:pt x="5162" y="22110"/>
                  </a:cubicBezTo>
                  <a:cubicBezTo>
                    <a:pt x="6212" y="22110"/>
                    <a:pt x="7267" y="22059"/>
                    <a:pt x="8288" y="21855"/>
                  </a:cubicBezTo>
                  <a:cubicBezTo>
                    <a:pt x="9498" y="21583"/>
                    <a:pt x="10677" y="21220"/>
                    <a:pt x="11827" y="20827"/>
                  </a:cubicBezTo>
                  <a:cubicBezTo>
                    <a:pt x="13611" y="20192"/>
                    <a:pt x="15274" y="19768"/>
                    <a:pt x="15123" y="17591"/>
                  </a:cubicBezTo>
                  <a:cubicBezTo>
                    <a:pt x="14972" y="14778"/>
                    <a:pt x="14639" y="11239"/>
                    <a:pt x="15426" y="8517"/>
                  </a:cubicBezTo>
                  <a:cubicBezTo>
                    <a:pt x="15758" y="7398"/>
                    <a:pt x="15910" y="6582"/>
                    <a:pt x="16394" y="5553"/>
                  </a:cubicBezTo>
                  <a:cubicBezTo>
                    <a:pt x="16514" y="5251"/>
                    <a:pt x="16666" y="4948"/>
                    <a:pt x="16666" y="4646"/>
                  </a:cubicBezTo>
                  <a:cubicBezTo>
                    <a:pt x="16696" y="4404"/>
                    <a:pt x="16635" y="4192"/>
                    <a:pt x="16605" y="3981"/>
                  </a:cubicBezTo>
                  <a:cubicBezTo>
                    <a:pt x="15698" y="382"/>
                    <a:pt x="12704" y="351"/>
                    <a:pt x="9528" y="49"/>
                  </a:cubicBezTo>
                  <a:cubicBezTo>
                    <a:pt x="9234" y="31"/>
                    <a:pt x="8929" y="1"/>
                    <a:pt x="862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6"/>
            <p:cNvSpPr/>
            <p:nvPr/>
          </p:nvSpPr>
          <p:spPr>
            <a:xfrm>
              <a:off x="5929571" y="4151792"/>
              <a:ext cx="424378" cy="178826"/>
            </a:xfrm>
            <a:custGeom>
              <a:avLst/>
              <a:gdLst/>
              <a:ahLst/>
              <a:cxnLst/>
              <a:rect l="l" t="t" r="r" b="b"/>
              <a:pathLst>
                <a:path w="9680" h="4079" extrusionOk="0">
                  <a:moveTo>
                    <a:pt x="3822" y="0"/>
                  </a:moveTo>
                  <a:cubicBezTo>
                    <a:pt x="3799" y="0"/>
                    <a:pt x="3775" y="4"/>
                    <a:pt x="3751" y="12"/>
                  </a:cubicBezTo>
                  <a:cubicBezTo>
                    <a:pt x="3691" y="43"/>
                    <a:pt x="3660" y="73"/>
                    <a:pt x="3630" y="133"/>
                  </a:cubicBezTo>
                  <a:cubicBezTo>
                    <a:pt x="3207" y="527"/>
                    <a:pt x="2753" y="889"/>
                    <a:pt x="2239" y="1192"/>
                  </a:cubicBezTo>
                  <a:cubicBezTo>
                    <a:pt x="1994" y="1305"/>
                    <a:pt x="1726" y="1336"/>
                    <a:pt x="1457" y="1336"/>
                  </a:cubicBezTo>
                  <a:cubicBezTo>
                    <a:pt x="1293" y="1336"/>
                    <a:pt x="1129" y="1324"/>
                    <a:pt x="969" y="1313"/>
                  </a:cubicBezTo>
                  <a:cubicBezTo>
                    <a:pt x="736" y="1313"/>
                    <a:pt x="468" y="1223"/>
                    <a:pt x="218" y="1223"/>
                  </a:cubicBezTo>
                  <a:cubicBezTo>
                    <a:pt x="144" y="1223"/>
                    <a:pt x="71" y="1231"/>
                    <a:pt x="1" y="1252"/>
                  </a:cubicBezTo>
                  <a:cubicBezTo>
                    <a:pt x="182" y="2008"/>
                    <a:pt x="364" y="2855"/>
                    <a:pt x="666" y="3642"/>
                  </a:cubicBezTo>
                  <a:cubicBezTo>
                    <a:pt x="696" y="3702"/>
                    <a:pt x="727" y="3763"/>
                    <a:pt x="787" y="3823"/>
                  </a:cubicBezTo>
                  <a:cubicBezTo>
                    <a:pt x="878" y="3914"/>
                    <a:pt x="999" y="3914"/>
                    <a:pt x="1150" y="3944"/>
                  </a:cubicBezTo>
                  <a:cubicBezTo>
                    <a:pt x="2459" y="4011"/>
                    <a:pt x="3786" y="4078"/>
                    <a:pt x="5111" y="4078"/>
                  </a:cubicBezTo>
                  <a:cubicBezTo>
                    <a:pt x="6175" y="4078"/>
                    <a:pt x="7237" y="4035"/>
                    <a:pt x="8288" y="3914"/>
                  </a:cubicBezTo>
                  <a:cubicBezTo>
                    <a:pt x="8590" y="3884"/>
                    <a:pt x="8893" y="3853"/>
                    <a:pt x="9135" y="3642"/>
                  </a:cubicBezTo>
                  <a:cubicBezTo>
                    <a:pt x="9679" y="3218"/>
                    <a:pt x="9195" y="2613"/>
                    <a:pt x="8711" y="2432"/>
                  </a:cubicBezTo>
                  <a:cubicBezTo>
                    <a:pt x="7774" y="2099"/>
                    <a:pt x="6806" y="1948"/>
                    <a:pt x="5838" y="1646"/>
                  </a:cubicBezTo>
                  <a:cubicBezTo>
                    <a:pt x="5475" y="1555"/>
                    <a:pt x="4961" y="1434"/>
                    <a:pt x="4628" y="1222"/>
                  </a:cubicBezTo>
                  <a:cubicBezTo>
                    <a:pt x="4598" y="1222"/>
                    <a:pt x="4568" y="1222"/>
                    <a:pt x="4568" y="1192"/>
                  </a:cubicBezTo>
                  <a:cubicBezTo>
                    <a:pt x="4265" y="1010"/>
                    <a:pt x="4235" y="647"/>
                    <a:pt x="4144" y="315"/>
                  </a:cubicBezTo>
                  <a:cubicBezTo>
                    <a:pt x="4092" y="158"/>
                    <a:pt x="3972" y="0"/>
                    <a:pt x="382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6"/>
            <p:cNvSpPr/>
            <p:nvPr/>
          </p:nvSpPr>
          <p:spPr>
            <a:xfrm>
              <a:off x="5323652" y="2552976"/>
              <a:ext cx="704081" cy="707062"/>
            </a:xfrm>
            <a:custGeom>
              <a:avLst/>
              <a:gdLst/>
              <a:ahLst/>
              <a:cxnLst/>
              <a:rect l="l" t="t" r="r" b="b"/>
              <a:pathLst>
                <a:path w="16060" h="16128" extrusionOk="0">
                  <a:moveTo>
                    <a:pt x="14268" y="1"/>
                  </a:moveTo>
                  <a:cubicBezTo>
                    <a:pt x="13986" y="1"/>
                    <a:pt x="13705" y="15"/>
                    <a:pt x="13429" y="37"/>
                  </a:cubicBezTo>
                  <a:cubicBezTo>
                    <a:pt x="8317" y="370"/>
                    <a:pt x="5474" y="5904"/>
                    <a:pt x="3055" y="9685"/>
                  </a:cubicBezTo>
                  <a:cubicBezTo>
                    <a:pt x="2694" y="10256"/>
                    <a:pt x="598" y="12982"/>
                    <a:pt x="10" y="12982"/>
                  </a:cubicBezTo>
                  <a:cubicBezTo>
                    <a:pt x="6" y="12982"/>
                    <a:pt x="3" y="12982"/>
                    <a:pt x="0" y="12982"/>
                  </a:cubicBezTo>
                  <a:lnTo>
                    <a:pt x="0" y="12982"/>
                  </a:lnTo>
                  <a:cubicBezTo>
                    <a:pt x="1966" y="13133"/>
                    <a:pt x="3448" y="14101"/>
                    <a:pt x="5263" y="14645"/>
                  </a:cubicBezTo>
                  <a:cubicBezTo>
                    <a:pt x="6382" y="14978"/>
                    <a:pt x="7591" y="15976"/>
                    <a:pt x="8620" y="16127"/>
                  </a:cubicBezTo>
                  <a:cubicBezTo>
                    <a:pt x="8622" y="16127"/>
                    <a:pt x="8624" y="16127"/>
                    <a:pt x="8626" y="16127"/>
                  </a:cubicBezTo>
                  <a:cubicBezTo>
                    <a:pt x="8969" y="16127"/>
                    <a:pt x="10315" y="13645"/>
                    <a:pt x="10525" y="13314"/>
                  </a:cubicBezTo>
                  <a:cubicBezTo>
                    <a:pt x="11039" y="12467"/>
                    <a:pt x="11795" y="11469"/>
                    <a:pt x="11765" y="10441"/>
                  </a:cubicBezTo>
                  <a:cubicBezTo>
                    <a:pt x="11765" y="10229"/>
                    <a:pt x="11735" y="9987"/>
                    <a:pt x="11705" y="9776"/>
                  </a:cubicBezTo>
                  <a:cubicBezTo>
                    <a:pt x="11674" y="9382"/>
                    <a:pt x="11735" y="9019"/>
                    <a:pt x="12098" y="8868"/>
                  </a:cubicBezTo>
                  <a:cubicBezTo>
                    <a:pt x="12582" y="8687"/>
                    <a:pt x="12763" y="8959"/>
                    <a:pt x="13096" y="8415"/>
                  </a:cubicBezTo>
                  <a:cubicBezTo>
                    <a:pt x="13731" y="7417"/>
                    <a:pt x="14155" y="6146"/>
                    <a:pt x="14578" y="5027"/>
                  </a:cubicBezTo>
                  <a:cubicBezTo>
                    <a:pt x="15092" y="3696"/>
                    <a:pt x="16060" y="1942"/>
                    <a:pt x="15999" y="491"/>
                  </a:cubicBezTo>
                  <a:cubicBezTo>
                    <a:pt x="15999" y="430"/>
                    <a:pt x="15999" y="339"/>
                    <a:pt x="15969" y="279"/>
                  </a:cubicBezTo>
                  <a:cubicBezTo>
                    <a:pt x="15909" y="218"/>
                    <a:pt x="15818" y="188"/>
                    <a:pt x="15727" y="158"/>
                  </a:cubicBezTo>
                  <a:cubicBezTo>
                    <a:pt x="15248" y="43"/>
                    <a:pt x="14756" y="1"/>
                    <a:pt x="1426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6"/>
            <p:cNvSpPr/>
            <p:nvPr/>
          </p:nvSpPr>
          <p:spPr>
            <a:xfrm>
              <a:off x="5766484" y="2483445"/>
              <a:ext cx="369971" cy="665764"/>
            </a:xfrm>
            <a:custGeom>
              <a:avLst/>
              <a:gdLst/>
              <a:ahLst/>
              <a:cxnLst/>
              <a:rect l="l" t="t" r="r" b="b"/>
              <a:pathLst>
                <a:path w="8439" h="15186" extrusionOk="0">
                  <a:moveTo>
                    <a:pt x="4085" y="0"/>
                  </a:moveTo>
                  <a:cubicBezTo>
                    <a:pt x="3266" y="0"/>
                    <a:pt x="2596" y="420"/>
                    <a:pt x="2088" y="1260"/>
                  </a:cubicBezTo>
                  <a:cubicBezTo>
                    <a:pt x="1362" y="2440"/>
                    <a:pt x="817" y="3317"/>
                    <a:pt x="848" y="4738"/>
                  </a:cubicBezTo>
                  <a:cubicBezTo>
                    <a:pt x="878" y="7460"/>
                    <a:pt x="1" y="10091"/>
                    <a:pt x="364" y="12783"/>
                  </a:cubicBezTo>
                  <a:cubicBezTo>
                    <a:pt x="424" y="13146"/>
                    <a:pt x="515" y="13539"/>
                    <a:pt x="757" y="13811"/>
                  </a:cubicBezTo>
                  <a:cubicBezTo>
                    <a:pt x="1029" y="14144"/>
                    <a:pt x="1453" y="14295"/>
                    <a:pt x="1846" y="14416"/>
                  </a:cubicBezTo>
                  <a:cubicBezTo>
                    <a:pt x="3207" y="14809"/>
                    <a:pt x="4598" y="15051"/>
                    <a:pt x="5989" y="15172"/>
                  </a:cubicBezTo>
                  <a:cubicBezTo>
                    <a:pt x="6087" y="15180"/>
                    <a:pt x="6190" y="15186"/>
                    <a:pt x="6292" y="15186"/>
                  </a:cubicBezTo>
                  <a:cubicBezTo>
                    <a:pt x="6598" y="15186"/>
                    <a:pt x="6904" y="15135"/>
                    <a:pt x="7108" y="14930"/>
                  </a:cubicBezTo>
                  <a:cubicBezTo>
                    <a:pt x="7259" y="14749"/>
                    <a:pt x="7320" y="14477"/>
                    <a:pt x="7350" y="14205"/>
                  </a:cubicBezTo>
                  <a:cubicBezTo>
                    <a:pt x="7471" y="13418"/>
                    <a:pt x="7592" y="12632"/>
                    <a:pt x="7713" y="11846"/>
                  </a:cubicBezTo>
                  <a:cubicBezTo>
                    <a:pt x="7985" y="9668"/>
                    <a:pt x="8227" y="7490"/>
                    <a:pt x="8318" y="5313"/>
                  </a:cubicBezTo>
                  <a:cubicBezTo>
                    <a:pt x="8439" y="3165"/>
                    <a:pt x="7199" y="897"/>
                    <a:pt x="5052" y="171"/>
                  </a:cubicBezTo>
                  <a:cubicBezTo>
                    <a:pt x="4710" y="57"/>
                    <a:pt x="4387" y="0"/>
                    <a:pt x="408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6"/>
            <p:cNvSpPr/>
            <p:nvPr/>
          </p:nvSpPr>
          <p:spPr>
            <a:xfrm>
              <a:off x="5229483" y="1903174"/>
              <a:ext cx="261246" cy="268831"/>
            </a:xfrm>
            <a:custGeom>
              <a:avLst/>
              <a:gdLst/>
              <a:ahLst/>
              <a:cxnLst/>
              <a:rect l="l" t="t" r="r" b="b"/>
              <a:pathLst>
                <a:path w="5959" h="6132" extrusionOk="0">
                  <a:moveTo>
                    <a:pt x="2851" y="0"/>
                  </a:moveTo>
                  <a:cubicBezTo>
                    <a:pt x="2724" y="0"/>
                    <a:pt x="2592" y="12"/>
                    <a:pt x="2451" y="39"/>
                  </a:cubicBezTo>
                  <a:cubicBezTo>
                    <a:pt x="1906" y="130"/>
                    <a:pt x="1362" y="402"/>
                    <a:pt x="999" y="856"/>
                  </a:cubicBezTo>
                  <a:cubicBezTo>
                    <a:pt x="908" y="977"/>
                    <a:pt x="817" y="1128"/>
                    <a:pt x="727" y="1249"/>
                  </a:cubicBezTo>
                  <a:cubicBezTo>
                    <a:pt x="545" y="1642"/>
                    <a:pt x="364" y="2035"/>
                    <a:pt x="243" y="2459"/>
                  </a:cubicBezTo>
                  <a:cubicBezTo>
                    <a:pt x="152" y="2822"/>
                    <a:pt x="91" y="3185"/>
                    <a:pt x="61" y="3548"/>
                  </a:cubicBezTo>
                  <a:cubicBezTo>
                    <a:pt x="31" y="3759"/>
                    <a:pt x="31" y="3941"/>
                    <a:pt x="31" y="4152"/>
                  </a:cubicBezTo>
                  <a:cubicBezTo>
                    <a:pt x="1" y="4425"/>
                    <a:pt x="545" y="4999"/>
                    <a:pt x="696" y="5211"/>
                  </a:cubicBezTo>
                  <a:cubicBezTo>
                    <a:pt x="969" y="5483"/>
                    <a:pt x="1271" y="5725"/>
                    <a:pt x="1664" y="5876"/>
                  </a:cubicBezTo>
                  <a:cubicBezTo>
                    <a:pt x="2077" y="6031"/>
                    <a:pt x="2496" y="6131"/>
                    <a:pt x="2901" y="6131"/>
                  </a:cubicBezTo>
                  <a:cubicBezTo>
                    <a:pt x="3446" y="6131"/>
                    <a:pt x="3966" y="5951"/>
                    <a:pt x="4416" y="5483"/>
                  </a:cubicBezTo>
                  <a:cubicBezTo>
                    <a:pt x="4749" y="5120"/>
                    <a:pt x="5021" y="4636"/>
                    <a:pt x="5203" y="4152"/>
                  </a:cubicBezTo>
                  <a:cubicBezTo>
                    <a:pt x="5536" y="3427"/>
                    <a:pt x="5959" y="1400"/>
                    <a:pt x="5777" y="614"/>
                  </a:cubicBezTo>
                  <a:cubicBezTo>
                    <a:pt x="5706" y="340"/>
                    <a:pt x="5546" y="268"/>
                    <a:pt x="5335" y="268"/>
                  </a:cubicBezTo>
                  <a:cubicBezTo>
                    <a:pt x="5099" y="268"/>
                    <a:pt x="4799" y="359"/>
                    <a:pt x="4490" y="359"/>
                  </a:cubicBezTo>
                  <a:cubicBezTo>
                    <a:pt x="4375" y="359"/>
                    <a:pt x="4259" y="346"/>
                    <a:pt x="4144" y="311"/>
                  </a:cubicBezTo>
                  <a:cubicBezTo>
                    <a:pt x="3674" y="147"/>
                    <a:pt x="3295" y="0"/>
                    <a:pt x="285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46"/>
            <p:cNvSpPr/>
            <p:nvPr/>
          </p:nvSpPr>
          <p:spPr>
            <a:xfrm>
              <a:off x="5184415" y="1858764"/>
              <a:ext cx="316924" cy="218195"/>
            </a:xfrm>
            <a:custGeom>
              <a:avLst/>
              <a:gdLst/>
              <a:ahLst/>
              <a:cxnLst/>
              <a:rect l="l" t="t" r="r" b="b"/>
              <a:pathLst>
                <a:path w="7229" h="4977" extrusionOk="0">
                  <a:moveTo>
                    <a:pt x="3830" y="1"/>
                  </a:moveTo>
                  <a:cubicBezTo>
                    <a:pt x="3075" y="1"/>
                    <a:pt x="2326" y="212"/>
                    <a:pt x="1694" y="689"/>
                  </a:cubicBezTo>
                  <a:cubicBezTo>
                    <a:pt x="1543" y="810"/>
                    <a:pt x="1392" y="931"/>
                    <a:pt x="1301" y="1082"/>
                  </a:cubicBezTo>
                  <a:cubicBezTo>
                    <a:pt x="1180" y="1264"/>
                    <a:pt x="1119" y="1445"/>
                    <a:pt x="1059" y="1627"/>
                  </a:cubicBezTo>
                  <a:cubicBezTo>
                    <a:pt x="847" y="2353"/>
                    <a:pt x="0" y="4500"/>
                    <a:pt x="1029" y="4923"/>
                  </a:cubicBezTo>
                  <a:cubicBezTo>
                    <a:pt x="1124" y="4959"/>
                    <a:pt x="1229" y="4976"/>
                    <a:pt x="1336" y="4976"/>
                  </a:cubicBezTo>
                  <a:cubicBezTo>
                    <a:pt x="1500" y="4976"/>
                    <a:pt x="1669" y="4936"/>
                    <a:pt x="1815" y="4863"/>
                  </a:cubicBezTo>
                  <a:cubicBezTo>
                    <a:pt x="2239" y="4651"/>
                    <a:pt x="2450" y="4288"/>
                    <a:pt x="2511" y="3835"/>
                  </a:cubicBezTo>
                  <a:cubicBezTo>
                    <a:pt x="2541" y="3683"/>
                    <a:pt x="2541" y="3532"/>
                    <a:pt x="2692" y="3472"/>
                  </a:cubicBezTo>
                  <a:cubicBezTo>
                    <a:pt x="2721" y="3457"/>
                    <a:pt x="2750" y="3451"/>
                    <a:pt x="2780" y="3451"/>
                  </a:cubicBezTo>
                  <a:cubicBezTo>
                    <a:pt x="2873" y="3451"/>
                    <a:pt x="2971" y="3509"/>
                    <a:pt x="3085" y="3532"/>
                  </a:cubicBezTo>
                  <a:cubicBezTo>
                    <a:pt x="3112" y="3539"/>
                    <a:pt x="3137" y="3542"/>
                    <a:pt x="3162" y="3542"/>
                  </a:cubicBezTo>
                  <a:cubicBezTo>
                    <a:pt x="3487" y="3542"/>
                    <a:pt x="3736" y="3031"/>
                    <a:pt x="3932" y="2806"/>
                  </a:cubicBezTo>
                  <a:cubicBezTo>
                    <a:pt x="3993" y="2716"/>
                    <a:pt x="4053" y="2655"/>
                    <a:pt x="4144" y="2595"/>
                  </a:cubicBezTo>
                  <a:cubicBezTo>
                    <a:pt x="4179" y="2586"/>
                    <a:pt x="4215" y="2582"/>
                    <a:pt x="4250" y="2582"/>
                  </a:cubicBezTo>
                  <a:cubicBezTo>
                    <a:pt x="4336" y="2582"/>
                    <a:pt x="4421" y="2604"/>
                    <a:pt x="4507" y="2625"/>
                  </a:cubicBezTo>
                  <a:cubicBezTo>
                    <a:pt x="5021" y="2776"/>
                    <a:pt x="5565" y="2867"/>
                    <a:pt x="6080" y="2927"/>
                  </a:cubicBezTo>
                  <a:cubicBezTo>
                    <a:pt x="6164" y="2937"/>
                    <a:pt x="6251" y="2943"/>
                    <a:pt x="6337" y="2943"/>
                  </a:cubicBezTo>
                  <a:cubicBezTo>
                    <a:pt x="6530" y="2943"/>
                    <a:pt x="6720" y="2911"/>
                    <a:pt x="6866" y="2806"/>
                  </a:cubicBezTo>
                  <a:cubicBezTo>
                    <a:pt x="7168" y="2595"/>
                    <a:pt x="7229" y="2141"/>
                    <a:pt x="7108" y="1778"/>
                  </a:cubicBezTo>
                  <a:cubicBezTo>
                    <a:pt x="6896" y="1234"/>
                    <a:pt x="6443" y="810"/>
                    <a:pt x="5928" y="538"/>
                  </a:cubicBezTo>
                  <a:cubicBezTo>
                    <a:pt x="5290" y="197"/>
                    <a:pt x="4557" y="1"/>
                    <a:pt x="383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46"/>
            <p:cNvSpPr/>
            <p:nvPr/>
          </p:nvSpPr>
          <p:spPr>
            <a:xfrm>
              <a:off x="5362100" y="2229171"/>
              <a:ext cx="664318" cy="666203"/>
            </a:xfrm>
            <a:custGeom>
              <a:avLst/>
              <a:gdLst/>
              <a:ahLst/>
              <a:cxnLst/>
              <a:rect l="l" t="t" r="r" b="b"/>
              <a:pathLst>
                <a:path w="15153" h="15196" extrusionOk="0">
                  <a:moveTo>
                    <a:pt x="450" y="1"/>
                  </a:moveTo>
                  <a:cubicBezTo>
                    <a:pt x="341" y="1"/>
                    <a:pt x="231" y="5"/>
                    <a:pt x="121" y="13"/>
                  </a:cubicBezTo>
                  <a:cubicBezTo>
                    <a:pt x="91" y="13"/>
                    <a:pt x="30" y="13"/>
                    <a:pt x="0" y="43"/>
                  </a:cubicBezTo>
                  <a:cubicBezTo>
                    <a:pt x="30" y="225"/>
                    <a:pt x="30" y="436"/>
                    <a:pt x="30" y="648"/>
                  </a:cubicBezTo>
                  <a:cubicBezTo>
                    <a:pt x="756" y="1767"/>
                    <a:pt x="1180" y="3098"/>
                    <a:pt x="1482" y="4398"/>
                  </a:cubicBezTo>
                  <a:cubicBezTo>
                    <a:pt x="1633" y="5124"/>
                    <a:pt x="1724" y="5941"/>
                    <a:pt x="2208" y="6516"/>
                  </a:cubicBezTo>
                  <a:cubicBezTo>
                    <a:pt x="3085" y="7574"/>
                    <a:pt x="4476" y="7846"/>
                    <a:pt x="5747" y="7846"/>
                  </a:cubicBezTo>
                  <a:cubicBezTo>
                    <a:pt x="7077" y="7877"/>
                    <a:pt x="7894" y="8905"/>
                    <a:pt x="8378" y="10115"/>
                  </a:cubicBezTo>
                  <a:cubicBezTo>
                    <a:pt x="8832" y="11234"/>
                    <a:pt x="9013" y="12474"/>
                    <a:pt x="9618" y="13502"/>
                  </a:cubicBezTo>
                  <a:cubicBezTo>
                    <a:pt x="10141" y="14417"/>
                    <a:pt x="11092" y="15196"/>
                    <a:pt x="12102" y="15196"/>
                  </a:cubicBezTo>
                  <a:cubicBezTo>
                    <a:pt x="12261" y="15196"/>
                    <a:pt x="12421" y="15176"/>
                    <a:pt x="12582" y="15135"/>
                  </a:cubicBezTo>
                  <a:cubicBezTo>
                    <a:pt x="13459" y="14893"/>
                    <a:pt x="14064" y="14077"/>
                    <a:pt x="14397" y="13230"/>
                  </a:cubicBezTo>
                  <a:cubicBezTo>
                    <a:pt x="15153" y="11324"/>
                    <a:pt x="14850" y="9117"/>
                    <a:pt x="13852" y="7302"/>
                  </a:cubicBezTo>
                  <a:cubicBezTo>
                    <a:pt x="13701" y="7030"/>
                    <a:pt x="13519" y="6758"/>
                    <a:pt x="13338" y="6516"/>
                  </a:cubicBezTo>
                  <a:cubicBezTo>
                    <a:pt x="12340" y="5094"/>
                    <a:pt x="10949" y="3975"/>
                    <a:pt x="9436" y="3128"/>
                  </a:cubicBezTo>
                  <a:cubicBezTo>
                    <a:pt x="7924" y="2281"/>
                    <a:pt x="6321" y="1676"/>
                    <a:pt x="4658" y="1162"/>
                  </a:cubicBezTo>
                  <a:cubicBezTo>
                    <a:pt x="3308" y="712"/>
                    <a:pt x="1905" y="1"/>
                    <a:pt x="45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6"/>
            <p:cNvSpPr/>
            <p:nvPr/>
          </p:nvSpPr>
          <p:spPr>
            <a:xfrm>
              <a:off x="4778673" y="2213827"/>
              <a:ext cx="393864" cy="792332"/>
            </a:xfrm>
            <a:custGeom>
              <a:avLst/>
              <a:gdLst/>
              <a:ahLst/>
              <a:cxnLst/>
              <a:rect l="l" t="t" r="r" b="b"/>
              <a:pathLst>
                <a:path w="8984" h="18073" extrusionOk="0">
                  <a:moveTo>
                    <a:pt x="8167" y="0"/>
                  </a:moveTo>
                  <a:cubicBezTo>
                    <a:pt x="6231" y="272"/>
                    <a:pt x="4749" y="1210"/>
                    <a:pt x="3630" y="2510"/>
                  </a:cubicBezTo>
                  <a:cubicBezTo>
                    <a:pt x="2541" y="3750"/>
                    <a:pt x="2088" y="5444"/>
                    <a:pt x="1725" y="7017"/>
                  </a:cubicBezTo>
                  <a:cubicBezTo>
                    <a:pt x="1241" y="9073"/>
                    <a:pt x="757" y="11130"/>
                    <a:pt x="273" y="13156"/>
                  </a:cubicBezTo>
                  <a:cubicBezTo>
                    <a:pt x="152" y="13640"/>
                    <a:pt x="31" y="14124"/>
                    <a:pt x="31" y="14638"/>
                  </a:cubicBezTo>
                  <a:cubicBezTo>
                    <a:pt x="1" y="15425"/>
                    <a:pt x="243" y="16423"/>
                    <a:pt x="424" y="17179"/>
                  </a:cubicBezTo>
                  <a:cubicBezTo>
                    <a:pt x="601" y="17908"/>
                    <a:pt x="955" y="18072"/>
                    <a:pt x="1476" y="18072"/>
                  </a:cubicBezTo>
                  <a:cubicBezTo>
                    <a:pt x="1668" y="18072"/>
                    <a:pt x="1882" y="18050"/>
                    <a:pt x="2118" y="18026"/>
                  </a:cubicBezTo>
                  <a:cubicBezTo>
                    <a:pt x="3509" y="17875"/>
                    <a:pt x="5384" y="17451"/>
                    <a:pt x="6291" y="16332"/>
                  </a:cubicBezTo>
                  <a:cubicBezTo>
                    <a:pt x="6745" y="15818"/>
                    <a:pt x="6896" y="15092"/>
                    <a:pt x="7017" y="14396"/>
                  </a:cubicBezTo>
                  <a:cubicBezTo>
                    <a:pt x="7199" y="13459"/>
                    <a:pt x="7350" y="12521"/>
                    <a:pt x="7532" y="11584"/>
                  </a:cubicBezTo>
                  <a:cubicBezTo>
                    <a:pt x="8257" y="7773"/>
                    <a:pt x="8983" y="3811"/>
                    <a:pt x="816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6"/>
            <p:cNvSpPr/>
            <p:nvPr/>
          </p:nvSpPr>
          <p:spPr>
            <a:xfrm>
              <a:off x="5791693" y="2687172"/>
              <a:ext cx="88865" cy="408420"/>
            </a:xfrm>
            <a:custGeom>
              <a:avLst/>
              <a:gdLst/>
              <a:ahLst/>
              <a:cxnLst/>
              <a:rect l="l" t="t" r="r" b="b"/>
              <a:pathLst>
                <a:path w="2027" h="9316" fill="none" extrusionOk="0">
                  <a:moveTo>
                    <a:pt x="2027" y="0"/>
                  </a:moveTo>
                  <a:cubicBezTo>
                    <a:pt x="1422" y="2632"/>
                    <a:pt x="0" y="6624"/>
                    <a:pt x="0" y="9316"/>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6"/>
            <p:cNvSpPr/>
            <p:nvPr/>
          </p:nvSpPr>
          <p:spPr>
            <a:xfrm>
              <a:off x="4680558" y="2994800"/>
              <a:ext cx="818154" cy="631174"/>
            </a:xfrm>
            <a:custGeom>
              <a:avLst/>
              <a:gdLst/>
              <a:ahLst/>
              <a:cxnLst/>
              <a:rect l="l" t="t" r="r" b="b"/>
              <a:pathLst>
                <a:path w="18662" h="14397" fill="none" extrusionOk="0">
                  <a:moveTo>
                    <a:pt x="1" y="1815"/>
                  </a:moveTo>
                  <a:cubicBezTo>
                    <a:pt x="4386" y="817"/>
                    <a:pt x="9376" y="0"/>
                    <a:pt x="13338" y="1845"/>
                  </a:cubicBezTo>
                  <a:cubicBezTo>
                    <a:pt x="15939" y="3085"/>
                    <a:pt x="17694" y="5323"/>
                    <a:pt x="18177" y="7743"/>
                  </a:cubicBezTo>
                  <a:cubicBezTo>
                    <a:pt x="18661" y="10162"/>
                    <a:pt x="18177" y="12279"/>
                    <a:pt x="16665" y="14396"/>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6"/>
            <p:cNvSpPr/>
            <p:nvPr/>
          </p:nvSpPr>
          <p:spPr>
            <a:xfrm>
              <a:off x="5737330" y="3372660"/>
              <a:ext cx="11969" cy="129988"/>
            </a:xfrm>
            <a:custGeom>
              <a:avLst/>
              <a:gdLst/>
              <a:ahLst/>
              <a:cxnLst/>
              <a:rect l="l" t="t" r="r" b="b"/>
              <a:pathLst>
                <a:path w="273" h="2965" fill="none" extrusionOk="0">
                  <a:moveTo>
                    <a:pt x="273" y="2965"/>
                  </a:moveTo>
                  <a:cubicBezTo>
                    <a:pt x="152" y="2027"/>
                    <a:pt x="121" y="908"/>
                    <a:pt x="0" y="1"/>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46"/>
            <p:cNvSpPr/>
            <p:nvPr/>
          </p:nvSpPr>
          <p:spPr>
            <a:xfrm>
              <a:off x="5428387" y="3115449"/>
              <a:ext cx="365982" cy="18588"/>
            </a:xfrm>
            <a:custGeom>
              <a:avLst/>
              <a:gdLst/>
              <a:ahLst/>
              <a:cxnLst/>
              <a:rect l="l" t="t" r="r" b="b"/>
              <a:pathLst>
                <a:path w="8348" h="424" fill="none" extrusionOk="0">
                  <a:moveTo>
                    <a:pt x="8348" y="424"/>
                  </a:moveTo>
                  <a:cubicBezTo>
                    <a:pt x="5505" y="0"/>
                    <a:pt x="3660" y="363"/>
                    <a:pt x="0" y="363"/>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6"/>
            <p:cNvSpPr/>
            <p:nvPr/>
          </p:nvSpPr>
          <p:spPr>
            <a:xfrm>
              <a:off x="5429702" y="2521411"/>
              <a:ext cx="83604" cy="37177"/>
            </a:xfrm>
            <a:custGeom>
              <a:avLst/>
              <a:gdLst/>
              <a:ahLst/>
              <a:cxnLst/>
              <a:rect l="l" t="t" r="r" b="b"/>
              <a:pathLst>
                <a:path w="1907" h="848" fill="none" extrusionOk="0">
                  <a:moveTo>
                    <a:pt x="1906" y="848"/>
                  </a:moveTo>
                  <a:cubicBezTo>
                    <a:pt x="1483" y="636"/>
                    <a:pt x="212" y="424"/>
                    <a:pt x="1" y="1"/>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46"/>
            <p:cNvSpPr/>
            <p:nvPr/>
          </p:nvSpPr>
          <p:spPr>
            <a:xfrm>
              <a:off x="5257322" y="1984410"/>
              <a:ext cx="74310" cy="74310"/>
            </a:xfrm>
            <a:custGeom>
              <a:avLst/>
              <a:gdLst/>
              <a:ahLst/>
              <a:cxnLst/>
              <a:rect l="l" t="t" r="r" b="b"/>
              <a:pathLst>
                <a:path w="1695" h="1695" extrusionOk="0">
                  <a:moveTo>
                    <a:pt x="848" y="1"/>
                  </a:moveTo>
                  <a:cubicBezTo>
                    <a:pt x="364" y="1"/>
                    <a:pt x="1" y="394"/>
                    <a:pt x="1" y="848"/>
                  </a:cubicBezTo>
                  <a:cubicBezTo>
                    <a:pt x="1" y="1332"/>
                    <a:pt x="364" y="1695"/>
                    <a:pt x="848" y="1695"/>
                  </a:cubicBezTo>
                  <a:cubicBezTo>
                    <a:pt x="1301" y="1695"/>
                    <a:pt x="1695" y="1332"/>
                    <a:pt x="1695" y="848"/>
                  </a:cubicBezTo>
                  <a:cubicBezTo>
                    <a:pt x="1695" y="394"/>
                    <a:pt x="1301" y="1"/>
                    <a:pt x="84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6"/>
            <p:cNvSpPr/>
            <p:nvPr/>
          </p:nvSpPr>
          <p:spPr>
            <a:xfrm>
              <a:off x="4781347" y="2809574"/>
              <a:ext cx="810132" cy="179352"/>
            </a:xfrm>
            <a:custGeom>
              <a:avLst/>
              <a:gdLst/>
              <a:ahLst/>
              <a:cxnLst/>
              <a:rect l="l" t="t" r="r" b="b"/>
              <a:pathLst>
                <a:path w="18479" h="4091" extrusionOk="0">
                  <a:moveTo>
                    <a:pt x="3790" y="0"/>
                  </a:moveTo>
                  <a:cubicBezTo>
                    <a:pt x="2694" y="0"/>
                    <a:pt x="1613" y="204"/>
                    <a:pt x="605" y="626"/>
                  </a:cubicBezTo>
                  <a:cubicBezTo>
                    <a:pt x="454" y="686"/>
                    <a:pt x="303" y="747"/>
                    <a:pt x="182" y="838"/>
                  </a:cubicBezTo>
                  <a:cubicBezTo>
                    <a:pt x="30" y="1019"/>
                    <a:pt x="0" y="1261"/>
                    <a:pt x="30" y="1473"/>
                  </a:cubicBezTo>
                  <a:cubicBezTo>
                    <a:pt x="61" y="1715"/>
                    <a:pt x="151" y="1926"/>
                    <a:pt x="242" y="2138"/>
                  </a:cubicBezTo>
                  <a:cubicBezTo>
                    <a:pt x="333" y="2320"/>
                    <a:pt x="393" y="2471"/>
                    <a:pt x="484" y="2652"/>
                  </a:cubicBezTo>
                  <a:cubicBezTo>
                    <a:pt x="635" y="2985"/>
                    <a:pt x="786" y="3318"/>
                    <a:pt x="1059" y="3529"/>
                  </a:cubicBezTo>
                  <a:cubicBezTo>
                    <a:pt x="1389" y="3801"/>
                    <a:pt x="1782" y="3861"/>
                    <a:pt x="2181" y="3861"/>
                  </a:cubicBezTo>
                  <a:cubicBezTo>
                    <a:pt x="2403" y="3861"/>
                    <a:pt x="2627" y="3843"/>
                    <a:pt x="2843" y="3832"/>
                  </a:cubicBezTo>
                  <a:cubicBezTo>
                    <a:pt x="3690" y="3832"/>
                    <a:pt x="4567" y="3862"/>
                    <a:pt x="5414" y="3892"/>
                  </a:cubicBezTo>
                  <a:cubicBezTo>
                    <a:pt x="7017" y="3892"/>
                    <a:pt x="8650" y="3953"/>
                    <a:pt x="10253" y="3953"/>
                  </a:cubicBezTo>
                  <a:cubicBezTo>
                    <a:pt x="11674" y="3983"/>
                    <a:pt x="13066" y="3983"/>
                    <a:pt x="14487" y="4013"/>
                  </a:cubicBezTo>
                  <a:cubicBezTo>
                    <a:pt x="15153" y="4013"/>
                    <a:pt x="15848" y="4044"/>
                    <a:pt x="16514" y="4044"/>
                  </a:cubicBezTo>
                  <a:cubicBezTo>
                    <a:pt x="16828" y="4044"/>
                    <a:pt x="17208" y="4090"/>
                    <a:pt x="17528" y="4090"/>
                  </a:cubicBezTo>
                  <a:cubicBezTo>
                    <a:pt x="18100" y="4090"/>
                    <a:pt x="18479" y="3941"/>
                    <a:pt x="17935" y="3106"/>
                  </a:cubicBezTo>
                  <a:cubicBezTo>
                    <a:pt x="17465" y="2371"/>
                    <a:pt x="16594" y="1865"/>
                    <a:pt x="15713" y="1865"/>
                  </a:cubicBezTo>
                  <a:cubicBezTo>
                    <a:pt x="15687" y="1865"/>
                    <a:pt x="15662" y="1865"/>
                    <a:pt x="15637" y="1866"/>
                  </a:cubicBezTo>
                  <a:cubicBezTo>
                    <a:pt x="14977" y="1895"/>
                    <a:pt x="14345" y="2141"/>
                    <a:pt x="13715" y="2141"/>
                  </a:cubicBezTo>
                  <a:cubicBezTo>
                    <a:pt x="13680" y="2141"/>
                    <a:pt x="13645" y="2140"/>
                    <a:pt x="13610" y="2138"/>
                  </a:cubicBezTo>
                  <a:cubicBezTo>
                    <a:pt x="13217" y="2138"/>
                    <a:pt x="12824" y="2047"/>
                    <a:pt x="12431" y="1957"/>
                  </a:cubicBezTo>
                  <a:cubicBezTo>
                    <a:pt x="11070" y="1594"/>
                    <a:pt x="9739" y="1352"/>
                    <a:pt x="8408" y="959"/>
                  </a:cubicBezTo>
                  <a:cubicBezTo>
                    <a:pt x="7561" y="686"/>
                    <a:pt x="6714" y="414"/>
                    <a:pt x="5868" y="233"/>
                  </a:cubicBezTo>
                  <a:cubicBezTo>
                    <a:pt x="5505" y="172"/>
                    <a:pt x="5111" y="82"/>
                    <a:pt x="4749" y="51"/>
                  </a:cubicBezTo>
                  <a:cubicBezTo>
                    <a:pt x="4429" y="17"/>
                    <a:pt x="4109" y="0"/>
                    <a:pt x="37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6"/>
            <p:cNvSpPr/>
            <p:nvPr/>
          </p:nvSpPr>
          <p:spPr>
            <a:xfrm>
              <a:off x="5899101" y="2915230"/>
              <a:ext cx="1359" cy="44"/>
            </a:xfrm>
            <a:custGeom>
              <a:avLst/>
              <a:gdLst/>
              <a:ahLst/>
              <a:cxnLst/>
              <a:rect l="l" t="t" r="r" b="b"/>
              <a:pathLst>
                <a:path w="31" h="1" extrusionOk="0">
                  <a:moveTo>
                    <a:pt x="30" y="0"/>
                  </a:moveTo>
                  <a:lnTo>
                    <a:pt x="0"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6"/>
            <p:cNvSpPr/>
            <p:nvPr/>
          </p:nvSpPr>
          <p:spPr>
            <a:xfrm>
              <a:off x="6584590" y="2294713"/>
              <a:ext cx="1036919" cy="527754"/>
            </a:xfrm>
            <a:custGeom>
              <a:avLst/>
              <a:gdLst/>
              <a:ahLst/>
              <a:cxnLst/>
              <a:rect l="l" t="t" r="r" b="b"/>
              <a:pathLst>
                <a:path w="23652" h="12038" extrusionOk="0">
                  <a:moveTo>
                    <a:pt x="727" y="0"/>
                  </a:moveTo>
                  <a:cubicBezTo>
                    <a:pt x="303" y="0"/>
                    <a:pt x="1" y="363"/>
                    <a:pt x="61" y="786"/>
                  </a:cubicBezTo>
                  <a:lnTo>
                    <a:pt x="2057" y="11493"/>
                  </a:lnTo>
                  <a:cubicBezTo>
                    <a:pt x="2118" y="11826"/>
                    <a:pt x="2420" y="12037"/>
                    <a:pt x="2723" y="12037"/>
                  </a:cubicBezTo>
                  <a:lnTo>
                    <a:pt x="22926" y="12037"/>
                  </a:lnTo>
                  <a:cubicBezTo>
                    <a:pt x="23319" y="12037"/>
                    <a:pt x="23652" y="11674"/>
                    <a:pt x="23561" y="11251"/>
                  </a:cubicBezTo>
                  <a:lnTo>
                    <a:pt x="21565" y="544"/>
                  </a:lnTo>
                  <a:cubicBezTo>
                    <a:pt x="21504" y="212"/>
                    <a:pt x="21232" y="0"/>
                    <a:pt x="2090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6"/>
            <p:cNvSpPr/>
            <p:nvPr/>
          </p:nvSpPr>
          <p:spPr>
            <a:xfrm>
              <a:off x="6975734" y="2655344"/>
              <a:ext cx="267910" cy="136607"/>
            </a:xfrm>
            <a:custGeom>
              <a:avLst/>
              <a:gdLst/>
              <a:ahLst/>
              <a:cxnLst/>
              <a:rect l="l" t="t" r="r" b="b"/>
              <a:pathLst>
                <a:path w="6111" h="3116" extrusionOk="0">
                  <a:moveTo>
                    <a:pt x="212" y="0"/>
                  </a:moveTo>
                  <a:cubicBezTo>
                    <a:pt x="91" y="0"/>
                    <a:pt x="1" y="121"/>
                    <a:pt x="31" y="242"/>
                  </a:cubicBezTo>
                  <a:lnTo>
                    <a:pt x="545" y="2964"/>
                  </a:lnTo>
                  <a:cubicBezTo>
                    <a:pt x="545" y="3055"/>
                    <a:pt x="636" y="3116"/>
                    <a:pt x="727" y="3116"/>
                  </a:cubicBezTo>
                  <a:lnTo>
                    <a:pt x="5898" y="3116"/>
                  </a:lnTo>
                  <a:cubicBezTo>
                    <a:pt x="6019" y="3116"/>
                    <a:pt x="6110" y="3025"/>
                    <a:pt x="6080" y="2904"/>
                  </a:cubicBezTo>
                  <a:lnTo>
                    <a:pt x="5566" y="152"/>
                  </a:lnTo>
                  <a:cubicBezTo>
                    <a:pt x="5566" y="61"/>
                    <a:pt x="5475" y="0"/>
                    <a:pt x="538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6"/>
            <p:cNvSpPr/>
            <p:nvPr/>
          </p:nvSpPr>
          <p:spPr>
            <a:xfrm>
              <a:off x="6930666" y="2954993"/>
              <a:ext cx="279835" cy="22578"/>
            </a:xfrm>
            <a:custGeom>
              <a:avLst/>
              <a:gdLst/>
              <a:ahLst/>
              <a:cxnLst/>
              <a:rect l="l" t="t" r="r" b="b"/>
              <a:pathLst>
                <a:path w="6383" h="515" extrusionOk="0">
                  <a:moveTo>
                    <a:pt x="0" y="1"/>
                  </a:moveTo>
                  <a:lnTo>
                    <a:pt x="0" y="515"/>
                  </a:lnTo>
                  <a:lnTo>
                    <a:pt x="6382" y="515"/>
                  </a:lnTo>
                  <a:lnTo>
                    <a:pt x="638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46"/>
            <p:cNvSpPr/>
            <p:nvPr/>
          </p:nvSpPr>
          <p:spPr>
            <a:xfrm>
              <a:off x="7057935" y="2721630"/>
              <a:ext cx="63700" cy="237397"/>
            </a:xfrm>
            <a:custGeom>
              <a:avLst/>
              <a:gdLst/>
              <a:ahLst/>
              <a:cxnLst/>
              <a:rect l="l" t="t" r="r" b="b"/>
              <a:pathLst>
                <a:path w="1453" h="5415" fill="none" extrusionOk="0">
                  <a:moveTo>
                    <a:pt x="364" y="5414"/>
                  </a:moveTo>
                  <a:cubicBezTo>
                    <a:pt x="1" y="3570"/>
                    <a:pt x="394" y="1573"/>
                    <a:pt x="1453" y="1"/>
                  </a:cubicBez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6"/>
            <p:cNvSpPr/>
            <p:nvPr/>
          </p:nvSpPr>
          <p:spPr>
            <a:xfrm>
              <a:off x="4528081" y="3006724"/>
              <a:ext cx="44" cy="1381638"/>
            </a:xfrm>
            <a:custGeom>
              <a:avLst/>
              <a:gdLst/>
              <a:ahLst/>
              <a:cxnLst/>
              <a:rect l="l" t="t" r="r" b="b"/>
              <a:pathLst>
                <a:path w="1" h="31515" fill="none" extrusionOk="0">
                  <a:moveTo>
                    <a:pt x="0" y="0"/>
                  </a:moveTo>
                  <a:lnTo>
                    <a:pt x="0" y="31515"/>
                  </a:ln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6"/>
            <p:cNvSpPr/>
            <p:nvPr/>
          </p:nvSpPr>
          <p:spPr>
            <a:xfrm>
              <a:off x="8497916" y="3006724"/>
              <a:ext cx="44" cy="1381638"/>
            </a:xfrm>
            <a:custGeom>
              <a:avLst/>
              <a:gdLst/>
              <a:ahLst/>
              <a:cxnLst/>
              <a:rect l="l" t="t" r="r" b="b"/>
              <a:pathLst>
                <a:path w="1" h="31515" fill="none" extrusionOk="0">
                  <a:moveTo>
                    <a:pt x="0" y="0"/>
                  </a:moveTo>
                  <a:lnTo>
                    <a:pt x="0" y="31515"/>
                  </a:lnTo>
                </a:path>
              </a:pathLst>
            </a:custGeom>
            <a:solidFill>
              <a:schemeClr val="dk2"/>
            </a:solidFill>
            <a:ln w="9525" cap="flat" cmpd="sng">
              <a:solidFill>
                <a:schemeClr val="dk1"/>
              </a:solidFill>
              <a:prstDash val="solid"/>
              <a:miter lim="30244"/>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6"/>
            <p:cNvSpPr/>
            <p:nvPr/>
          </p:nvSpPr>
          <p:spPr>
            <a:xfrm>
              <a:off x="5195025" y="2948373"/>
              <a:ext cx="781021" cy="34503"/>
            </a:xfrm>
            <a:custGeom>
              <a:avLst/>
              <a:gdLst/>
              <a:ahLst/>
              <a:cxnLst/>
              <a:rect l="l" t="t" r="r" b="b"/>
              <a:pathLst>
                <a:path w="17815" h="787" extrusionOk="0">
                  <a:moveTo>
                    <a:pt x="394" y="0"/>
                  </a:moveTo>
                  <a:cubicBezTo>
                    <a:pt x="182" y="0"/>
                    <a:pt x="0" y="182"/>
                    <a:pt x="0" y="394"/>
                  </a:cubicBezTo>
                  <a:cubicBezTo>
                    <a:pt x="0" y="605"/>
                    <a:pt x="182" y="787"/>
                    <a:pt x="394" y="787"/>
                  </a:cubicBezTo>
                  <a:lnTo>
                    <a:pt x="17421" y="787"/>
                  </a:lnTo>
                  <a:cubicBezTo>
                    <a:pt x="17633" y="787"/>
                    <a:pt x="17814" y="605"/>
                    <a:pt x="17814" y="394"/>
                  </a:cubicBezTo>
                  <a:cubicBezTo>
                    <a:pt x="17814" y="182"/>
                    <a:pt x="17633" y="0"/>
                    <a:pt x="1742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6"/>
            <p:cNvSpPr/>
            <p:nvPr/>
          </p:nvSpPr>
          <p:spPr>
            <a:xfrm>
              <a:off x="5311684" y="2575773"/>
              <a:ext cx="726659" cy="407104"/>
            </a:xfrm>
            <a:custGeom>
              <a:avLst/>
              <a:gdLst/>
              <a:ahLst/>
              <a:cxnLst/>
              <a:rect l="l" t="t" r="r" b="b"/>
              <a:pathLst>
                <a:path w="16575" h="9286" extrusionOk="0">
                  <a:moveTo>
                    <a:pt x="1906" y="1"/>
                  </a:moveTo>
                  <a:cubicBezTo>
                    <a:pt x="1604" y="1"/>
                    <a:pt x="1362" y="243"/>
                    <a:pt x="1301" y="545"/>
                  </a:cubicBezTo>
                  <a:lnTo>
                    <a:pt x="1" y="9286"/>
                  </a:lnTo>
                  <a:lnTo>
                    <a:pt x="15214" y="9286"/>
                  </a:lnTo>
                  <a:lnTo>
                    <a:pt x="16514" y="696"/>
                  </a:lnTo>
                  <a:cubicBezTo>
                    <a:pt x="16575" y="334"/>
                    <a:pt x="16303" y="1"/>
                    <a:pt x="1594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6"/>
            <p:cNvSpPr/>
            <p:nvPr/>
          </p:nvSpPr>
          <p:spPr>
            <a:xfrm>
              <a:off x="7280688" y="2957667"/>
              <a:ext cx="627228" cy="19904"/>
            </a:xfrm>
            <a:custGeom>
              <a:avLst/>
              <a:gdLst/>
              <a:ahLst/>
              <a:cxnLst/>
              <a:rect l="l" t="t" r="r" b="b"/>
              <a:pathLst>
                <a:path w="14307" h="454" extrusionOk="0">
                  <a:moveTo>
                    <a:pt x="1" y="0"/>
                  </a:moveTo>
                  <a:lnTo>
                    <a:pt x="1" y="454"/>
                  </a:lnTo>
                  <a:lnTo>
                    <a:pt x="14307" y="454"/>
                  </a:lnTo>
                  <a:lnTo>
                    <a:pt x="14307"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46"/>
            <p:cNvSpPr/>
            <p:nvPr/>
          </p:nvSpPr>
          <p:spPr>
            <a:xfrm>
              <a:off x="7772621" y="2840964"/>
              <a:ext cx="346122" cy="129988"/>
            </a:xfrm>
            <a:custGeom>
              <a:avLst/>
              <a:gdLst/>
              <a:ahLst/>
              <a:cxnLst/>
              <a:rect l="l" t="t" r="r" b="b"/>
              <a:pathLst>
                <a:path w="7895" h="2965" extrusionOk="0">
                  <a:moveTo>
                    <a:pt x="6895" y="874"/>
                  </a:moveTo>
                  <a:cubicBezTo>
                    <a:pt x="7010" y="874"/>
                    <a:pt x="7118" y="901"/>
                    <a:pt x="7199" y="999"/>
                  </a:cubicBezTo>
                  <a:cubicBezTo>
                    <a:pt x="7320" y="1150"/>
                    <a:pt x="7320" y="1331"/>
                    <a:pt x="7199" y="1483"/>
                  </a:cubicBezTo>
                  <a:cubicBezTo>
                    <a:pt x="7078" y="1664"/>
                    <a:pt x="6866" y="1755"/>
                    <a:pt x="6685" y="1846"/>
                  </a:cubicBezTo>
                  <a:cubicBezTo>
                    <a:pt x="6443" y="1967"/>
                    <a:pt x="6201" y="2057"/>
                    <a:pt x="5959" y="2118"/>
                  </a:cubicBezTo>
                  <a:cubicBezTo>
                    <a:pt x="5747" y="2178"/>
                    <a:pt x="5566" y="2209"/>
                    <a:pt x="5354" y="2239"/>
                  </a:cubicBezTo>
                  <a:cubicBezTo>
                    <a:pt x="5747" y="1906"/>
                    <a:pt x="6110" y="1483"/>
                    <a:pt x="6322" y="999"/>
                  </a:cubicBezTo>
                  <a:lnTo>
                    <a:pt x="6594" y="908"/>
                  </a:lnTo>
                  <a:cubicBezTo>
                    <a:pt x="6692" y="894"/>
                    <a:pt x="6796" y="874"/>
                    <a:pt x="6895" y="874"/>
                  </a:cubicBezTo>
                  <a:close/>
                  <a:moveTo>
                    <a:pt x="1" y="1"/>
                  </a:moveTo>
                  <a:cubicBezTo>
                    <a:pt x="243" y="1694"/>
                    <a:pt x="1634" y="2965"/>
                    <a:pt x="3297" y="2965"/>
                  </a:cubicBezTo>
                  <a:cubicBezTo>
                    <a:pt x="3842" y="2965"/>
                    <a:pt x="4356" y="2844"/>
                    <a:pt x="4810" y="2602"/>
                  </a:cubicBezTo>
                  <a:cubicBezTo>
                    <a:pt x="4900" y="2632"/>
                    <a:pt x="5021" y="2632"/>
                    <a:pt x="5112" y="2662"/>
                  </a:cubicBezTo>
                  <a:cubicBezTo>
                    <a:pt x="5384" y="2662"/>
                    <a:pt x="5626" y="2632"/>
                    <a:pt x="5868" y="2602"/>
                  </a:cubicBezTo>
                  <a:cubicBezTo>
                    <a:pt x="6352" y="2541"/>
                    <a:pt x="6866" y="2360"/>
                    <a:pt x="7259" y="2088"/>
                  </a:cubicBezTo>
                  <a:cubicBezTo>
                    <a:pt x="7622" y="1815"/>
                    <a:pt x="7895" y="1392"/>
                    <a:pt x="7713" y="938"/>
                  </a:cubicBezTo>
                  <a:cubicBezTo>
                    <a:pt x="7653" y="727"/>
                    <a:pt x="7471" y="545"/>
                    <a:pt x="7259" y="454"/>
                  </a:cubicBezTo>
                  <a:cubicBezTo>
                    <a:pt x="7154" y="394"/>
                    <a:pt x="7033" y="371"/>
                    <a:pt x="6908" y="371"/>
                  </a:cubicBezTo>
                  <a:cubicBezTo>
                    <a:pt x="6783" y="371"/>
                    <a:pt x="6654" y="394"/>
                    <a:pt x="6534" y="424"/>
                  </a:cubicBezTo>
                  <a:cubicBezTo>
                    <a:pt x="6594" y="273"/>
                    <a:pt x="6594" y="152"/>
                    <a:pt x="662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46"/>
            <p:cNvSpPr/>
            <p:nvPr/>
          </p:nvSpPr>
          <p:spPr>
            <a:xfrm>
              <a:off x="7705019" y="2960297"/>
              <a:ext cx="434943" cy="15958"/>
            </a:xfrm>
            <a:custGeom>
              <a:avLst/>
              <a:gdLst/>
              <a:ahLst/>
              <a:cxnLst/>
              <a:rect l="l" t="t" r="r" b="b"/>
              <a:pathLst>
                <a:path w="9921" h="364" extrusionOk="0">
                  <a:moveTo>
                    <a:pt x="0" y="1"/>
                  </a:moveTo>
                  <a:lnTo>
                    <a:pt x="0" y="364"/>
                  </a:lnTo>
                  <a:lnTo>
                    <a:pt x="9920" y="364"/>
                  </a:lnTo>
                  <a:lnTo>
                    <a:pt x="9920"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6"/>
            <p:cNvSpPr/>
            <p:nvPr/>
          </p:nvSpPr>
          <p:spPr>
            <a:xfrm>
              <a:off x="4916594" y="3074502"/>
              <a:ext cx="1223856" cy="924073"/>
            </a:xfrm>
            <a:custGeom>
              <a:avLst/>
              <a:gdLst/>
              <a:ahLst/>
              <a:cxnLst/>
              <a:rect l="l" t="t" r="r" b="b"/>
              <a:pathLst>
                <a:path w="27916" h="21078" extrusionOk="0">
                  <a:moveTo>
                    <a:pt x="5142" y="0"/>
                  </a:moveTo>
                  <a:cubicBezTo>
                    <a:pt x="3445" y="0"/>
                    <a:pt x="1231" y="550"/>
                    <a:pt x="696" y="2235"/>
                  </a:cubicBezTo>
                  <a:cubicBezTo>
                    <a:pt x="0" y="4473"/>
                    <a:pt x="2329" y="6983"/>
                    <a:pt x="4083" y="7981"/>
                  </a:cubicBezTo>
                  <a:cubicBezTo>
                    <a:pt x="5898" y="9010"/>
                    <a:pt x="8015" y="9372"/>
                    <a:pt x="10071" y="9524"/>
                  </a:cubicBezTo>
                  <a:cubicBezTo>
                    <a:pt x="11063" y="9605"/>
                    <a:pt x="12059" y="9646"/>
                    <a:pt x="13055" y="9646"/>
                  </a:cubicBezTo>
                  <a:cubicBezTo>
                    <a:pt x="15006" y="9646"/>
                    <a:pt x="16961" y="9491"/>
                    <a:pt x="18902" y="9191"/>
                  </a:cubicBezTo>
                  <a:lnTo>
                    <a:pt x="18902" y="9191"/>
                  </a:lnTo>
                  <a:cubicBezTo>
                    <a:pt x="18788" y="9227"/>
                    <a:pt x="20385" y="18115"/>
                    <a:pt x="20476" y="18839"/>
                  </a:cubicBezTo>
                  <a:cubicBezTo>
                    <a:pt x="20566" y="19414"/>
                    <a:pt x="20657" y="19988"/>
                    <a:pt x="21020" y="20412"/>
                  </a:cubicBezTo>
                  <a:cubicBezTo>
                    <a:pt x="21564" y="21017"/>
                    <a:pt x="22472" y="21047"/>
                    <a:pt x="23258" y="21047"/>
                  </a:cubicBezTo>
                  <a:lnTo>
                    <a:pt x="26041" y="21077"/>
                  </a:lnTo>
                  <a:cubicBezTo>
                    <a:pt x="26494" y="21077"/>
                    <a:pt x="26978" y="21047"/>
                    <a:pt x="27341" y="20775"/>
                  </a:cubicBezTo>
                  <a:cubicBezTo>
                    <a:pt x="27916" y="20381"/>
                    <a:pt x="27916" y="19535"/>
                    <a:pt x="27855" y="18839"/>
                  </a:cubicBezTo>
                  <a:cubicBezTo>
                    <a:pt x="27613" y="16087"/>
                    <a:pt x="27220" y="13334"/>
                    <a:pt x="26676" y="10612"/>
                  </a:cubicBezTo>
                  <a:cubicBezTo>
                    <a:pt x="26222" y="8253"/>
                    <a:pt x="25950" y="5683"/>
                    <a:pt x="24347" y="3807"/>
                  </a:cubicBezTo>
                  <a:cubicBezTo>
                    <a:pt x="22381" y="1539"/>
                    <a:pt x="19266" y="904"/>
                    <a:pt x="16393" y="662"/>
                  </a:cubicBezTo>
                  <a:cubicBezTo>
                    <a:pt x="12854" y="390"/>
                    <a:pt x="9315" y="299"/>
                    <a:pt x="5777" y="27"/>
                  </a:cubicBezTo>
                  <a:cubicBezTo>
                    <a:pt x="5577" y="9"/>
                    <a:pt x="5364" y="0"/>
                    <a:pt x="514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6"/>
            <p:cNvSpPr/>
            <p:nvPr/>
          </p:nvSpPr>
          <p:spPr>
            <a:xfrm>
              <a:off x="6209360" y="2692476"/>
              <a:ext cx="205569" cy="282465"/>
            </a:xfrm>
            <a:custGeom>
              <a:avLst/>
              <a:gdLst/>
              <a:ahLst/>
              <a:cxnLst/>
              <a:rect l="l" t="t" r="r" b="b"/>
              <a:pathLst>
                <a:path w="4689" h="6443" extrusionOk="0">
                  <a:moveTo>
                    <a:pt x="0" y="0"/>
                  </a:moveTo>
                  <a:lnTo>
                    <a:pt x="847" y="6442"/>
                  </a:lnTo>
                  <a:lnTo>
                    <a:pt x="3841" y="6442"/>
                  </a:lnTo>
                  <a:lnTo>
                    <a:pt x="468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6"/>
            <p:cNvSpPr/>
            <p:nvPr/>
          </p:nvSpPr>
          <p:spPr>
            <a:xfrm>
              <a:off x="6223959" y="2806505"/>
              <a:ext cx="176371" cy="168436"/>
            </a:xfrm>
            <a:custGeom>
              <a:avLst/>
              <a:gdLst/>
              <a:ahLst/>
              <a:cxnLst/>
              <a:rect l="l" t="t" r="r" b="b"/>
              <a:pathLst>
                <a:path w="4023" h="3842" extrusionOk="0">
                  <a:moveTo>
                    <a:pt x="0" y="0"/>
                  </a:moveTo>
                  <a:lnTo>
                    <a:pt x="514" y="3841"/>
                  </a:lnTo>
                  <a:lnTo>
                    <a:pt x="3508" y="3841"/>
                  </a:lnTo>
                  <a:lnTo>
                    <a:pt x="4023"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6"/>
            <p:cNvSpPr/>
            <p:nvPr/>
          </p:nvSpPr>
          <p:spPr>
            <a:xfrm>
              <a:off x="7457058" y="2687654"/>
              <a:ext cx="1156254" cy="897418"/>
            </a:xfrm>
            <a:custGeom>
              <a:avLst/>
              <a:gdLst/>
              <a:ahLst/>
              <a:cxnLst/>
              <a:rect l="l" t="t" r="r" b="b"/>
              <a:pathLst>
                <a:path w="26374" h="20470" extrusionOk="0">
                  <a:moveTo>
                    <a:pt x="21169" y="1"/>
                  </a:moveTo>
                  <a:cubicBezTo>
                    <a:pt x="20965" y="1"/>
                    <a:pt x="20763" y="26"/>
                    <a:pt x="20567" y="80"/>
                  </a:cubicBezTo>
                  <a:cubicBezTo>
                    <a:pt x="18571" y="594"/>
                    <a:pt x="18238" y="2772"/>
                    <a:pt x="18238" y="4466"/>
                  </a:cubicBezTo>
                  <a:cubicBezTo>
                    <a:pt x="18238" y="6946"/>
                    <a:pt x="18177" y="9547"/>
                    <a:pt x="17815" y="12027"/>
                  </a:cubicBezTo>
                  <a:cubicBezTo>
                    <a:pt x="17603" y="13690"/>
                    <a:pt x="17119" y="15626"/>
                    <a:pt x="15637" y="16594"/>
                  </a:cubicBezTo>
                  <a:cubicBezTo>
                    <a:pt x="13278" y="18106"/>
                    <a:pt x="10465" y="18499"/>
                    <a:pt x="7743" y="18680"/>
                  </a:cubicBezTo>
                  <a:cubicBezTo>
                    <a:pt x="6352" y="18771"/>
                    <a:pt x="4961" y="18832"/>
                    <a:pt x="3600" y="19013"/>
                  </a:cubicBezTo>
                  <a:cubicBezTo>
                    <a:pt x="3206" y="19043"/>
                    <a:pt x="1" y="19346"/>
                    <a:pt x="908" y="20223"/>
                  </a:cubicBezTo>
                  <a:cubicBezTo>
                    <a:pt x="1124" y="20439"/>
                    <a:pt x="1510" y="20470"/>
                    <a:pt x="1867" y="20470"/>
                  </a:cubicBezTo>
                  <a:cubicBezTo>
                    <a:pt x="2010" y="20470"/>
                    <a:pt x="2148" y="20465"/>
                    <a:pt x="2269" y="20465"/>
                  </a:cubicBezTo>
                  <a:lnTo>
                    <a:pt x="13913" y="20435"/>
                  </a:lnTo>
                  <a:lnTo>
                    <a:pt x="22170" y="20435"/>
                  </a:lnTo>
                  <a:cubicBezTo>
                    <a:pt x="25920" y="20435"/>
                    <a:pt x="26374" y="15747"/>
                    <a:pt x="26283" y="12964"/>
                  </a:cubicBezTo>
                  <a:cubicBezTo>
                    <a:pt x="26192" y="9758"/>
                    <a:pt x="25950" y="6068"/>
                    <a:pt x="24680" y="3105"/>
                  </a:cubicBezTo>
                  <a:cubicBezTo>
                    <a:pt x="24317" y="2227"/>
                    <a:pt x="23863" y="1411"/>
                    <a:pt x="23168" y="776"/>
                  </a:cubicBezTo>
                  <a:cubicBezTo>
                    <a:pt x="22604" y="306"/>
                    <a:pt x="21877" y="1"/>
                    <a:pt x="2116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6"/>
            <p:cNvSpPr/>
            <p:nvPr/>
          </p:nvSpPr>
          <p:spPr>
            <a:xfrm>
              <a:off x="4595683" y="2502867"/>
              <a:ext cx="1197376" cy="1262611"/>
            </a:xfrm>
            <a:custGeom>
              <a:avLst/>
              <a:gdLst/>
              <a:ahLst/>
              <a:cxnLst/>
              <a:rect l="l" t="t" r="r" b="b"/>
              <a:pathLst>
                <a:path w="27312" h="28800" extrusionOk="0">
                  <a:moveTo>
                    <a:pt x="2027" y="0"/>
                  </a:moveTo>
                  <a:cubicBezTo>
                    <a:pt x="455" y="4749"/>
                    <a:pt x="1" y="9921"/>
                    <a:pt x="1301" y="14760"/>
                  </a:cubicBezTo>
                  <a:cubicBezTo>
                    <a:pt x="2602" y="19568"/>
                    <a:pt x="5747" y="23954"/>
                    <a:pt x="10163" y="26283"/>
                  </a:cubicBezTo>
                  <a:cubicBezTo>
                    <a:pt x="13248" y="27886"/>
                    <a:pt x="16787" y="28430"/>
                    <a:pt x="20265" y="28672"/>
                  </a:cubicBezTo>
                  <a:cubicBezTo>
                    <a:pt x="20909" y="28705"/>
                    <a:pt x="21919" y="28800"/>
                    <a:pt x="22981" y="28800"/>
                  </a:cubicBezTo>
                  <a:cubicBezTo>
                    <a:pt x="24812" y="28800"/>
                    <a:pt x="26795" y="28519"/>
                    <a:pt x="27312" y="27160"/>
                  </a:cubicBezTo>
                  <a:cubicBezTo>
                    <a:pt x="27191" y="27099"/>
                    <a:pt x="27070" y="27039"/>
                    <a:pt x="26949" y="26978"/>
                  </a:cubicBezTo>
                  <a:cubicBezTo>
                    <a:pt x="26888" y="26948"/>
                    <a:pt x="26828" y="26918"/>
                    <a:pt x="26737" y="26888"/>
                  </a:cubicBezTo>
                  <a:cubicBezTo>
                    <a:pt x="26072" y="26706"/>
                    <a:pt x="25376" y="26525"/>
                    <a:pt x="24680" y="26343"/>
                  </a:cubicBezTo>
                  <a:cubicBezTo>
                    <a:pt x="23168" y="25920"/>
                    <a:pt x="21716" y="25375"/>
                    <a:pt x="20325" y="24710"/>
                  </a:cubicBezTo>
                  <a:cubicBezTo>
                    <a:pt x="17633" y="23379"/>
                    <a:pt x="15002" y="21897"/>
                    <a:pt x="12734" y="19962"/>
                  </a:cubicBezTo>
                  <a:cubicBezTo>
                    <a:pt x="10617" y="18147"/>
                    <a:pt x="8711" y="16090"/>
                    <a:pt x="7199" y="13731"/>
                  </a:cubicBezTo>
                  <a:cubicBezTo>
                    <a:pt x="6473" y="12612"/>
                    <a:pt x="5868" y="11403"/>
                    <a:pt x="5294" y="10193"/>
                  </a:cubicBezTo>
                  <a:cubicBezTo>
                    <a:pt x="4749" y="9043"/>
                    <a:pt x="4205" y="7894"/>
                    <a:pt x="3691" y="6715"/>
                  </a:cubicBezTo>
                  <a:cubicBezTo>
                    <a:pt x="2814" y="4658"/>
                    <a:pt x="1967" y="2359"/>
                    <a:pt x="2027" y="91"/>
                  </a:cubicBezTo>
                  <a:lnTo>
                    <a:pt x="2027"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6"/>
            <p:cNvSpPr/>
            <p:nvPr/>
          </p:nvSpPr>
          <p:spPr>
            <a:xfrm>
              <a:off x="4386213" y="2976211"/>
              <a:ext cx="4244346" cy="47786"/>
            </a:xfrm>
            <a:custGeom>
              <a:avLst/>
              <a:gdLst/>
              <a:ahLst/>
              <a:cxnLst/>
              <a:rect l="l" t="t" r="r" b="b"/>
              <a:pathLst>
                <a:path w="96813" h="1090" extrusionOk="0">
                  <a:moveTo>
                    <a:pt x="0" y="1"/>
                  </a:moveTo>
                  <a:lnTo>
                    <a:pt x="0" y="1089"/>
                  </a:lnTo>
                  <a:lnTo>
                    <a:pt x="96813" y="1089"/>
                  </a:lnTo>
                  <a:lnTo>
                    <a:pt x="96813"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Function to Get &amp; Remove Album Cover</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err="1"/>
              <a:t>image_current_path</a:t>
            </a:r>
            <a:r>
              <a:rPr lang="en-US" sz="1200" dirty="0"/>
              <a:t>=</a:t>
            </a:r>
            <a:r>
              <a:rPr lang="en-US" sz="1200" dirty="0" err="1"/>
              <a:t>song_box.get</a:t>
            </a:r>
            <a:r>
              <a:rPr lang="en-US" sz="1200" dirty="0"/>
              <a:t>(ACTIVE)</a:t>
            </a:r>
          </a:p>
          <a:p>
            <a:pPr marL="114300" indent="0">
              <a:buNone/>
            </a:pPr>
            <a:r>
              <a:rPr lang="en-US" sz="1200" dirty="0"/>
              <a:t>    </a:t>
            </a:r>
            <a:r>
              <a:rPr lang="en-US" sz="1200" dirty="0" err="1"/>
              <a:t>image_current_path</a:t>
            </a:r>
            <a:r>
              <a:rPr lang="en-US" sz="1200" dirty="0"/>
              <a:t>=</a:t>
            </a:r>
            <a:r>
              <a:rPr lang="en-US" sz="1200" dirty="0" err="1"/>
              <a:t>f'C</a:t>
            </a:r>
            <a:r>
              <a:rPr lang="en-US" sz="1200" dirty="0"/>
              <a:t>:/Python Project/</a:t>
            </a:r>
            <a:r>
              <a:rPr lang="en-US" sz="1200" dirty="0" err="1"/>
              <a:t>musicplayer</a:t>
            </a:r>
            <a:r>
              <a:rPr lang="en-US" sz="1200" dirty="0"/>
              <a:t>-main/</a:t>
            </a:r>
            <a:r>
              <a:rPr lang="en-US" sz="1200" dirty="0" err="1"/>
              <a:t>img</a:t>
            </a:r>
            <a:r>
              <a:rPr lang="en-US" sz="1200" dirty="0"/>
              <a:t>/{</a:t>
            </a:r>
            <a:r>
              <a:rPr lang="en-US" sz="1200" dirty="0" err="1"/>
              <a:t>image_current_path</a:t>
            </a:r>
            <a:r>
              <a:rPr lang="en-US" sz="1200" dirty="0"/>
              <a:t>}.jpg'</a:t>
            </a:r>
          </a:p>
          <a:p>
            <a:pPr marL="114300" indent="0">
              <a:buNone/>
            </a:pPr>
            <a:r>
              <a:rPr lang="en-US" sz="1200" dirty="0"/>
              <a:t>    image1 = </a:t>
            </a:r>
            <a:r>
              <a:rPr lang="en-US" sz="1200" dirty="0" err="1"/>
              <a:t>Image.open</a:t>
            </a:r>
            <a:r>
              <a:rPr lang="en-US" sz="1200" dirty="0"/>
              <a:t>(</a:t>
            </a:r>
            <a:r>
              <a:rPr lang="en-US" sz="1200" dirty="0" err="1"/>
              <a:t>image_current_path</a:t>
            </a:r>
            <a:r>
              <a:rPr lang="en-US" sz="1200" dirty="0"/>
              <a:t>)</a:t>
            </a:r>
          </a:p>
          <a:p>
            <a:pPr marL="114300" indent="0">
              <a:buNone/>
            </a:pPr>
            <a:r>
              <a:rPr lang="en-US" sz="1200" dirty="0"/>
              <a:t>    image2=image1.resize((170, 170))</a:t>
            </a:r>
          </a:p>
          <a:p>
            <a:pPr marL="114300" indent="0">
              <a:buNone/>
            </a:pPr>
            <a:r>
              <a:rPr lang="en-US" sz="1200" dirty="0"/>
              <a:t>    global load</a:t>
            </a:r>
          </a:p>
          <a:p>
            <a:pPr marL="114300" indent="0">
              <a:buNone/>
            </a:pPr>
            <a:r>
              <a:rPr lang="en-US" sz="1200" dirty="0"/>
              <a:t>    load = </a:t>
            </a:r>
            <a:r>
              <a:rPr lang="en-US" sz="1200" dirty="0" err="1"/>
              <a:t>ImageTk.PhotoImage</a:t>
            </a:r>
            <a:r>
              <a:rPr lang="en-US" sz="1200" dirty="0"/>
              <a:t>(image2)</a:t>
            </a:r>
          </a:p>
          <a:p>
            <a:pPr marL="114300" indent="0">
              <a:buNone/>
            </a:pPr>
            <a:r>
              <a:rPr lang="en-US" sz="1200" dirty="0"/>
              <a:t>    label1.configure(image=load)</a:t>
            </a:r>
          </a:p>
          <a:p>
            <a:pPr marL="114300" indent="0">
              <a:buNone/>
            </a:pPr>
            <a:r>
              <a:rPr lang="en-US" sz="1200" dirty="0"/>
              <a:t>    label1.grid(row=0, column=0)</a:t>
            </a:r>
          </a:p>
          <a:p>
            <a:pPr marL="114300" indent="0">
              <a:buNone/>
            </a:pPr>
            <a:endParaRPr lang="en-US" sz="1200" dirty="0"/>
          </a:p>
          <a:p>
            <a:pPr marL="114300" indent="0">
              <a:buNone/>
            </a:pPr>
            <a:r>
              <a:rPr lang="en-US" sz="1200" dirty="0" err="1"/>
              <a:t>image_current_path</a:t>
            </a:r>
            <a:r>
              <a:rPr lang="en-US" sz="1200" dirty="0"/>
              <a:t>=</a:t>
            </a:r>
            <a:r>
              <a:rPr lang="en-US" sz="1200" dirty="0" err="1"/>
              <a:t>f'C</a:t>
            </a:r>
            <a:r>
              <a:rPr lang="en-US" sz="1200" dirty="0"/>
              <a:t>:/Python Project/</a:t>
            </a:r>
            <a:r>
              <a:rPr lang="en-US" sz="1200" dirty="0" err="1"/>
              <a:t>musicplayer</a:t>
            </a:r>
            <a:r>
              <a:rPr lang="en-US" sz="1200" dirty="0"/>
              <a:t>-main/</a:t>
            </a:r>
            <a:r>
              <a:rPr lang="en-US" sz="1200" dirty="0" err="1"/>
              <a:t>img</a:t>
            </a:r>
            <a:r>
              <a:rPr lang="en-US" sz="1200" dirty="0"/>
              <a:t>/Transparent.png'</a:t>
            </a:r>
          </a:p>
          <a:p>
            <a:pPr marL="114300" indent="0">
              <a:buNone/>
            </a:pPr>
            <a:r>
              <a:rPr lang="en-US" sz="1200" dirty="0"/>
              <a:t>    image1 = </a:t>
            </a:r>
            <a:r>
              <a:rPr lang="en-US" sz="1200" dirty="0" err="1"/>
              <a:t>Image.open</a:t>
            </a:r>
            <a:r>
              <a:rPr lang="en-US" sz="1200" dirty="0"/>
              <a:t>(</a:t>
            </a:r>
            <a:r>
              <a:rPr lang="en-US" sz="1200" dirty="0" err="1"/>
              <a:t>image_current_path</a:t>
            </a:r>
            <a:r>
              <a:rPr lang="en-US" sz="1200" dirty="0"/>
              <a:t>)</a:t>
            </a:r>
          </a:p>
          <a:p>
            <a:pPr marL="114300" indent="0">
              <a:buNone/>
            </a:pPr>
            <a:r>
              <a:rPr lang="en-US" sz="1200" dirty="0"/>
              <a:t>    image2=image1.resize((170, 170))</a:t>
            </a:r>
          </a:p>
          <a:p>
            <a:pPr marL="114300" indent="0">
              <a:buNone/>
            </a:pPr>
            <a:r>
              <a:rPr lang="en-US" sz="1200" dirty="0"/>
              <a:t>    load = </a:t>
            </a:r>
            <a:r>
              <a:rPr lang="en-US" sz="1200" dirty="0" err="1"/>
              <a:t>ImageTk.PhotoImage</a:t>
            </a:r>
            <a:r>
              <a:rPr lang="en-US" sz="1200" dirty="0"/>
              <a:t>(image2)</a:t>
            </a:r>
          </a:p>
          <a:p>
            <a:pPr marL="114300" indent="0">
              <a:buNone/>
            </a:pPr>
            <a:r>
              <a:rPr lang="en-US" sz="1200" dirty="0"/>
              <a:t>    label1.configure(image=load)</a:t>
            </a:r>
          </a:p>
          <a:p>
            <a:pPr marL="114300" indent="0">
              <a:buNone/>
            </a:pPr>
            <a:r>
              <a:rPr lang="en-US" sz="1200" dirty="0"/>
              <a:t>    label1.image=load</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p:txBody>
          <a:bodyPr/>
          <a:lstStyle/>
          <a:p>
            <a:pPr marL="114300" indent="0">
              <a:buNone/>
            </a:pPr>
            <a:r>
              <a:rPr lang="en-US" sz="1400" dirty="0"/>
              <a:t>The get album cover is invoked through play function, </a:t>
            </a:r>
            <a:r>
              <a:rPr lang="en-US" sz="1400" dirty="0" err="1"/>
              <a:t>next_song</a:t>
            </a:r>
            <a:r>
              <a:rPr lang="en-US" sz="1400" dirty="0"/>
              <a:t> function and the </a:t>
            </a:r>
            <a:r>
              <a:rPr lang="en-US" sz="1400" dirty="0" err="1"/>
              <a:t>previous_song</a:t>
            </a:r>
            <a:r>
              <a:rPr lang="en-US" sz="1400" dirty="0"/>
              <a:t> function.</a:t>
            </a:r>
          </a:p>
          <a:p>
            <a:pPr marL="114300" indent="0">
              <a:buNone/>
            </a:pPr>
            <a:endParaRPr lang="en-US" sz="1400" dirty="0"/>
          </a:p>
          <a:p>
            <a:pPr marL="114300" indent="0">
              <a:buNone/>
            </a:pPr>
            <a:r>
              <a:rPr lang="en-US" sz="1400" dirty="0"/>
              <a:t>The </a:t>
            </a:r>
            <a:r>
              <a:rPr lang="en-US" sz="1400" dirty="0" err="1"/>
              <a:t>get_album_cover</a:t>
            </a:r>
            <a:r>
              <a:rPr lang="en-US" sz="1400" dirty="0"/>
              <a:t> is based on pillow (PIL), Image and </a:t>
            </a:r>
            <a:r>
              <a:rPr lang="en-US" sz="1400" dirty="0" err="1"/>
              <a:t>ImageTk</a:t>
            </a:r>
            <a:r>
              <a:rPr lang="en-US" sz="1400" dirty="0"/>
              <a:t> module.</a:t>
            </a:r>
          </a:p>
          <a:p>
            <a:pPr marL="114300" indent="0">
              <a:buNone/>
            </a:pPr>
            <a:endParaRPr lang="en-US" sz="1400" dirty="0"/>
          </a:p>
          <a:p>
            <a:pPr marL="114300" indent="0">
              <a:buNone/>
            </a:pPr>
            <a:r>
              <a:rPr lang="en-US" sz="1400" dirty="0"/>
              <a:t>The module PIL consist of Image and </a:t>
            </a:r>
            <a:r>
              <a:rPr lang="en-US" sz="1400" dirty="0" err="1"/>
              <a:t>ImageTk</a:t>
            </a:r>
            <a:r>
              <a:rPr lang="en-US" sz="1400" dirty="0"/>
              <a:t> module which is used to load the image in the label (text line).</a:t>
            </a:r>
          </a:p>
          <a:p>
            <a:pPr marL="114300" indent="0">
              <a:buNone/>
            </a:pPr>
            <a:endParaRPr lang="en-US" sz="1400" dirty="0"/>
          </a:p>
          <a:p>
            <a:pPr marL="114300" indent="0">
              <a:buNone/>
            </a:pPr>
            <a:r>
              <a:rPr lang="en-US" sz="1400" dirty="0"/>
              <a:t>.open function is used to open the image and the .</a:t>
            </a:r>
            <a:r>
              <a:rPr lang="en-US" sz="1400" dirty="0" err="1"/>
              <a:t>PhotoImage</a:t>
            </a:r>
            <a:r>
              <a:rPr lang="en-US" sz="1400" dirty="0"/>
              <a:t> is used to load the image in any variable (here load).</a:t>
            </a:r>
          </a:p>
        </p:txBody>
      </p:sp>
    </p:spTree>
    <p:extLst>
      <p:ext uri="{BB962C8B-B14F-4D97-AF65-F5344CB8AC3E}">
        <p14:creationId xmlns:p14="http://schemas.microsoft.com/office/powerpoint/2010/main" val="38399537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Continued..</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713225" y="1072200"/>
            <a:ext cx="7717800" cy="3460200"/>
          </a:xfrm>
        </p:spPr>
        <p:txBody>
          <a:bodyPr/>
          <a:lstStyle/>
          <a:p>
            <a:pPr marL="114300" indent="0">
              <a:buNone/>
            </a:pPr>
            <a:r>
              <a:rPr lang="en-US" sz="1400" dirty="0"/>
              <a:t>The remove album cover is invoked when deleting one or all song, deleting all the songs saved, and stopping the song.</a:t>
            </a:r>
          </a:p>
          <a:p>
            <a:pPr marL="114300" indent="0">
              <a:buNone/>
            </a:pPr>
            <a:endParaRPr lang="en-US" sz="1400" dirty="0"/>
          </a:p>
          <a:p>
            <a:pPr marL="114300" indent="0">
              <a:buNone/>
            </a:pPr>
            <a:r>
              <a:rPr lang="en-US" sz="1400" dirty="0"/>
              <a:t>The function opens a transparent image and loads it to the label .</a:t>
            </a:r>
          </a:p>
        </p:txBody>
      </p:sp>
    </p:spTree>
    <p:extLst>
      <p:ext uri="{BB962C8B-B14F-4D97-AF65-F5344CB8AC3E}">
        <p14:creationId xmlns:p14="http://schemas.microsoft.com/office/powerpoint/2010/main" val="18250798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p58"/>
          <p:cNvSpPr/>
          <p:nvPr/>
        </p:nvSpPr>
        <p:spPr>
          <a:xfrm>
            <a:off x="859725" y="10730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8"/>
          <p:cNvSpPr txBox="1">
            <a:spLocks noGrp="1"/>
          </p:cNvSpPr>
          <p:nvPr>
            <p:ph type="title"/>
          </p:nvPr>
        </p:nvSpPr>
        <p:spPr>
          <a:xfrm>
            <a:off x="5033450" y="3035600"/>
            <a:ext cx="34917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t>Playing &amp; Stopping Function</a:t>
            </a:r>
            <a:endParaRPr dirty="0"/>
          </a:p>
        </p:txBody>
      </p:sp>
      <p:sp>
        <p:nvSpPr>
          <p:cNvPr id="986" name="Google Shape;986;p58"/>
          <p:cNvSpPr txBox="1">
            <a:spLocks noGrp="1"/>
          </p:cNvSpPr>
          <p:nvPr>
            <p:ph type="title" idx="2"/>
          </p:nvPr>
        </p:nvSpPr>
        <p:spPr>
          <a:xfrm>
            <a:off x="5033450" y="1035675"/>
            <a:ext cx="1948500" cy="123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06</a:t>
            </a:r>
            <a:endParaRPr dirty="0"/>
          </a:p>
        </p:txBody>
      </p:sp>
      <p:grpSp>
        <p:nvGrpSpPr>
          <p:cNvPr id="987" name="Google Shape;987;p58"/>
          <p:cNvGrpSpPr/>
          <p:nvPr/>
        </p:nvGrpSpPr>
        <p:grpSpPr>
          <a:xfrm>
            <a:off x="1235610" y="1101991"/>
            <a:ext cx="2119080" cy="3241580"/>
            <a:chOff x="1799800" y="1859275"/>
            <a:chExt cx="2007275" cy="3070550"/>
          </a:xfrm>
        </p:grpSpPr>
        <p:sp>
          <p:nvSpPr>
            <p:cNvPr id="988" name="Google Shape;988;p58"/>
            <p:cNvSpPr/>
            <p:nvPr/>
          </p:nvSpPr>
          <p:spPr>
            <a:xfrm>
              <a:off x="3207450" y="1859275"/>
              <a:ext cx="476200" cy="361950"/>
            </a:xfrm>
            <a:custGeom>
              <a:avLst/>
              <a:gdLst/>
              <a:ahLst/>
              <a:cxnLst/>
              <a:rect l="l" t="t" r="r" b="b"/>
              <a:pathLst>
                <a:path w="19048" h="14478" extrusionOk="0">
                  <a:moveTo>
                    <a:pt x="19048" y="0"/>
                  </a:moveTo>
                  <a:lnTo>
                    <a:pt x="1" y="3603"/>
                  </a:lnTo>
                  <a:lnTo>
                    <a:pt x="2903" y="5938"/>
                  </a:lnTo>
                  <a:lnTo>
                    <a:pt x="3937" y="11042"/>
                  </a:lnTo>
                  <a:lnTo>
                    <a:pt x="5472" y="8240"/>
                  </a:lnTo>
                  <a:lnTo>
                    <a:pt x="11042" y="14477"/>
                  </a:lnTo>
                  <a:lnTo>
                    <a:pt x="19048" y="0"/>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8"/>
            <p:cNvSpPr/>
            <p:nvPr/>
          </p:nvSpPr>
          <p:spPr>
            <a:xfrm>
              <a:off x="3245000" y="1910150"/>
              <a:ext cx="367775" cy="284400"/>
            </a:xfrm>
            <a:custGeom>
              <a:avLst/>
              <a:gdLst/>
              <a:ahLst/>
              <a:cxnLst/>
              <a:rect l="l" t="t" r="r" b="b"/>
              <a:pathLst>
                <a:path w="14711" h="11376" extrusionOk="0">
                  <a:moveTo>
                    <a:pt x="14711" y="0"/>
                  </a:moveTo>
                  <a:lnTo>
                    <a:pt x="1401" y="3903"/>
                  </a:lnTo>
                  <a:lnTo>
                    <a:pt x="0" y="9240"/>
                  </a:lnTo>
                  <a:lnTo>
                    <a:pt x="3236" y="11375"/>
                  </a:lnTo>
                  <a:lnTo>
                    <a:pt x="3970" y="6205"/>
                  </a:lnTo>
                  <a:lnTo>
                    <a:pt x="1471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8"/>
            <p:cNvSpPr/>
            <p:nvPr/>
          </p:nvSpPr>
          <p:spPr>
            <a:xfrm>
              <a:off x="3425950" y="3608850"/>
              <a:ext cx="381125" cy="1318475"/>
            </a:xfrm>
            <a:custGeom>
              <a:avLst/>
              <a:gdLst/>
              <a:ahLst/>
              <a:cxnLst/>
              <a:rect l="l" t="t" r="r" b="b"/>
              <a:pathLst>
                <a:path w="15245" h="52739" fill="none" extrusionOk="0">
                  <a:moveTo>
                    <a:pt x="1" y="52739"/>
                  </a:moveTo>
                  <a:lnTo>
                    <a:pt x="7139" y="201"/>
                  </a:lnTo>
                  <a:cubicBezTo>
                    <a:pt x="7172" y="34"/>
                    <a:pt x="7406" y="1"/>
                    <a:pt x="7439" y="168"/>
                  </a:cubicBezTo>
                  <a:lnTo>
                    <a:pt x="15245" y="5273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8"/>
            <p:cNvSpPr/>
            <p:nvPr/>
          </p:nvSpPr>
          <p:spPr>
            <a:xfrm>
              <a:off x="2452750" y="4050000"/>
              <a:ext cx="514575" cy="876500"/>
            </a:xfrm>
            <a:custGeom>
              <a:avLst/>
              <a:gdLst/>
              <a:ahLst/>
              <a:cxnLst/>
              <a:rect l="l" t="t" r="r" b="b"/>
              <a:pathLst>
                <a:path w="20583" h="35060" fill="none" extrusionOk="0">
                  <a:moveTo>
                    <a:pt x="1" y="34826"/>
                  </a:moveTo>
                  <a:lnTo>
                    <a:pt x="8607" y="1"/>
                  </a:lnTo>
                  <a:lnTo>
                    <a:pt x="20582" y="3505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8"/>
            <p:cNvSpPr/>
            <p:nvPr/>
          </p:nvSpPr>
          <p:spPr>
            <a:xfrm>
              <a:off x="3245825" y="3208350"/>
              <a:ext cx="253525" cy="598275"/>
            </a:xfrm>
            <a:custGeom>
              <a:avLst/>
              <a:gdLst/>
              <a:ahLst/>
              <a:cxnLst/>
              <a:rect l="l" t="t" r="r" b="b"/>
              <a:pathLst>
                <a:path w="10141" h="23931" extrusionOk="0">
                  <a:moveTo>
                    <a:pt x="4741" y="1"/>
                  </a:moveTo>
                  <a:cubicBezTo>
                    <a:pt x="4127" y="1"/>
                    <a:pt x="3528" y="125"/>
                    <a:pt x="3036" y="410"/>
                  </a:cubicBezTo>
                  <a:cubicBezTo>
                    <a:pt x="1835" y="1144"/>
                    <a:pt x="1168" y="2878"/>
                    <a:pt x="801" y="4146"/>
                  </a:cubicBezTo>
                  <a:cubicBezTo>
                    <a:pt x="100" y="6381"/>
                    <a:pt x="0" y="8716"/>
                    <a:pt x="67" y="11051"/>
                  </a:cubicBezTo>
                  <a:cubicBezTo>
                    <a:pt x="134" y="13185"/>
                    <a:pt x="367" y="15354"/>
                    <a:pt x="401" y="17522"/>
                  </a:cubicBezTo>
                  <a:cubicBezTo>
                    <a:pt x="434" y="18723"/>
                    <a:pt x="401" y="19890"/>
                    <a:pt x="334" y="21091"/>
                  </a:cubicBezTo>
                  <a:cubicBezTo>
                    <a:pt x="301" y="21658"/>
                    <a:pt x="267" y="22259"/>
                    <a:pt x="601" y="22726"/>
                  </a:cubicBezTo>
                  <a:cubicBezTo>
                    <a:pt x="801" y="22993"/>
                    <a:pt x="1101" y="23193"/>
                    <a:pt x="1401" y="23326"/>
                  </a:cubicBezTo>
                  <a:cubicBezTo>
                    <a:pt x="2110" y="23680"/>
                    <a:pt x="2934" y="23931"/>
                    <a:pt x="3714" y="23931"/>
                  </a:cubicBezTo>
                  <a:cubicBezTo>
                    <a:pt x="4330" y="23931"/>
                    <a:pt x="4919" y="23775"/>
                    <a:pt x="5404" y="23393"/>
                  </a:cubicBezTo>
                  <a:cubicBezTo>
                    <a:pt x="6238" y="22759"/>
                    <a:pt x="6538" y="21658"/>
                    <a:pt x="6805" y="20624"/>
                  </a:cubicBezTo>
                  <a:cubicBezTo>
                    <a:pt x="8039" y="15854"/>
                    <a:pt x="10141" y="10584"/>
                    <a:pt x="9841" y="5613"/>
                  </a:cubicBezTo>
                  <a:cubicBezTo>
                    <a:pt x="9741" y="3745"/>
                    <a:pt x="8940" y="1811"/>
                    <a:pt x="7406" y="777"/>
                  </a:cubicBezTo>
                  <a:cubicBezTo>
                    <a:pt x="6712" y="308"/>
                    <a:pt x="5707" y="1"/>
                    <a:pt x="4741"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8"/>
            <p:cNvSpPr/>
            <p:nvPr/>
          </p:nvSpPr>
          <p:spPr>
            <a:xfrm>
              <a:off x="3252500" y="3638875"/>
              <a:ext cx="176800" cy="167400"/>
            </a:xfrm>
            <a:custGeom>
              <a:avLst/>
              <a:gdLst/>
              <a:ahLst/>
              <a:cxnLst/>
              <a:rect l="l" t="t" r="r" b="b"/>
              <a:pathLst>
                <a:path w="7072" h="6696" extrusionOk="0">
                  <a:moveTo>
                    <a:pt x="134" y="1"/>
                  </a:moveTo>
                  <a:cubicBezTo>
                    <a:pt x="134" y="101"/>
                    <a:pt x="134" y="201"/>
                    <a:pt x="134" y="301"/>
                  </a:cubicBezTo>
                  <a:cubicBezTo>
                    <a:pt x="167" y="1468"/>
                    <a:pt x="134" y="2669"/>
                    <a:pt x="67" y="3870"/>
                  </a:cubicBezTo>
                  <a:cubicBezTo>
                    <a:pt x="34" y="4437"/>
                    <a:pt x="0" y="5038"/>
                    <a:pt x="334" y="5471"/>
                  </a:cubicBezTo>
                  <a:cubicBezTo>
                    <a:pt x="534" y="5772"/>
                    <a:pt x="834" y="5938"/>
                    <a:pt x="1134" y="6105"/>
                  </a:cubicBezTo>
                  <a:cubicBezTo>
                    <a:pt x="1838" y="6457"/>
                    <a:pt x="2655" y="6696"/>
                    <a:pt x="3431" y="6696"/>
                  </a:cubicBezTo>
                  <a:cubicBezTo>
                    <a:pt x="4053" y="6696"/>
                    <a:pt x="4648" y="6543"/>
                    <a:pt x="5137" y="6172"/>
                  </a:cubicBezTo>
                  <a:cubicBezTo>
                    <a:pt x="5971" y="5505"/>
                    <a:pt x="6305" y="4437"/>
                    <a:pt x="6538" y="3403"/>
                  </a:cubicBezTo>
                  <a:cubicBezTo>
                    <a:pt x="6705" y="2769"/>
                    <a:pt x="6905" y="2136"/>
                    <a:pt x="7072" y="1502"/>
                  </a:cubicBezTo>
                  <a:cubicBezTo>
                    <a:pt x="6071" y="1402"/>
                    <a:pt x="5071" y="1235"/>
                    <a:pt x="4070" y="1001"/>
                  </a:cubicBezTo>
                  <a:cubicBezTo>
                    <a:pt x="2836" y="768"/>
                    <a:pt x="1635" y="434"/>
                    <a:pt x="434" y="101"/>
                  </a:cubicBezTo>
                  <a:cubicBezTo>
                    <a:pt x="334" y="67"/>
                    <a:pt x="234" y="34"/>
                    <a:pt x="134"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8"/>
            <p:cNvSpPr/>
            <p:nvPr/>
          </p:nvSpPr>
          <p:spPr>
            <a:xfrm>
              <a:off x="3263325" y="4245150"/>
              <a:ext cx="243550" cy="622175"/>
            </a:xfrm>
            <a:custGeom>
              <a:avLst/>
              <a:gdLst/>
              <a:ahLst/>
              <a:cxnLst/>
              <a:rect l="l" t="t" r="r" b="b"/>
              <a:pathLst>
                <a:path w="9742" h="24887" extrusionOk="0">
                  <a:moveTo>
                    <a:pt x="7706" y="0"/>
                  </a:moveTo>
                  <a:cubicBezTo>
                    <a:pt x="6039" y="601"/>
                    <a:pt x="6172" y="901"/>
                    <a:pt x="4437" y="1301"/>
                  </a:cubicBezTo>
                  <a:cubicBezTo>
                    <a:pt x="2369" y="1802"/>
                    <a:pt x="2169" y="1435"/>
                    <a:pt x="68" y="1835"/>
                  </a:cubicBezTo>
                  <a:cubicBezTo>
                    <a:pt x="1135" y="5671"/>
                    <a:pt x="1" y="11509"/>
                    <a:pt x="201" y="12209"/>
                  </a:cubicBezTo>
                  <a:cubicBezTo>
                    <a:pt x="1168" y="15111"/>
                    <a:pt x="2603" y="22150"/>
                    <a:pt x="4304" y="24885"/>
                  </a:cubicBezTo>
                  <a:cubicBezTo>
                    <a:pt x="4341" y="24886"/>
                    <a:pt x="4379" y="24887"/>
                    <a:pt x="4415" y="24887"/>
                  </a:cubicBezTo>
                  <a:cubicBezTo>
                    <a:pt x="6479" y="24887"/>
                    <a:pt x="7610" y="23081"/>
                    <a:pt x="9708" y="22917"/>
                  </a:cubicBezTo>
                  <a:cubicBezTo>
                    <a:pt x="9741" y="20715"/>
                    <a:pt x="7706" y="7639"/>
                    <a:pt x="7706"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8"/>
            <p:cNvSpPr/>
            <p:nvPr/>
          </p:nvSpPr>
          <p:spPr>
            <a:xfrm>
              <a:off x="3304200" y="4651275"/>
              <a:ext cx="202675" cy="216050"/>
            </a:xfrm>
            <a:custGeom>
              <a:avLst/>
              <a:gdLst/>
              <a:ahLst/>
              <a:cxnLst/>
              <a:rect l="l" t="t" r="r" b="b"/>
              <a:pathLst>
                <a:path w="8107" h="8642" extrusionOk="0">
                  <a:moveTo>
                    <a:pt x="7406" y="0"/>
                  </a:moveTo>
                  <a:cubicBezTo>
                    <a:pt x="6705" y="100"/>
                    <a:pt x="5971" y="201"/>
                    <a:pt x="5271" y="334"/>
                  </a:cubicBezTo>
                  <a:cubicBezTo>
                    <a:pt x="3536" y="601"/>
                    <a:pt x="1768" y="934"/>
                    <a:pt x="0" y="1168"/>
                  </a:cubicBezTo>
                  <a:cubicBezTo>
                    <a:pt x="768" y="4003"/>
                    <a:pt x="1668" y="7039"/>
                    <a:pt x="2669" y="8640"/>
                  </a:cubicBezTo>
                  <a:cubicBezTo>
                    <a:pt x="2707" y="8641"/>
                    <a:pt x="2745" y="8642"/>
                    <a:pt x="2782" y="8642"/>
                  </a:cubicBezTo>
                  <a:cubicBezTo>
                    <a:pt x="4876" y="8642"/>
                    <a:pt x="5975" y="6836"/>
                    <a:pt x="8073" y="6672"/>
                  </a:cubicBezTo>
                  <a:cubicBezTo>
                    <a:pt x="8106" y="5805"/>
                    <a:pt x="7773" y="3236"/>
                    <a:pt x="7406"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8"/>
            <p:cNvSpPr/>
            <p:nvPr/>
          </p:nvSpPr>
          <p:spPr>
            <a:xfrm>
              <a:off x="1931550" y="2808275"/>
              <a:ext cx="1403525" cy="1318475"/>
            </a:xfrm>
            <a:custGeom>
              <a:avLst/>
              <a:gdLst/>
              <a:ahLst/>
              <a:cxnLst/>
              <a:rect l="l" t="t" r="r" b="b"/>
              <a:pathLst>
                <a:path w="56141" h="52739" extrusionOk="0">
                  <a:moveTo>
                    <a:pt x="12655" y="1"/>
                  </a:moveTo>
                  <a:cubicBezTo>
                    <a:pt x="11493" y="1"/>
                    <a:pt x="10345" y="159"/>
                    <a:pt x="9240" y="535"/>
                  </a:cubicBezTo>
                  <a:cubicBezTo>
                    <a:pt x="4704" y="2036"/>
                    <a:pt x="2035" y="6839"/>
                    <a:pt x="1235" y="11543"/>
                  </a:cubicBezTo>
                  <a:cubicBezTo>
                    <a:pt x="1" y="18848"/>
                    <a:pt x="834" y="27787"/>
                    <a:pt x="3136" y="34859"/>
                  </a:cubicBezTo>
                  <a:cubicBezTo>
                    <a:pt x="5338" y="41564"/>
                    <a:pt x="10842" y="48769"/>
                    <a:pt x="17680" y="51138"/>
                  </a:cubicBezTo>
                  <a:cubicBezTo>
                    <a:pt x="19081" y="51638"/>
                    <a:pt x="20482" y="52072"/>
                    <a:pt x="21916" y="52472"/>
                  </a:cubicBezTo>
                  <a:cubicBezTo>
                    <a:pt x="24685" y="52672"/>
                    <a:pt x="27487" y="52739"/>
                    <a:pt x="30255" y="52739"/>
                  </a:cubicBezTo>
                  <a:cubicBezTo>
                    <a:pt x="34592" y="52705"/>
                    <a:pt x="38995" y="52505"/>
                    <a:pt x="43265" y="51738"/>
                  </a:cubicBezTo>
                  <a:cubicBezTo>
                    <a:pt x="45366" y="51338"/>
                    <a:pt x="47468" y="50771"/>
                    <a:pt x="49469" y="49903"/>
                  </a:cubicBezTo>
                  <a:cubicBezTo>
                    <a:pt x="51137" y="49203"/>
                    <a:pt x="53005" y="48235"/>
                    <a:pt x="54173" y="46801"/>
                  </a:cubicBezTo>
                  <a:cubicBezTo>
                    <a:pt x="55107" y="45634"/>
                    <a:pt x="56007" y="43699"/>
                    <a:pt x="56141" y="41931"/>
                  </a:cubicBezTo>
                  <a:cubicBezTo>
                    <a:pt x="54506" y="36661"/>
                    <a:pt x="49736" y="35927"/>
                    <a:pt x="45466" y="33492"/>
                  </a:cubicBezTo>
                  <a:cubicBezTo>
                    <a:pt x="40863" y="30890"/>
                    <a:pt x="36894" y="27087"/>
                    <a:pt x="34158" y="22550"/>
                  </a:cubicBezTo>
                  <a:cubicBezTo>
                    <a:pt x="31590" y="18347"/>
                    <a:pt x="30089" y="13611"/>
                    <a:pt x="28054" y="9174"/>
                  </a:cubicBezTo>
                  <a:cubicBezTo>
                    <a:pt x="26153" y="5005"/>
                    <a:pt x="23684" y="2870"/>
                    <a:pt x="19314" y="1335"/>
                  </a:cubicBezTo>
                  <a:cubicBezTo>
                    <a:pt x="17184" y="588"/>
                    <a:pt x="14894" y="1"/>
                    <a:pt x="12655"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8"/>
            <p:cNvSpPr/>
            <p:nvPr/>
          </p:nvSpPr>
          <p:spPr>
            <a:xfrm>
              <a:off x="2450250" y="3914625"/>
              <a:ext cx="422825" cy="127000"/>
            </a:xfrm>
            <a:custGeom>
              <a:avLst/>
              <a:gdLst/>
              <a:ahLst/>
              <a:cxnLst/>
              <a:rect l="l" t="t" r="r" b="b"/>
              <a:pathLst>
                <a:path w="16913" h="5080" extrusionOk="0">
                  <a:moveTo>
                    <a:pt x="1447" y="0"/>
                  </a:moveTo>
                  <a:cubicBezTo>
                    <a:pt x="1224" y="0"/>
                    <a:pt x="1035" y="22"/>
                    <a:pt x="901" y="79"/>
                  </a:cubicBezTo>
                  <a:cubicBezTo>
                    <a:pt x="1" y="479"/>
                    <a:pt x="368" y="1947"/>
                    <a:pt x="768" y="2580"/>
                  </a:cubicBezTo>
                  <a:cubicBezTo>
                    <a:pt x="1302" y="3448"/>
                    <a:pt x="2236" y="3948"/>
                    <a:pt x="3203" y="4282"/>
                  </a:cubicBezTo>
                  <a:cubicBezTo>
                    <a:pt x="5138" y="4915"/>
                    <a:pt x="7439" y="4815"/>
                    <a:pt x="9441" y="5049"/>
                  </a:cubicBezTo>
                  <a:cubicBezTo>
                    <a:pt x="9644" y="5070"/>
                    <a:pt x="9851" y="5080"/>
                    <a:pt x="10061" y="5080"/>
                  </a:cubicBezTo>
                  <a:cubicBezTo>
                    <a:pt x="12198" y="5080"/>
                    <a:pt x="14648" y="4053"/>
                    <a:pt x="16379" y="3081"/>
                  </a:cubicBezTo>
                  <a:cubicBezTo>
                    <a:pt x="16613" y="2947"/>
                    <a:pt x="16846" y="2781"/>
                    <a:pt x="16879" y="2547"/>
                  </a:cubicBezTo>
                  <a:cubicBezTo>
                    <a:pt x="16913" y="2280"/>
                    <a:pt x="16679" y="2047"/>
                    <a:pt x="16446" y="1880"/>
                  </a:cubicBezTo>
                  <a:cubicBezTo>
                    <a:pt x="15378" y="1213"/>
                    <a:pt x="14077" y="1013"/>
                    <a:pt x="12810" y="846"/>
                  </a:cubicBezTo>
                  <a:cubicBezTo>
                    <a:pt x="11375" y="679"/>
                    <a:pt x="9941" y="546"/>
                    <a:pt x="8507" y="479"/>
                  </a:cubicBezTo>
                  <a:cubicBezTo>
                    <a:pt x="7072" y="379"/>
                    <a:pt x="5605" y="312"/>
                    <a:pt x="4137" y="312"/>
                  </a:cubicBezTo>
                  <a:cubicBezTo>
                    <a:pt x="3584" y="312"/>
                    <a:pt x="2282" y="0"/>
                    <a:pt x="144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8"/>
            <p:cNvSpPr/>
            <p:nvPr/>
          </p:nvSpPr>
          <p:spPr>
            <a:xfrm>
              <a:off x="2752975" y="2952750"/>
              <a:ext cx="808100" cy="827125"/>
            </a:xfrm>
            <a:custGeom>
              <a:avLst/>
              <a:gdLst/>
              <a:ahLst/>
              <a:cxnLst/>
              <a:rect l="l" t="t" r="r" b="b"/>
              <a:pathLst>
                <a:path w="32324" h="33085" extrusionOk="0">
                  <a:moveTo>
                    <a:pt x="22912" y="0"/>
                  </a:moveTo>
                  <a:cubicBezTo>
                    <a:pt x="19935" y="0"/>
                    <a:pt x="17193" y="1577"/>
                    <a:pt x="14878" y="3562"/>
                  </a:cubicBezTo>
                  <a:cubicBezTo>
                    <a:pt x="8740" y="8832"/>
                    <a:pt x="3002" y="15104"/>
                    <a:pt x="868" y="22876"/>
                  </a:cubicBezTo>
                  <a:cubicBezTo>
                    <a:pt x="267" y="25011"/>
                    <a:pt x="0" y="27379"/>
                    <a:pt x="968" y="29347"/>
                  </a:cubicBezTo>
                  <a:cubicBezTo>
                    <a:pt x="2169" y="31782"/>
                    <a:pt x="5004" y="33050"/>
                    <a:pt x="7706" y="33083"/>
                  </a:cubicBezTo>
                  <a:cubicBezTo>
                    <a:pt x="7777" y="33084"/>
                    <a:pt x="7848" y="33085"/>
                    <a:pt x="7920" y="33085"/>
                  </a:cubicBezTo>
                  <a:cubicBezTo>
                    <a:pt x="10175" y="33085"/>
                    <a:pt x="12798" y="32571"/>
                    <a:pt x="14544" y="31148"/>
                  </a:cubicBezTo>
                  <a:cubicBezTo>
                    <a:pt x="15411" y="30448"/>
                    <a:pt x="16279" y="29681"/>
                    <a:pt x="16879" y="28747"/>
                  </a:cubicBezTo>
                  <a:cubicBezTo>
                    <a:pt x="17508" y="27835"/>
                    <a:pt x="17544" y="25619"/>
                    <a:pt x="18859" y="25619"/>
                  </a:cubicBezTo>
                  <a:cubicBezTo>
                    <a:pt x="18939" y="25619"/>
                    <a:pt x="19024" y="25627"/>
                    <a:pt x="19114" y="25644"/>
                  </a:cubicBezTo>
                  <a:cubicBezTo>
                    <a:pt x="22116" y="26278"/>
                    <a:pt x="25152" y="27079"/>
                    <a:pt x="28187" y="27713"/>
                  </a:cubicBezTo>
                  <a:cubicBezTo>
                    <a:pt x="28821" y="25444"/>
                    <a:pt x="29355" y="22942"/>
                    <a:pt x="29888" y="20641"/>
                  </a:cubicBezTo>
                  <a:cubicBezTo>
                    <a:pt x="30255" y="19073"/>
                    <a:pt x="30589" y="17505"/>
                    <a:pt x="30922" y="15904"/>
                  </a:cubicBezTo>
                  <a:cubicBezTo>
                    <a:pt x="32057" y="10233"/>
                    <a:pt x="32323" y="2795"/>
                    <a:pt x="25752" y="493"/>
                  </a:cubicBezTo>
                  <a:cubicBezTo>
                    <a:pt x="24787" y="153"/>
                    <a:pt x="23838" y="0"/>
                    <a:pt x="22912"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8"/>
            <p:cNvSpPr/>
            <p:nvPr/>
          </p:nvSpPr>
          <p:spPr>
            <a:xfrm>
              <a:off x="3192450" y="3714300"/>
              <a:ext cx="440350" cy="205750"/>
            </a:xfrm>
            <a:custGeom>
              <a:avLst/>
              <a:gdLst/>
              <a:ahLst/>
              <a:cxnLst/>
              <a:rect l="l" t="t" r="r" b="b"/>
              <a:pathLst>
                <a:path w="17614" h="8230" extrusionOk="0">
                  <a:moveTo>
                    <a:pt x="3396" y="1"/>
                  </a:moveTo>
                  <a:cubicBezTo>
                    <a:pt x="2747" y="1"/>
                    <a:pt x="2116" y="244"/>
                    <a:pt x="1535" y="887"/>
                  </a:cubicBezTo>
                  <a:cubicBezTo>
                    <a:pt x="301" y="2221"/>
                    <a:pt x="167" y="4356"/>
                    <a:pt x="1" y="6090"/>
                  </a:cubicBezTo>
                  <a:cubicBezTo>
                    <a:pt x="1101" y="6124"/>
                    <a:pt x="2135" y="6290"/>
                    <a:pt x="3203" y="6557"/>
                  </a:cubicBezTo>
                  <a:cubicBezTo>
                    <a:pt x="5671" y="7124"/>
                    <a:pt x="8206" y="7391"/>
                    <a:pt x="10742" y="7758"/>
                  </a:cubicBezTo>
                  <a:cubicBezTo>
                    <a:pt x="11592" y="7886"/>
                    <a:pt x="12997" y="8230"/>
                    <a:pt x="14224" y="8230"/>
                  </a:cubicBezTo>
                  <a:cubicBezTo>
                    <a:pt x="14923" y="8230"/>
                    <a:pt x="15564" y="8118"/>
                    <a:pt x="16012" y="7791"/>
                  </a:cubicBezTo>
                  <a:cubicBezTo>
                    <a:pt x="17613" y="6591"/>
                    <a:pt x="15011" y="5923"/>
                    <a:pt x="13844" y="5256"/>
                  </a:cubicBezTo>
                  <a:cubicBezTo>
                    <a:pt x="11809" y="4122"/>
                    <a:pt x="9774" y="3055"/>
                    <a:pt x="7739" y="1954"/>
                  </a:cubicBezTo>
                  <a:cubicBezTo>
                    <a:pt x="6442" y="1259"/>
                    <a:pt x="4871" y="1"/>
                    <a:pt x="339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8"/>
            <p:cNvSpPr/>
            <p:nvPr/>
          </p:nvSpPr>
          <p:spPr>
            <a:xfrm>
              <a:off x="2260125" y="3588975"/>
              <a:ext cx="1275100" cy="1043975"/>
            </a:xfrm>
            <a:custGeom>
              <a:avLst/>
              <a:gdLst/>
              <a:ahLst/>
              <a:cxnLst/>
              <a:rect l="l" t="t" r="r" b="b"/>
              <a:pathLst>
                <a:path w="51004" h="41759" extrusionOk="0">
                  <a:moveTo>
                    <a:pt x="22615" y="1"/>
                  </a:moveTo>
                  <a:cubicBezTo>
                    <a:pt x="20692" y="1"/>
                    <a:pt x="18769" y="47"/>
                    <a:pt x="16846" y="162"/>
                  </a:cubicBezTo>
                  <a:cubicBezTo>
                    <a:pt x="14286" y="310"/>
                    <a:pt x="11727" y="584"/>
                    <a:pt x="9181" y="584"/>
                  </a:cubicBezTo>
                  <a:cubicBezTo>
                    <a:pt x="8276" y="584"/>
                    <a:pt x="7373" y="550"/>
                    <a:pt x="6472" y="462"/>
                  </a:cubicBezTo>
                  <a:cubicBezTo>
                    <a:pt x="5606" y="372"/>
                    <a:pt x="4788" y="306"/>
                    <a:pt x="4043" y="306"/>
                  </a:cubicBezTo>
                  <a:cubicBezTo>
                    <a:pt x="2030" y="306"/>
                    <a:pt x="557" y="787"/>
                    <a:pt x="167" y="2564"/>
                  </a:cubicBezTo>
                  <a:cubicBezTo>
                    <a:pt x="0" y="3198"/>
                    <a:pt x="0" y="3998"/>
                    <a:pt x="134" y="4999"/>
                  </a:cubicBezTo>
                  <a:cubicBezTo>
                    <a:pt x="634" y="8535"/>
                    <a:pt x="3703" y="11704"/>
                    <a:pt x="6705" y="13405"/>
                  </a:cubicBezTo>
                  <a:cubicBezTo>
                    <a:pt x="10107" y="15340"/>
                    <a:pt x="14110" y="16040"/>
                    <a:pt x="18013" y="16340"/>
                  </a:cubicBezTo>
                  <a:cubicBezTo>
                    <a:pt x="19891" y="16487"/>
                    <a:pt x="21772" y="16562"/>
                    <a:pt x="23652" y="16562"/>
                  </a:cubicBezTo>
                  <a:cubicBezTo>
                    <a:pt x="27317" y="16562"/>
                    <a:pt x="30976" y="16280"/>
                    <a:pt x="34592" y="15707"/>
                  </a:cubicBezTo>
                  <a:cubicBezTo>
                    <a:pt x="34592" y="15706"/>
                    <a:pt x="34593" y="15706"/>
                    <a:pt x="34593" y="15706"/>
                  </a:cubicBezTo>
                  <a:cubicBezTo>
                    <a:pt x="34864" y="15706"/>
                    <a:pt x="36393" y="24781"/>
                    <a:pt x="36493" y="25514"/>
                  </a:cubicBezTo>
                  <a:cubicBezTo>
                    <a:pt x="37127" y="31017"/>
                    <a:pt x="38494" y="36421"/>
                    <a:pt x="39829" y="41759"/>
                  </a:cubicBezTo>
                  <a:cubicBezTo>
                    <a:pt x="42931" y="41358"/>
                    <a:pt x="46000" y="40958"/>
                    <a:pt x="49069" y="40491"/>
                  </a:cubicBezTo>
                  <a:cubicBezTo>
                    <a:pt x="50903" y="40224"/>
                    <a:pt x="51003" y="40257"/>
                    <a:pt x="50837" y="38423"/>
                  </a:cubicBezTo>
                  <a:cubicBezTo>
                    <a:pt x="50670" y="36788"/>
                    <a:pt x="50436" y="35187"/>
                    <a:pt x="50236" y="33586"/>
                  </a:cubicBezTo>
                  <a:cubicBezTo>
                    <a:pt x="49502" y="27248"/>
                    <a:pt x="48735" y="20910"/>
                    <a:pt x="47968" y="14572"/>
                  </a:cubicBezTo>
                  <a:cubicBezTo>
                    <a:pt x="47701" y="12171"/>
                    <a:pt x="47401" y="9736"/>
                    <a:pt x="46567" y="7467"/>
                  </a:cubicBezTo>
                  <a:cubicBezTo>
                    <a:pt x="45733" y="5199"/>
                    <a:pt x="44299" y="3098"/>
                    <a:pt x="42197" y="1897"/>
                  </a:cubicBezTo>
                  <a:cubicBezTo>
                    <a:pt x="40129" y="729"/>
                    <a:pt x="37627" y="562"/>
                    <a:pt x="35259" y="429"/>
                  </a:cubicBezTo>
                  <a:cubicBezTo>
                    <a:pt x="31044" y="223"/>
                    <a:pt x="26830" y="1"/>
                    <a:pt x="22615"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8"/>
            <p:cNvSpPr/>
            <p:nvPr/>
          </p:nvSpPr>
          <p:spPr>
            <a:xfrm>
              <a:off x="3340050" y="4746350"/>
              <a:ext cx="449525" cy="183475"/>
            </a:xfrm>
            <a:custGeom>
              <a:avLst/>
              <a:gdLst/>
              <a:ahLst/>
              <a:cxnLst/>
              <a:rect l="l" t="t" r="r" b="b"/>
              <a:pathLst>
                <a:path w="17981" h="7339" extrusionOk="0">
                  <a:moveTo>
                    <a:pt x="2" y="3035"/>
                  </a:moveTo>
                  <a:cubicBezTo>
                    <a:pt x="1" y="3035"/>
                    <a:pt x="1" y="3036"/>
                    <a:pt x="1" y="3036"/>
                  </a:cubicBezTo>
                  <a:cubicBezTo>
                    <a:pt x="1" y="3036"/>
                    <a:pt x="1" y="3035"/>
                    <a:pt x="2" y="3035"/>
                  </a:cubicBezTo>
                  <a:close/>
                  <a:moveTo>
                    <a:pt x="6572" y="0"/>
                  </a:moveTo>
                  <a:cubicBezTo>
                    <a:pt x="4471" y="1201"/>
                    <a:pt x="2270" y="2201"/>
                    <a:pt x="2" y="3035"/>
                  </a:cubicBezTo>
                  <a:lnTo>
                    <a:pt x="2" y="3035"/>
                  </a:lnTo>
                  <a:cubicBezTo>
                    <a:pt x="8" y="3033"/>
                    <a:pt x="14" y="3032"/>
                    <a:pt x="20" y="3032"/>
                  </a:cubicBezTo>
                  <a:cubicBezTo>
                    <a:pt x="274" y="3032"/>
                    <a:pt x="403" y="4943"/>
                    <a:pt x="468" y="5170"/>
                  </a:cubicBezTo>
                  <a:cubicBezTo>
                    <a:pt x="668" y="5871"/>
                    <a:pt x="1001" y="6972"/>
                    <a:pt x="1669" y="7305"/>
                  </a:cubicBezTo>
                  <a:cubicBezTo>
                    <a:pt x="1735" y="7305"/>
                    <a:pt x="1769" y="7305"/>
                    <a:pt x="1802" y="7339"/>
                  </a:cubicBezTo>
                  <a:lnTo>
                    <a:pt x="3670" y="7339"/>
                  </a:lnTo>
                  <a:cubicBezTo>
                    <a:pt x="5231" y="7232"/>
                    <a:pt x="6792" y="7216"/>
                    <a:pt x="8356" y="7216"/>
                  </a:cubicBezTo>
                  <a:cubicBezTo>
                    <a:pt x="9025" y="7216"/>
                    <a:pt x="9696" y="7219"/>
                    <a:pt x="10367" y="7219"/>
                  </a:cubicBezTo>
                  <a:cubicBezTo>
                    <a:pt x="12044" y="7219"/>
                    <a:pt x="13725" y="7200"/>
                    <a:pt x="15412" y="7072"/>
                  </a:cubicBezTo>
                  <a:cubicBezTo>
                    <a:pt x="15979" y="7038"/>
                    <a:pt x="16546" y="6972"/>
                    <a:pt x="16980" y="6638"/>
                  </a:cubicBezTo>
                  <a:cubicBezTo>
                    <a:pt x="17980" y="5838"/>
                    <a:pt x="17113" y="4637"/>
                    <a:pt x="16212" y="4303"/>
                  </a:cubicBezTo>
                  <a:cubicBezTo>
                    <a:pt x="12943" y="3002"/>
                    <a:pt x="8707" y="3202"/>
                    <a:pt x="657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8"/>
            <p:cNvSpPr/>
            <p:nvPr/>
          </p:nvSpPr>
          <p:spPr>
            <a:xfrm>
              <a:off x="2087500" y="2619575"/>
              <a:ext cx="1257575" cy="1036000"/>
            </a:xfrm>
            <a:custGeom>
              <a:avLst/>
              <a:gdLst/>
              <a:ahLst/>
              <a:cxnLst/>
              <a:rect l="l" t="t" r="r" b="b"/>
              <a:pathLst>
                <a:path w="50303" h="41440" extrusionOk="0">
                  <a:moveTo>
                    <a:pt x="19801" y="0"/>
                  </a:moveTo>
                  <a:cubicBezTo>
                    <a:pt x="18338" y="0"/>
                    <a:pt x="16891" y="244"/>
                    <a:pt x="15378" y="244"/>
                  </a:cubicBezTo>
                  <a:cubicBezTo>
                    <a:pt x="14010" y="444"/>
                    <a:pt x="12643" y="777"/>
                    <a:pt x="11375" y="1378"/>
                  </a:cubicBezTo>
                  <a:cubicBezTo>
                    <a:pt x="9607" y="2212"/>
                    <a:pt x="8106" y="3413"/>
                    <a:pt x="6839" y="4880"/>
                  </a:cubicBezTo>
                  <a:cubicBezTo>
                    <a:pt x="4770" y="7249"/>
                    <a:pt x="3903" y="10418"/>
                    <a:pt x="3203" y="13420"/>
                  </a:cubicBezTo>
                  <a:cubicBezTo>
                    <a:pt x="2302" y="17256"/>
                    <a:pt x="1401" y="21125"/>
                    <a:pt x="501" y="24961"/>
                  </a:cubicBezTo>
                  <a:cubicBezTo>
                    <a:pt x="267" y="25895"/>
                    <a:pt x="67" y="26796"/>
                    <a:pt x="34" y="27730"/>
                  </a:cubicBezTo>
                  <a:cubicBezTo>
                    <a:pt x="0" y="29198"/>
                    <a:pt x="434" y="31099"/>
                    <a:pt x="768" y="32533"/>
                  </a:cubicBezTo>
                  <a:cubicBezTo>
                    <a:pt x="934" y="33234"/>
                    <a:pt x="1201" y="33668"/>
                    <a:pt x="1568" y="33901"/>
                  </a:cubicBezTo>
                  <a:cubicBezTo>
                    <a:pt x="3103" y="34969"/>
                    <a:pt x="4403" y="36403"/>
                    <a:pt x="5004" y="38204"/>
                  </a:cubicBezTo>
                  <a:cubicBezTo>
                    <a:pt x="5237" y="38771"/>
                    <a:pt x="5438" y="39372"/>
                    <a:pt x="5638" y="39972"/>
                  </a:cubicBezTo>
                  <a:cubicBezTo>
                    <a:pt x="5871" y="40639"/>
                    <a:pt x="6005" y="41106"/>
                    <a:pt x="6205" y="41407"/>
                  </a:cubicBezTo>
                  <a:cubicBezTo>
                    <a:pt x="7205" y="41407"/>
                    <a:pt x="8206" y="41407"/>
                    <a:pt x="9207" y="41440"/>
                  </a:cubicBezTo>
                  <a:cubicBezTo>
                    <a:pt x="9434" y="41440"/>
                    <a:pt x="9659" y="41440"/>
                    <a:pt x="9883" y="41440"/>
                  </a:cubicBezTo>
                  <a:cubicBezTo>
                    <a:pt x="13015" y="41440"/>
                    <a:pt x="15865" y="41411"/>
                    <a:pt x="18947" y="40539"/>
                  </a:cubicBezTo>
                  <a:cubicBezTo>
                    <a:pt x="22250" y="39572"/>
                    <a:pt x="25752" y="39739"/>
                    <a:pt x="29088" y="38871"/>
                  </a:cubicBezTo>
                  <a:cubicBezTo>
                    <a:pt x="29355" y="38805"/>
                    <a:pt x="29655" y="38671"/>
                    <a:pt x="29755" y="38438"/>
                  </a:cubicBezTo>
                  <a:cubicBezTo>
                    <a:pt x="29888" y="38104"/>
                    <a:pt x="29822" y="37237"/>
                    <a:pt x="29822" y="36837"/>
                  </a:cubicBezTo>
                  <a:cubicBezTo>
                    <a:pt x="29888" y="36003"/>
                    <a:pt x="29922" y="35135"/>
                    <a:pt x="29955" y="34301"/>
                  </a:cubicBezTo>
                  <a:cubicBezTo>
                    <a:pt x="29988" y="32634"/>
                    <a:pt x="29955" y="30999"/>
                    <a:pt x="29922" y="29331"/>
                  </a:cubicBezTo>
                  <a:cubicBezTo>
                    <a:pt x="29888" y="26129"/>
                    <a:pt x="29788" y="22893"/>
                    <a:pt x="29955" y="19691"/>
                  </a:cubicBezTo>
                  <a:cubicBezTo>
                    <a:pt x="30189" y="17389"/>
                    <a:pt x="30255" y="15054"/>
                    <a:pt x="30289" y="12786"/>
                  </a:cubicBezTo>
                  <a:cubicBezTo>
                    <a:pt x="33658" y="12619"/>
                    <a:pt x="37093" y="11952"/>
                    <a:pt x="40463" y="11552"/>
                  </a:cubicBezTo>
                  <a:cubicBezTo>
                    <a:pt x="43365" y="11185"/>
                    <a:pt x="46233" y="10951"/>
                    <a:pt x="48268" y="8583"/>
                  </a:cubicBezTo>
                  <a:cubicBezTo>
                    <a:pt x="48502" y="8316"/>
                    <a:pt x="48702" y="8049"/>
                    <a:pt x="48869" y="7716"/>
                  </a:cubicBezTo>
                  <a:cubicBezTo>
                    <a:pt x="50303" y="4880"/>
                    <a:pt x="48201" y="1745"/>
                    <a:pt x="45233" y="1211"/>
                  </a:cubicBezTo>
                  <a:cubicBezTo>
                    <a:pt x="44632" y="1111"/>
                    <a:pt x="44032" y="1111"/>
                    <a:pt x="43431" y="1111"/>
                  </a:cubicBezTo>
                  <a:cubicBezTo>
                    <a:pt x="38595" y="1111"/>
                    <a:pt x="33758" y="944"/>
                    <a:pt x="28954" y="744"/>
                  </a:cubicBezTo>
                  <a:cubicBezTo>
                    <a:pt x="26219" y="644"/>
                    <a:pt x="24384" y="711"/>
                    <a:pt x="21716" y="177"/>
                  </a:cubicBezTo>
                  <a:cubicBezTo>
                    <a:pt x="21070" y="46"/>
                    <a:pt x="20434" y="0"/>
                    <a:pt x="19801"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8"/>
            <p:cNvSpPr/>
            <p:nvPr/>
          </p:nvSpPr>
          <p:spPr>
            <a:xfrm>
              <a:off x="3139925" y="2033575"/>
              <a:ext cx="232675" cy="827800"/>
            </a:xfrm>
            <a:custGeom>
              <a:avLst/>
              <a:gdLst/>
              <a:ahLst/>
              <a:cxnLst/>
              <a:rect l="l" t="t" r="r" b="b"/>
              <a:pathLst>
                <a:path w="9307" h="33112" extrusionOk="0">
                  <a:moveTo>
                    <a:pt x="7005" y="0"/>
                  </a:moveTo>
                  <a:cubicBezTo>
                    <a:pt x="6671" y="0"/>
                    <a:pt x="6338" y="0"/>
                    <a:pt x="6038" y="134"/>
                  </a:cubicBezTo>
                  <a:cubicBezTo>
                    <a:pt x="5804" y="234"/>
                    <a:pt x="5571" y="467"/>
                    <a:pt x="5371" y="667"/>
                  </a:cubicBezTo>
                  <a:cubicBezTo>
                    <a:pt x="4136" y="2035"/>
                    <a:pt x="3636" y="4003"/>
                    <a:pt x="3703" y="5804"/>
                  </a:cubicBezTo>
                  <a:cubicBezTo>
                    <a:pt x="3803" y="8206"/>
                    <a:pt x="3503" y="10608"/>
                    <a:pt x="3069" y="12943"/>
                  </a:cubicBezTo>
                  <a:cubicBezTo>
                    <a:pt x="2535" y="15611"/>
                    <a:pt x="1801" y="18246"/>
                    <a:pt x="1201" y="20915"/>
                  </a:cubicBezTo>
                  <a:cubicBezTo>
                    <a:pt x="767" y="22683"/>
                    <a:pt x="200" y="24684"/>
                    <a:pt x="67" y="26619"/>
                  </a:cubicBezTo>
                  <a:cubicBezTo>
                    <a:pt x="0" y="27453"/>
                    <a:pt x="33" y="28287"/>
                    <a:pt x="200" y="29054"/>
                  </a:cubicBezTo>
                  <a:cubicBezTo>
                    <a:pt x="563" y="30740"/>
                    <a:pt x="2217" y="33111"/>
                    <a:pt x="4063" y="33111"/>
                  </a:cubicBezTo>
                  <a:cubicBezTo>
                    <a:pt x="4592" y="33111"/>
                    <a:pt x="5136" y="32917"/>
                    <a:pt x="5671" y="32457"/>
                  </a:cubicBezTo>
                  <a:cubicBezTo>
                    <a:pt x="6071" y="32090"/>
                    <a:pt x="6405" y="31623"/>
                    <a:pt x="6705" y="31156"/>
                  </a:cubicBezTo>
                  <a:cubicBezTo>
                    <a:pt x="8673" y="28020"/>
                    <a:pt x="8640" y="24317"/>
                    <a:pt x="8539" y="20715"/>
                  </a:cubicBezTo>
                  <a:cubicBezTo>
                    <a:pt x="8539" y="20348"/>
                    <a:pt x="8539" y="19948"/>
                    <a:pt x="8506" y="19581"/>
                  </a:cubicBezTo>
                  <a:cubicBezTo>
                    <a:pt x="8406" y="17446"/>
                    <a:pt x="8206" y="15278"/>
                    <a:pt x="7906" y="13109"/>
                  </a:cubicBezTo>
                  <a:cubicBezTo>
                    <a:pt x="7605" y="11141"/>
                    <a:pt x="7439" y="9073"/>
                    <a:pt x="7472" y="7072"/>
                  </a:cubicBezTo>
                  <a:cubicBezTo>
                    <a:pt x="7472" y="6905"/>
                    <a:pt x="7505" y="6738"/>
                    <a:pt x="7539" y="6605"/>
                  </a:cubicBezTo>
                  <a:cubicBezTo>
                    <a:pt x="7605" y="6338"/>
                    <a:pt x="7739" y="6138"/>
                    <a:pt x="7906" y="5938"/>
                  </a:cubicBezTo>
                  <a:cubicBezTo>
                    <a:pt x="8273" y="5337"/>
                    <a:pt x="8606" y="4737"/>
                    <a:pt x="8840" y="4070"/>
                  </a:cubicBezTo>
                  <a:cubicBezTo>
                    <a:pt x="9006" y="3603"/>
                    <a:pt x="9307" y="2669"/>
                    <a:pt x="9040" y="2202"/>
                  </a:cubicBezTo>
                  <a:cubicBezTo>
                    <a:pt x="8873" y="1935"/>
                    <a:pt x="8539" y="1701"/>
                    <a:pt x="8339" y="1468"/>
                  </a:cubicBezTo>
                  <a:cubicBezTo>
                    <a:pt x="8173" y="1234"/>
                    <a:pt x="8206" y="1201"/>
                    <a:pt x="8439" y="1034"/>
                  </a:cubicBezTo>
                  <a:cubicBezTo>
                    <a:pt x="8740" y="834"/>
                    <a:pt x="9040" y="667"/>
                    <a:pt x="9307" y="467"/>
                  </a:cubicBezTo>
                  <a:cubicBezTo>
                    <a:pt x="8539" y="167"/>
                    <a:pt x="7839" y="33"/>
                    <a:pt x="7005"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8"/>
            <p:cNvSpPr/>
            <p:nvPr/>
          </p:nvSpPr>
          <p:spPr>
            <a:xfrm>
              <a:off x="2348525" y="2907525"/>
              <a:ext cx="116775" cy="447000"/>
            </a:xfrm>
            <a:custGeom>
              <a:avLst/>
              <a:gdLst/>
              <a:ahLst/>
              <a:cxnLst/>
              <a:rect l="l" t="t" r="r" b="b"/>
              <a:pathLst>
                <a:path w="4671" h="17880" fill="none" extrusionOk="0">
                  <a:moveTo>
                    <a:pt x="4670" y="0"/>
                  </a:moveTo>
                  <a:cubicBezTo>
                    <a:pt x="4136" y="634"/>
                    <a:pt x="3569" y="1301"/>
                    <a:pt x="3269" y="2102"/>
                  </a:cubicBezTo>
                  <a:cubicBezTo>
                    <a:pt x="3102" y="2536"/>
                    <a:pt x="3002" y="3036"/>
                    <a:pt x="2936" y="3503"/>
                  </a:cubicBezTo>
                  <a:cubicBezTo>
                    <a:pt x="2068" y="8306"/>
                    <a:pt x="1268" y="13177"/>
                    <a:pt x="0" y="1788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8"/>
            <p:cNvSpPr/>
            <p:nvPr/>
          </p:nvSpPr>
          <p:spPr>
            <a:xfrm>
              <a:off x="3174950" y="3131850"/>
              <a:ext cx="95925" cy="439500"/>
            </a:xfrm>
            <a:custGeom>
              <a:avLst/>
              <a:gdLst/>
              <a:ahLst/>
              <a:cxnLst/>
              <a:rect l="l" t="t" r="r" b="b"/>
              <a:pathLst>
                <a:path w="3837" h="17580" fill="none" extrusionOk="0">
                  <a:moveTo>
                    <a:pt x="3836" y="1"/>
                  </a:moveTo>
                  <a:cubicBezTo>
                    <a:pt x="2669" y="4971"/>
                    <a:pt x="67" y="12476"/>
                    <a:pt x="0" y="1758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8"/>
            <p:cNvSpPr/>
            <p:nvPr/>
          </p:nvSpPr>
          <p:spPr>
            <a:xfrm>
              <a:off x="1980750" y="3462925"/>
              <a:ext cx="879825" cy="632975"/>
            </a:xfrm>
            <a:custGeom>
              <a:avLst/>
              <a:gdLst/>
              <a:ahLst/>
              <a:cxnLst/>
              <a:rect l="l" t="t" r="r" b="b"/>
              <a:pathLst>
                <a:path w="35193" h="25319" fill="none" extrusionOk="0">
                  <a:moveTo>
                    <a:pt x="1" y="3403"/>
                  </a:moveTo>
                  <a:cubicBezTo>
                    <a:pt x="8340" y="1535"/>
                    <a:pt x="17713" y="0"/>
                    <a:pt x="25185" y="3503"/>
                  </a:cubicBezTo>
                  <a:cubicBezTo>
                    <a:pt x="30055" y="5804"/>
                    <a:pt x="33358" y="10074"/>
                    <a:pt x="34292" y="14611"/>
                  </a:cubicBezTo>
                  <a:cubicBezTo>
                    <a:pt x="35192" y="19147"/>
                    <a:pt x="34425" y="21316"/>
                    <a:pt x="31623" y="2531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8"/>
            <p:cNvSpPr/>
            <p:nvPr/>
          </p:nvSpPr>
          <p:spPr>
            <a:xfrm>
              <a:off x="1932375" y="3001750"/>
              <a:ext cx="959050" cy="1124250"/>
            </a:xfrm>
            <a:custGeom>
              <a:avLst/>
              <a:gdLst/>
              <a:ahLst/>
              <a:cxnLst/>
              <a:rect l="l" t="t" r="r" b="b"/>
              <a:pathLst>
                <a:path w="38362" h="44970" extrusionOk="0">
                  <a:moveTo>
                    <a:pt x="2269" y="1"/>
                  </a:moveTo>
                  <a:cubicBezTo>
                    <a:pt x="1769" y="1235"/>
                    <a:pt x="1435" y="2503"/>
                    <a:pt x="1202" y="3804"/>
                  </a:cubicBezTo>
                  <a:cubicBezTo>
                    <a:pt x="1" y="11109"/>
                    <a:pt x="835" y="20048"/>
                    <a:pt x="3103" y="27087"/>
                  </a:cubicBezTo>
                  <a:cubicBezTo>
                    <a:pt x="4070" y="30022"/>
                    <a:pt x="4838" y="33425"/>
                    <a:pt x="5972" y="36494"/>
                  </a:cubicBezTo>
                  <a:cubicBezTo>
                    <a:pt x="7306" y="39996"/>
                    <a:pt x="10242" y="42665"/>
                    <a:pt x="13911" y="43499"/>
                  </a:cubicBezTo>
                  <a:cubicBezTo>
                    <a:pt x="13911" y="43499"/>
                    <a:pt x="13944" y="43532"/>
                    <a:pt x="13944" y="43532"/>
                  </a:cubicBezTo>
                  <a:cubicBezTo>
                    <a:pt x="18972" y="44695"/>
                    <a:pt x="24149" y="44969"/>
                    <a:pt x="29278" y="44969"/>
                  </a:cubicBezTo>
                  <a:cubicBezTo>
                    <a:pt x="29593" y="44969"/>
                    <a:pt x="29908" y="44968"/>
                    <a:pt x="30222" y="44966"/>
                  </a:cubicBezTo>
                  <a:cubicBezTo>
                    <a:pt x="32924" y="44966"/>
                    <a:pt x="35660" y="44900"/>
                    <a:pt x="38362" y="44633"/>
                  </a:cubicBezTo>
                  <a:cubicBezTo>
                    <a:pt x="37795" y="44399"/>
                    <a:pt x="37194" y="44132"/>
                    <a:pt x="36627" y="43832"/>
                  </a:cubicBezTo>
                  <a:cubicBezTo>
                    <a:pt x="31557" y="41364"/>
                    <a:pt x="26620" y="38562"/>
                    <a:pt x="22317" y="34892"/>
                  </a:cubicBezTo>
                  <a:cubicBezTo>
                    <a:pt x="18347" y="31490"/>
                    <a:pt x="14745" y="27587"/>
                    <a:pt x="11909" y="23184"/>
                  </a:cubicBezTo>
                  <a:cubicBezTo>
                    <a:pt x="10508" y="21049"/>
                    <a:pt x="9408" y="18781"/>
                    <a:pt x="8307" y="16479"/>
                  </a:cubicBezTo>
                  <a:cubicBezTo>
                    <a:pt x="7273" y="14311"/>
                    <a:pt x="6239" y="12176"/>
                    <a:pt x="5305" y="9941"/>
                  </a:cubicBezTo>
                  <a:cubicBezTo>
                    <a:pt x="3970" y="6839"/>
                    <a:pt x="2669" y="3437"/>
                    <a:pt x="2269"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8"/>
            <p:cNvSpPr/>
            <p:nvPr/>
          </p:nvSpPr>
          <p:spPr>
            <a:xfrm>
              <a:off x="2785500" y="3592175"/>
              <a:ext cx="392800" cy="20875"/>
            </a:xfrm>
            <a:custGeom>
              <a:avLst/>
              <a:gdLst/>
              <a:ahLst/>
              <a:cxnLst/>
              <a:rect l="l" t="t" r="r" b="b"/>
              <a:pathLst>
                <a:path w="15712" h="835" fill="none" extrusionOk="0">
                  <a:moveTo>
                    <a:pt x="15711" y="835"/>
                  </a:moveTo>
                  <a:cubicBezTo>
                    <a:pt x="10341" y="1"/>
                    <a:pt x="6905" y="735"/>
                    <a:pt x="0" y="735"/>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8"/>
            <p:cNvSpPr/>
            <p:nvPr/>
          </p:nvSpPr>
          <p:spPr>
            <a:xfrm>
              <a:off x="2087500" y="3240950"/>
              <a:ext cx="804750" cy="355350"/>
            </a:xfrm>
            <a:custGeom>
              <a:avLst/>
              <a:gdLst/>
              <a:ahLst/>
              <a:cxnLst/>
              <a:rect l="l" t="t" r="r" b="b"/>
              <a:pathLst>
                <a:path w="32190" h="14214" extrusionOk="0">
                  <a:moveTo>
                    <a:pt x="4002" y="1"/>
                  </a:moveTo>
                  <a:cubicBezTo>
                    <a:pt x="2788" y="1"/>
                    <a:pt x="1651" y="271"/>
                    <a:pt x="868" y="1040"/>
                  </a:cubicBezTo>
                  <a:cubicBezTo>
                    <a:pt x="467" y="1441"/>
                    <a:pt x="200" y="1841"/>
                    <a:pt x="0" y="2275"/>
                  </a:cubicBezTo>
                  <a:cubicBezTo>
                    <a:pt x="1001" y="4343"/>
                    <a:pt x="1968" y="6411"/>
                    <a:pt x="2969" y="8446"/>
                  </a:cubicBezTo>
                  <a:cubicBezTo>
                    <a:pt x="3603" y="8746"/>
                    <a:pt x="4270" y="9013"/>
                    <a:pt x="4937" y="9213"/>
                  </a:cubicBezTo>
                  <a:cubicBezTo>
                    <a:pt x="7639" y="10114"/>
                    <a:pt x="10474" y="10480"/>
                    <a:pt x="13310" y="10814"/>
                  </a:cubicBezTo>
                  <a:cubicBezTo>
                    <a:pt x="16112" y="11181"/>
                    <a:pt x="18981" y="11348"/>
                    <a:pt x="21449" y="12849"/>
                  </a:cubicBezTo>
                  <a:cubicBezTo>
                    <a:pt x="23097" y="13834"/>
                    <a:pt x="25109" y="14213"/>
                    <a:pt x="27119" y="14213"/>
                  </a:cubicBezTo>
                  <a:cubicBezTo>
                    <a:pt x="28444" y="14213"/>
                    <a:pt x="29769" y="14048"/>
                    <a:pt x="30989" y="13783"/>
                  </a:cubicBezTo>
                  <a:cubicBezTo>
                    <a:pt x="31523" y="13649"/>
                    <a:pt x="32190" y="13349"/>
                    <a:pt x="32123" y="12782"/>
                  </a:cubicBezTo>
                  <a:cubicBezTo>
                    <a:pt x="32090" y="12382"/>
                    <a:pt x="31723" y="12148"/>
                    <a:pt x="31356" y="11982"/>
                  </a:cubicBezTo>
                  <a:cubicBezTo>
                    <a:pt x="29588" y="11081"/>
                    <a:pt x="27753" y="10380"/>
                    <a:pt x="25852" y="9847"/>
                  </a:cubicBezTo>
                  <a:cubicBezTo>
                    <a:pt x="24985" y="9580"/>
                    <a:pt x="24084" y="9380"/>
                    <a:pt x="23250" y="9046"/>
                  </a:cubicBezTo>
                  <a:cubicBezTo>
                    <a:pt x="22283" y="8646"/>
                    <a:pt x="21416" y="8112"/>
                    <a:pt x="20515" y="7578"/>
                  </a:cubicBezTo>
                  <a:cubicBezTo>
                    <a:pt x="18780" y="6511"/>
                    <a:pt x="17046" y="5444"/>
                    <a:pt x="15311" y="4376"/>
                  </a:cubicBezTo>
                  <a:cubicBezTo>
                    <a:pt x="13877" y="3509"/>
                    <a:pt x="12476" y="2642"/>
                    <a:pt x="11008" y="1908"/>
                  </a:cubicBezTo>
                  <a:cubicBezTo>
                    <a:pt x="10241" y="1541"/>
                    <a:pt x="9440" y="1207"/>
                    <a:pt x="8640" y="907"/>
                  </a:cubicBezTo>
                  <a:cubicBezTo>
                    <a:pt x="7398" y="487"/>
                    <a:pt x="5631" y="1"/>
                    <a:pt x="4002"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8"/>
            <p:cNvSpPr/>
            <p:nvPr/>
          </p:nvSpPr>
          <p:spPr>
            <a:xfrm>
              <a:off x="3290850" y="3377025"/>
              <a:ext cx="1700" cy="25"/>
            </a:xfrm>
            <a:custGeom>
              <a:avLst/>
              <a:gdLst/>
              <a:ahLst/>
              <a:cxnLst/>
              <a:rect l="l" t="t" r="r" b="b"/>
              <a:pathLst>
                <a:path w="68" h="1" extrusionOk="0">
                  <a:moveTo>
                    <a:pt x="67" y="1"/>
                  </a:moveTo>
                  <a:lnTo>
                    <a:pt x="1" y="1"/>
                  </a:ln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8"/>
            <p:cNvSpPr/>
            <p:nvPr/>
          </p:nvSpPr>
          <p:spPr>
            <a:xfrm>
              <a:off x="1799800" y="3608850"/>
              <a:ext cx="399475" cy="1318475"/>
            </a:xfrm>
            <a:custGeom>
              <a:avLst/>
              <a:gdLst/>
              <a:ahLst/>
              <a:cxnLst/>
              <a:rect l="l" t="t" r="r" b="b"/>
              <a:pathLst>
                <a:path w="15979" h="52739" fill="none" extrusionOk="0">
                  <a:moveTo>
                    <a:pt x="0" y="52739"/>
                  </a:moveTo>
                  <a:lnTo>
                    <a:pt x="7505" y="201"/>
                  </a:lnTo>
                  <a:cubicBezTo>
                    <a:pt x="7505" y="34"/>
                    <a:pt x="7772" y="1"/>
                    <a:pt x="7806" y="168"/>
                  </a:cubicBezTo>
                  <a:lnTo>
                    <a:pt x="15978" y="52739"/>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8"/>
            <p:cNvSpPr/>
            <p:nvPr/>
          </p:nvSpPr>
          <p:spPr>
            <a:xfrm>
              <a:off x="1872350" y="3573000"/>
              <a:ext cx="1857175" cy="57575"/>
            </a:xfrm>
            <a:custGeom>
              <a:avLst/>
              <a:gdLst/>
              <a:ahLst/>
              <a:cxnLst/>
              <a:rect l="l" t="t" r="r" b="b"/>
              <a:pathLst>
                <a:path w="74287" h="2303" extrusionOk="0">
                  <a:moveTo>
                    <a:pt x="0" y="0"/>
                  </a:moveTo>
                  <a:lnTo>
                    <a:pt x="0" y="2302"/>
                  </a:lnTo>
                  <a:lnTo>
                    <a:pt x="74287" y="2302"/>
                  </a:lnTo>
                  <a:lnTo>
                    <a:pt x="7428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8"/>
            <p:cNvSpPr/>
            <p:nvPr/>
          </p:nvSpPr>
          <p:spPr>
            <a:xfrm>
              <a:off x="1858175" y="3573825"/>
              <a:ext cx="1885525" cy="25"/>
            </a:xfrm>
            <a:custGeom>
              <a:avLst/>
              <a:gdLst/>
              <a:ahLst/>
              <a:cxnLst/>
              <a:rect l="l" t="t" r="r" b="b"/>
              <a:pathLst>
                <a:path w="75421" h="1" fill="none" extrusionOk="0">
                  <a:moveTo>
                    <a:pt x="75421" y="1"/>
                  </a:moveTo>
                  <a:lnTo>
                    <a:pt x="0"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8"/>
            <p:cNvSpPr/>
            <p:nvPr/>
          </p:nvSpPr>
          <p:spPr>
            <a:xfrm>
              <a:off x="1966575" y="3629700"/>
              <a:ext cx="68400" cy="25"/>
            </a:xfrm>
            <a:custGeom>
              <a:avLst/>
              <a:gdLst/>
              <a:ahLst/>
              <a:cxnLst/>
              <a:rect l="l" t="t" r="r" b="b"/>
              <a:pathLst>
                <a:path w="2736" h="1" fill="none" extrusionOk="0">
                  <a:moveTo>
                    <a:pt x="1" y="1"/>
                  </a:moveTo>
                  <a:lnTo>
                    <a:pt x="2736"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8"/>
            <p:cNvSpPr/>
            <p:nvPr/>
          </p:nvSpPr>
          <p:spPr>
            <a:xfrm>
              <a:off x="3575225" y="3629700"/>
              <a:ext cx="69250" cy="25"/>
            </a:xfrm>
            <a:custGeom>
              <a:avLst/>
              <a:gdLst/>
              <a:ahLst/>
              <a:cxnLst/>
              <a:rect l="l" t="t" r="r" b="b"/>
              <a:pathLst>
                <a:path w="2770" h="1" fill="none" extrusionOk="0">
                  <a:moveTo>
                    <a:pt x="0" y="1"/>
                  </a:moveTo>
                  <a:lnTo>
                    <a:pt x="2769"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8"/>
            <p:cNvSpPr/>
            <p:nvPr/>
          </p:nvSpPr>
          <p:spPr>
            <a:xfrm>
              <a:off x="2802175" y="3539650"/>
              <a:ext cx="862300" cy="36700"/>
            </a:xfrm>
            <a:custGeom>
              <a:avLst/>
              <a:gdLst/>
              <a:ahLst/>
              <a:cxnLst/>
              <a:rect l="l" t="t" r="r" b="b"/>
              <a:pathLst>
                <a:path w="34492" h="1468" extrusionOk="0">
                  <a:moveTo>
                    <a:pt x="634" y="0"/>
                  </a:moveTo>
                  <a:cubicBezTo>
                    <a:pt x="267" y="0"/>
                    <a:pt x="0" y="234"/>
                    <a:pt x="0" y="501"/>
                  </a:cubicBezTo>
                  <a:lnTo>
                    <a:pt x="0" y="968"/>
                  </a:lnTo>
                  <a:cubicBezTo>
                    <a:pt x="0" y="1234"/>
                    <a:pt x="267" y="1468"/>
                    <a:pt x="634" y="1468"/>
                  </a:cubicBezTo>
                  <a:lnTo>
                    <a:pt x="34492" y="1468"/>
                  </a:lnTo>
                  <a:lnTo>
                    <a:pt x="34492"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58"/>
            <p:cNvSpPr/>
            <p:nvPr/>
          </p:nvSpPr>
          <p:spPr>
            <a:xfrm>
              <a:off x="2923100" y="3116000"/>
              <a:ext cx="806425" cy="451175"/>
            </a:xfrm>
            <a:custGeom>
              <a:avLst/>
              <a:gdLst/>
              <a:ahLst/>
              <a:cxnLst/>
              <a:rect l="l" t="t" r="r" b="b"/>
              <a:pathLst>
                <a:path w="32257" h="18047" extrusionOk="0">
                  <a:moveTo>
                    <a:pt x="3736" y="1"/>
                  </a:moveTo>
                  <a:cubicBezTo>
                    <a:pt x="3169" y="1"/>
                    <a:pt x="2669" y="434"/>
                    <a:pt x="2569" y="1035"/>
                  </a:cubicBezTo>
                  <a:lnTo>
                    <a:pt x="0" y="18047"/>
                  </a:lnTo>
                  <a:lnTo>
                    <a:pt x="29621" y="18047"/>
                  </a:lnTo>
                  <a:lnTo>
                    <a:pt x="32156" y="1335"/>
                  </a:lnTo>
                  <a:cubicBezTo>
                    <a:pt x="32257" y="635"/>
                    <a:pt x="31723" y="1"/>
                    <a:pt x="31022"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8"/>
            <p:cNvSpPr/>
            <p:nvPr/>
          </p:nvSpPr>
          <p:spPr>
            <a:xfrm>
              <a:off x="2459425" y="2267575"/>
              <a:ext cx="307750" cy="429350"/>
            </a:xfrm>
            <a:custGeom>
              <a:avLst/>
              <a:gdLst/>
              <a:ahLst/>
              <a:cxnLst/>
              <a:rect l="l" t="t" r="r" b="b"/>
              <a:pathLst>
                <a:path w="12310" h="17174" extrusionOk="0">
                  <a:moveTo>
                    <a:pt x="10961" y="1"/>
                  </a:moveTo>
                  <a:cubicBezTo>
                    <a:pt x="10384" y="1"/>
                    <a:pt x="9631" y="528"/>
                    <a:pt x="8802" y="528"/>
                  </a:cubicBezTo>
                  <a:cubicBezTo>
                    <a:pt x="8727" y="528"/>
                    <a:pt x="8650" y="523"/>
                    <a:pt x="8573" y="514"/>
                  </a:cubicBezTo>
                  <a:cubicBezTo>
                    <a:pt x="7940" y="426"/>
                    <a:pt x="7391" y="338"/>
                    <a:pt x="6847" y="338"/>
                  </a:cubicBezTo>
                  <a:cubicBezTo>
                    <a:pt x="6358" y="338"/>
                    <a:pt x="5874" y="409"/>
                    <a:pt x="5338" y="614"/>
                  </a:cubicBezTo>
                  <a:cubicBezTo>
                    <a:pt x="4337" y="981"/>
                    <a:pt x="3436" y="1715"/>
                    <a:pt x="2936" y="2682"/>
                  </a:cubicBezTo>
                  <a:cubicBezTo>
                    <a:pt x="2803" y="2949"/>
                    <a:pt x="2669" y="3216"/>
                    <a:pt x="2569" y="3483"/>
                  </a:cubicBezTo>
                  <a:cubicBezTo>
                    <a:pt x="2369" y="4283"/>
                    <a:pt x="2202" y="5117"/>
                    <a:pt x="2135" y="5951"/>
                  </a:cubicBezTo>
                  <a:cubicBezTo>
                    <a:pt x="2069" y="6618"/>
                    <a:pt x="2135" y="7319"/>
                    <a:pt x="2169" y="7986"/>
                  </a:cubicBezTo>
                  <a:cubicBezTo>
                    <a:pt x="2202" y="8286"/>
                    <a:pt x="2236" y="8553"/>
                    <a:pt x="2269" y="8853"/>
                  </a:cubicBezTo>
                  <a:cubicBezTo>
                    <a:pt x="2269" y="10221"/>
                    <a:pt x="2336" y="11488"/>
                    <a:pt x="1769" y="12856"/>
                  </a:cubicBezTo>
                  <a:cubicBezTo>
                    <a:pt x="1502" y="13490"/>
                    <a:pt x="1168" y="14090"/>
                    <a:pt x="701" y="14557"/>
                  </a:cubicBezTo>
                  <a:cubicBezTo>
                    <a:pt x="534" y="14824"/>
                    <a:pt x="301" y="15024"/>
                    <a:pt x="1" y="15191"/>
                  </a:cubicBezTo>
                  <a:cubicBezTo>
                    <a:pt x="67" y="15258"/>
                    <a:pt x="167" y="15324"/>
                    <a:pt x="234" y="15391"/>
                  </a:cubicBezTo>
                  <a:cubicBezTo>
                    <a:pt x="1331" y="16789"/>
                    <a:pt x="3283" y="17173"/>
                    <a:pt x="5055" y="17173"/>
                  </a:cubicBezTo>
                  <a:cubicBezTo>
                    <a:pt x="5439" y="17173"/>
                    <a:pt x="5815" y="17155"/>
                    <a:pt x="6172" y="17126"/>
                  </a:cubicBezTo>
                  <a:cubicBezTo>
                    <a:pt x="7139" y="17059"/>
                    <a:pt x="8307" y="16859"/>
                    <a:pt x="9274" y="16392"/>
                  </a:cubicBezTo>
                  <a:cubicBezTo>
                    <a:pt x="8507" y="15224"/>
                    <a:pt x="8807" y="13957"/>
                    <a:pt x="9140" y="12422"/>
                  </a:cubicBezTo>
                  <a:cubicBezTo>
                    <a:pt x="9174" y="12289"/>
                    <a:pt x="9341" y="11822"/>
                    <a:pt x="9507" y="11355"/>
                  </a:cubicBezTo>
                  <a:cubicBezTo>
                    <a:pt x="10041" y="11055"/>
                    <a:pt x="10541" y="10621"/>
                    <a:pt x="10908" y="10021"/>
                  </a:cubicBezTo>
                  <a:cubicBezTo>
                    <a:pt x="11442" y="9187"/>
                    <a:pt x="11742" y="8219"/>
                    <a:pt x="11942" y="7252"/>
                  </a:cubicBezTo>
                  <a:cubicBezTo>
                    <a:pt x="12243" y="5784"/>
                    <a:pt x="12309" y="1881"/>
                    <a:pt x="11676" y="514"/>
                  </a:cubicBezTo>
                  <a:cubicBezTo>
                    <a:pt x="11488" y="129"/>
                    <a:pt x="11246" y="1"/>
                    <a:pt x="10961"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58"/>
            <p:cNvSpPr/>
            <p:nvPr/>
          </p:nvSpPr>
          <p:spPr>
            <a:xfrm>
              <a:off x="2433575" y="2152600"/>
              <a:ext cx="355275" cy="345500"/>
            </a:xfrm>
            <a:custGeom>
              <a:avLst/>
              <a:gdLst/>
              <a:ahLst/>
              <a:cxnLst/>
              <a:rect l="l" t="t" r="r" b="b"/>
              <a:pathLst>
                <a:path w="14211" h="13820" extrusionOk="0">
                  <a:moveTo>
                    <a:pt x="11139" y="0"/>
                  </a:moveTo>
                  <a:cubicBezTo>
                    <a:pt x="10840" y="0"/>
                    <a:pt x="10537" y="30"/>
                    <a:pt x="10241" y="76"/>
                  </a:cubicBezTo>
                  <a:cubicBezTo>
                    <a:pt x="9374" y="243"/>
                    <a:pt x="8540" y="510"/>
                    <a:pt x="7673" y="543"/>
                  </a:cubicBezTo>
                  <a:cubicBezTo>
                    <a:pt x="6734" y="543"/>
                    <a:pt x="5818" y="269"/>
                    <a:pt x="4906" y="269"/>
                  </a:cubicBezTo>
                  <a:cubicBezTo>
                    <a:pt x="4717" y="269"/>
                    <a:pt x="4527" y="281"/>
                    <a:pt x="4337" y="309"/>
                  </a:cubicBezTo>
                  <a:cubicBezTo>
                    <a:pt x="3336" y="510"/>
                    <a:pt x="2436" y="1277"/>
                    <a:pt x="2102" y="2277"/>
                  </a:cubicBezTo>
                  <a:cubicBezTo>
                    <a:pt x="1802" y="3211"/>
                    <a:pt x="1768" y="4112"/>
                    <a:pt x="1201" y="4913"/>
                  </a:cubicBezTo>
                  <a:cubicBezTo>
                    <a:pt x="601" y="5780"/>
                    <a:pt x="1" y="6480"/>
                    <a:pt x="1" y="7615"/>
                  </a:cubicBezTo>
                  <a:cubicBezTo>
                    <a:pt x="1" y="8515"/>
                    <a:pt x="668" y="9383"/>
                    <a:pt x="1001" y="10183"/>
                  </a:cubicBezTo>
                  <a:cubicBezTo>
                    <a:pt x="1301" y="10884"/>
                    <a:pt x="1435" y="11684"/>
                    <a:pt x="1768" y="12385"/>
                  </a:cubicBezTo>
                  <a:cubicBezTo>
                    <a:pt x="2102" y="13085"/>
                    <a:pt x="2736" y="13752"/>
                    <a:pt x="3503" y="13819"/>
                  </a:cubicBezTo>
                  <a:cubicBezTo>
                    <a:pt x="3636" y="13819"/>
                    <a:pt x="3770" y="13819"/>
                    <a:pt x="3837" y="13752"/>
                  </a:cubicBezTo>
                  <a:cubicBezTo>
                    <a:pt x="4037" y="13619"/>
                    <a:pt x="4037" y="13319"/>
                    <a:pt x="4037" y="13085"/>
                  </a:cubicBezTo>
                  <a:cubicBezTo>
                    <a:pt x="4037" y="13018"/>
                    <a:pt x="4070" y="12785"/>
                    <a:pt x="4170" y="12451"/>
                  </a:cubicBezTo>
                  <a:cubicBezTo>
                    <a:pt x="4270" y="11818"/>
                    <a:pt x="4304" y="11150"/>
                    <a:pt x="4570" y="10583"/>
                  </a:cubicBezTo>
                  <a:cubicBezTo>
                    <a:pt x="4871" y="9950"/>
                    <a:pt x="5504" y="9816"/>
                    <a:pt x="5838" y="9282"/>
                  </a:cubicBezTo>
                  <a:cubicBezTo>
                    <a:pt x="6505" y="8148"/>
                    <a:pt x="6472" y="6814"/>
                    <a:pt x="7873" y="6147"/>
                  </a:cubicBezTo>
                  <a:cubicBezTo>
                    <a:pt x="8275" y="5960"/>
                    <a:pt x="8705" y="5901"/>
                    <a:pt x="9150" y="5901"/>
                  </a:cubicBezTo>
                  <a:cubicBezTo>
                    <a:pt x="9898" y="5901"/>
                    <a:pt x="10686" y="6067"/>
                    <a:pt x="11445" y="6067"/>
                  </a:cubicBezTo>
                  <a:cubicBezTo>
                    <a:pt x="11845" y="6067"/>
                    <a:pt x="12236" y="6021"/>
                    <a:pt x="12610" y="5880"/>
                  </a:cubicBezTo>
                  <a:cubicBezTo>
                    <a:pt x="13544" y="5546"/>
                    <a:pt x="14211" y="4546"/>
                    <a:pt x="14211" y="3545"/>
                  </a:cubicBezTo>
                  <a:cubicBezTo>
                    <a:pt x="14211" y="3011"/>
                    <a:pt x="14044" y="2511"/>
                    <a:pt x="13810" y="2011"/>
                  </a:cubicBezTo>
                  <a:cubicBezTo>
                    <a:pt x="13577" y="1410"/>
                    <a:pt x="13277" y="843"/>
                    <a:pt x="12743" y="443"/>
                  </a:cubicBezTo>
                  <a:cubicBezTo>
                    <a:pt x="12281" y="113"/>
                    <a:pt x="11718" y="0"/>
                    <a:pt x="111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58"/>
            <p:cNvSpPr/>
            <p:nvPr/>
          </p:nvSpPr>
          <p:spPr>
            <a:xfrm>
              <a:off x="2649575" y="2468875"/>
              <a:ext cx="64225" cy="21700"/>
            </a:xfrm>
            <a:custGeom>
              <a:avLst/>
              <a:gdLst/>
              <a:ahLst/>
              <a:cxnLst/>
              <a:rect l="l" t="t" r="r" b="b"/>
              <a:pathLst>
                <a:path w="2569" h="868" fill="none" extrusionOk="0">
                  <a:moveTo>
                    <a:pt x="0" y="1"/>
                  </a:moveTo>
                  <a:cubicBezTo>
                    <a:pt x="267" y="501"/>
                    <a:pt x="767" y="834"/>
                    <a:pt x="1301" y="834"/>
                  </a:cubicBezTo>
                  <a:cubicBezTo>
                    <a:pt x="1801" y="868"/>
                    <a:pt x="2302" y="568"/>
                    <a:pt x="2569" y="67"/>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58"/>
            <p:cNvSpPr/>
            <p:nvPr/>
          </p:nvSpPr>
          <p:spPr>
            <a:xfrm>
              <a:off x="2473600" y="2372100"/>
              <a:ext cx="110100" cy="106150"/>
            </a:xfrm>
            <a:custGeom>
              <a:avLst/>
              <a:gdLst/>
              <a:ahLst/>
              <a:cxnLst/>
              <a:rect l="l" t="t" r="r" b="b"/>
              <a:pathLst>
                <a:path w="4404" h="4246" extrusionOk="0">
                  <a:moveTo>
                    <a:pt x="2348" y="1"/>
                  </a:moveTo>
                  <a:cubicBezTo>
                    <a:pt x="2125" y="1"/>
                    <a:pt x="1896" y="43"/>
                    <a:pt x="1669" y="136"/>
                  </a:cubicBezTo>
                  <a:cubicBezTo>
                    <a:pt x="434" y="669"/>
                    <a:pt x="1" y="2637"/>
                    <a:pt x="868" y="3605"/>
                  </a:cubicBezTo>
                  <a:cubicBezTo>
                    <a:pt x="1215" y="4032"/>
                    <a:pt x="1754" y="4245"/>
                    <a:pt x="2297" y="4245"/>
                  </a:cubicBezTo>
                  <a:cubicBezTo>
                    <a:pt x="2433" y="4245"/>
                    <a:pt x="2569" y="4232"/>
                    <a:pt x="2703" y="4205"/>
                  </a:cubicBezTo>
                  <a:lnTo>
                    <a:pt x="4404" y="1837"/>
                  </a:lnTo>
                  <a:cubicBezTo>
                    <a:pt x="4213" y="830"/>
                    <a:pt x="3335" y="1"/>
                    <a:pt x="234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58"/>
            <p:cNvSpPr/>
            <p:nvPr/>
          </p:nvSpPr>
          <p:spPr>
            <a:xfrm>
              <a:off x="2473600" y="2362975"/>
              <a:ext cx="110100" cy="117600"/>
            </a:xfrm>
            <a:custGeom>
              <a:avLst/>
              <a:gdLst/>
              <a:ahLst/>
              <a:cxnLst/>
              <a:rect l="l" t="t" r="r" b="b"/>
              <a:pathLst>
                <a:path w="4404" h="4704" fill="none" extrusionOk="0">
                  <a:moveTo>
                    <a:pt x="4404" y="2202"/>
                  </a:moveTo>
                  <a:cubicBezTo>
                    <a:pt x="4170" y="968"/>
                    <a:pt x="2903" y="0"/>
                    <a:pt x="1669" y="501"/>
                  </a:cubicBezTo>
                  <a:cubicBezTo>
                    <a:pt x="434" y="1034"/>
                    <a:pt x="1" y="3002"/>
                    <a:pt x="868" y="3970"/>
                  </a:cubicBezTo>
                  <a:cubicBezTo>
                    <a:pt x="1302" y="4503"/>
                    <a:pt x="2035" y="4704"/>
                    <a:pt x="2703" y="4570"/>
                  </a:cubicBezTo>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58"/>
            <p:cNvSpPr/>
            <p:nvPr/>
          </p:nvSpPr>
          <p:spPr>
            <a:xfrm>
              <a:off x="2526975" y="2403825"/>
              <a:ext cx="34225" cy="39225"/>
            </a:xfrm>
            <a:custGeom>
              <a:avLst/>
              <a:gdLst/>
              <a:ahLst/>
              <a:cxnLst/>
              <a:rect l="l" t="t" r="r" b="b"/>
              <a:pathLst>
                <a:path w="1369" h="1569" fill="none" extrusionOk="0">
                  <a:moveTo>
                    <a:pt x="1" y="67"/>
                  </a:moveTo>
                  <a:cubicBezTo>
                    <a:pt x="401" y="1"/>
                    <a:pt x="801" y="167"/>
                    <a:pt x="1035" y="468"/>
                  </a:cubicBezTo>
                  <a:cubicBezTo>
                    <a:pt x="1268" y="768"/>
                    <a:pt x="1368" y="1202"/>
                    <a:pt x="1235" y="156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58"/>
            <p:cNvSpPr/>
            <p:nvPr/>
          </p:nvSpPr>
          <p:spPr>
            <a:xfrm>
              <a:off x="3295025" y="2081925"/>
              <a:ext cx="69250" cy="64825"/>
            </a:xfrm>
            <a:custGeom>
              <a:avLst/>
              <a:gdLst/>
              <a:ahLst/>
              <a:cxnLst/>
              <a:rect l="l" t="t" r="r" b="b"/>
              <a:pathLst>
                <a:path w="2770" h="2593" extrusionOk="0">
                  <a:moveTo>
                    <a:pt x="2302" y="1"/>
                  </a:moveTo>
                  <a:cubicBezTo>
                    <a:pt x="1802" y="568"/>
                    <a:pt x="1235" y="1068"/>
                    <a:pt x="601" y="1502"/>
                  </a:cubicBezTo>
                  <a:cubicBezTo>
                    <a:pt x="434" y="1602"/>
                    <a:pt x="234" y="1735"/>
                    <a:pt x="134" y="1936"/>
                  </a:cubicBezTo>
                  <a:cubicBezTo>
                    <a:pt x="0" y="2269"/>
                    <a:pt x="67" y="2436"/>
                    <a:pt x="234" y="2536"/>
                  </a:cubicBezTo>
                  <a:cubicBezTo>
                    <a:pt x="324" y="2576"/>
                    <a:pt x="445" y="2592"/>
                    <a:pt x="576" y="2592"/>
                  </a:cubicBezTo>
                  <a:cubicBezTo>
                    <a:pt x="879" y="2592"/>
                    <a:pt x="1238" y="2506"/>
                    <a:pt x="1401" y="2436"/>
                  </a:cubicBezTo>
                  <a:cubicBezTo>
                    <a:pt x="1768" y="2302"/>
                    <a:pt x="2102" y="2102"/>
                    <a:pt x="2335" y="1802"/>
                  </a:cubicBezTo>
                  <a:cubicBezTo>
                    <a:pt x="2769" y="1235"/>
                    <a:pt x="2636" y="568"/>
                    <a:pt x="230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58"/>
            <p:cNvSpPr/>
            <p:nvPr/>
          </p:nvSpPr>
          <p:spPr>
            <a:xfrm>
              <a:off x="3278350" y="2000050"/>
              <a:ext cx="99250" cy="119425"/>
            </a:xfrm>
            <a:custGeom>
              <a:avLst/>
              <a:gdLst/>
              <a:ahLst/>
              <a:cxnLst/>
              <a:rect l="l" t="t" r="r" b="b"/>
              <a:pathLst>
                <a:path w="3970" h="4777" extrusionOk="0">
                  <a:moveTo>
                    <a:pt x="1854" y="0"/>
                  </a:moveTo>
                  <a:cubicBezTo>
                    <a:pt x="1392" y="0"/>
                    <a:pt x="934" y="87"/>
                    <a:pt x="501" y="174"/>
                  </a:cubicBezTo>
                  <a:cubicBezTo>
                    <a:pt x="401" y="174"/>
                    <a:pt x="334" y="207"/>
                    <a:pt x="267" y="240"/>
                  </a:cubicBezTo>
                  <a:cubicBezTo>
                    <a:pt x="0" y="407"/>
                    <a:pt x="200" y="907"/>
                    <a:pt x="267" y="1141"/>
                  </a:cubicBezTo>
                  <a:lnTo>
                    <a:pt x="501" y="2242"/>
                  </a:lnTo>
                  <a:cubicBezTo>
                    <a:pt x="567" y="2642"/>
                    <a:pt x="667" y="3009"/>
                    <a:pt x="734" y="3409"/>
                  </a:cubicBezTo>
                  <a:cubicBezTo>
                    <a:pt x="834" y="3876"/>
                    <a:pt x="868" y="4310"/>
                    <a:pt x="1034" y="4777"/>
                  </a:cubicBezTo>
                  <a:cubicBezTo>
                    <a:pt x="1068" y="4777"/>
                    <a:pt x="1134" y="4744"/>
                    <a:pt x="1201" y="4744"/>
                  </a:cubicBezTo>
                  <a:cubicBezTo>
                    <a:pt x="1702" y="4577"/>
                    <a:pt x="2102" y="4043"/>
                    <a:pt x="2435" y="3676"/>
                  </a:cubicBezTo>
                  <a:cubicBezTo>
                    <a:pt x="2535" y="3543"/>
                    <a:pt x="2936" y="3209"/>
                    <a:pt x="2936" y="3042"/>
                  </a:cubicBezTo>
                  <a:cubicBezTo>
                    <a:pt x="2936" y="2976"/>
                    <a:pt x="2669" y="2675"/>
                    <a:pt x="2736" y="2609"/>
                  </a:cubicBezTo>
                  <a:cubicBezTo>
                    <a:pt x="2902" y="2475"/>
                    <a:pt x="3103" y="2308"/>
                    <a:pt x="3303" y="2175"/>
                  </a:cubicBezTo>
                  <a:cubicBezTo>
                    <a:pt x="3603" y="1975"/>
                    <a:pt x="3903" y="1741"/>
                    <a:pt x="3936" y="1408"/>
                  </a:cubicBezTo>
                  <a:cubicBezTo>
                    <a:pt x="3970" y="1074"/>
                    <a:pt x="3770" y="774"/>
                    <a:pt x="3503" y="541"/>
                  </a:cubicBezTo>
                  <a:cubicBezTo>
                    <a:pt x="3103" y="207"/>
                    <a:pt x="2602" y="40"/>
                    <a:pt x="2068" y="7"/>
                  </a:cubicBezTo>
                  <a:cubicBezTo>
                    <a:pt x="1997" y="2"/>
                    <a:pt x="1925" y="0"/>
                    <a:pt x="185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58"/>
            <p:cNvSpPr/>
            <p:nvPr/>
          </p:nvSpPr>
          <p:spPr>
            <a:xfrm>
              <a:off x="3302525" y="2074425"/>
              <a:ext cx="49225" cy="47550"/>
            </a:xfrm>
            <a:custGeom>
              <a:avLst/>
              <a:gdLst/>
              <a:ahLst/>
              <a:cxnLst/>
              <a:rect l="l" t="t" r="r" b="b"/>
              <a:pathLst>
                <a:path w="1969" h="1902" fill="none" extrusionOk="0">
                  <a:moveTo>
                    <a:pt x="1969" y="1"/>
                  </a:moveTo>
                  <a:cubicBezTo>
                    <a:pt x="1535" y="801"/>
                    <a:pt x="735" y="1502"/>
                    <a:pt x="1" y="1902"/>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58"/>
            <p:cNvSpPr/>
            <p:nvPr/>
          </p:nvSpPr>
          <p:spPr>
            <a:xfrm>
              <a:off x="2843875" y="2885850"/>
              <a:ext cx="8350" cy="60050"/>
            </a:xfrm>
            <a:custGeom>
              <a:avLst/>
              <a:gdLst/>
              <a:ahLst/>
              <a:cxnLst/>
              <a:rect l="l" t="t" r="r" b="b"/>
              <a:pathLst>
                <a:path w="334" h="2402" extrusionOk="0">
                  <a:moveTo>
                    <a:pt x="334" y="0"/>
                  </a:moveTo>
                  <a:lnTo>
                    <a:pt x="334" y="0"/>
                  </a:lnTo>
                  <a:cubicBezTo>
                    <a:pt x="200" y="801"/>
                    <a:pt x="100" y="1601"/>
                    <a:pt x="0" y="2402"/>
                  </a:cubicBezTo>
                  <a:lnTo>
                    <a:pt x="334"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58"/>
            <p:cNvSpPr/>
            <p:nvPr/>
          </p:nvSpPr>
          <p:spPr>
            <a:xfrm>
              <a:off x="2843875" y="2885850"/>
              <a:ext cx="8350" cy="60050"/>
            </a:xfrm>
            <a:custGeom>
              <a:avLst/>
              <a:gdLst/>
              <a:ahLst/>
              <a:cxnLst/>
              <a:rect l="l" t="t" r="r" b="b"/>
              <a:pathLst>
                <a:path w="334" h="2402" fill="none" extrusionOk="0">
                  <a:moveTo>
                    <a:pt x="0" y="2402"/>
                  </a:moveTo>
                  <a:cubicBezTo>
                    <a:pt x="100" y="1601"/>
                    <a:pt x="200" y="801"/>
                    <a:pt x="334" y="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58"/>
            <p:cNvSpPr/>
            <p:nvPr/>
          </p:nvSpPr>
          <p:spPr>
            <a:xfrm>
              <a:off x="2431900" y="2622325"/>
              <a:ext cx="281075" cy="107675"/>
            </a:xfrm>
            <a:custGeom>
              <a:avLst/>
              <a:gdLst/>
              <a:ahLst/>
              <a:cxnLst/>
              <a:rect l="l" t="t" r="r" b="b"/>
              <a:pathLst>
                <a:path w="11243" h="4307" extrusionOk="0">
                  <a:moveTo>
                    <a:pt x="1535" y="0"/>
                  </a:moveTo>
                  <a:cubicBezTo>
                    <a:pt x="1035" y="200"/>
                    <a:pt x="535" y="334"/>
                    <a:pt x="1" y="434"/>
                  </a:cubicBezTo>
                  <a:cubicBezTo>
                    <a:pt x="434" y="1268"/>
                    <a:pt x="935" y="2035"/>
                    <a:pt x="1669" y="2602"/>
                  </a:cubicBezTo>
                  <a:cubicBezTo>
                    <a:pt x="2136" y="2936"/>
                    <a:pt x="2603" y="3236"/>
                    <a:pt x="3103" y="3469"/>
                  </a:cubicBezTo>
                  <a:cubicBezTo>
                    <a:pt x="4137" y="3936"/>
                    <a:pt x="5271" y="4237"/>
                    <a:pt x="6439" y="4303"/>
                  </a:cubicBezTo>
                  <a:cubicBezTo>
                    <a:pt x="6519" y="4306"/>
                    <a:pt x="6600" y="4307"/>
                    <a:pt x="6681" y="4307"/>
                  </a:cubicBezTo>
                  <a:cubicBezTo>
                    <a:pt x="7779" y="4307"/>
                    <a:pt x="8940" y="4088"/>
                    <a:pt x="9841" y="3436"/>
                  </a:cubicBezTo>
                  <a:cubicBezTo>
                    <a:pt x="10708" y="2802"/>
                    <a:pt x="11242" y="1635"/>
                    <a:pt x="11209" y="567"/>
                  </a:cubicBezTo>
                  <a:cubicBezTo>
                    <a:pt x="11109" y="567"/>
                    <a:pt x="11042" y="534"/>
                    <a:pt x="10942" y="534"/>
                  </a:cubicBezTo>
                  <a:cubicBezTo>
                    <a:pt x="10608" y="434"/>
                    <a:pt x="10241" y="334"/>
                    <a:pt x="9908" y="234"/>
                  </a:cubicBezTo>
                  <a:cubicBezTo>
                    <a:pt x="9908" y="1134"/>
                    <a:pt x="9541" y="1868"/>
                    <a:pt x="8774" y="2302"/>
                  </a:cubicBezTo>
                  <a:cubicBezTo>
                    <a:pt x="8177" y="2636"/>
                    <a:pt x="7494" y="2748"/>
                    <a:pt x="6824" y="2748"/>
                  </a:cubicBezTo>
                  <a:cubicBezTo>
                    <a:pt x="6558" y="2748"/>
                    <a:pt x="6294" y="2731"/>
                    <a:pt x="6038" y="2702"/>
                  </a:cubicBezTo>
                  <a:cubicBezTo>
                    <a:pt x="4404" y="2535"/>
                    <a:pt x="2269" y="1568"/>
                    <a:pt x="153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58"/>
            <p:cNvSpPr/>
            <p:nvPr/>
          </p:nvSpPr>
          <p:spPr>
            <a:xfrm>
              <a:off x="3089050" y="3873225"/>
              <a:ext cx="40050" cy="117600"/>
            </a:xfrm>
            <a:custGeom>
              <a:avLst/>
              <a:gdLst/>
              <a:ahLst/>
              <a:cxnLst/>
              <a:rect l="l" t="t" r="r" b="b"/>
              <a:pathLst>
                <a:path w="1602" h="4704" extrusionOk="0">
                  <a:moveTo>
                    <a:pt x="934" y="0"/>
                  </a:moveTo>
                  <a:cubicBezTo>
                    <a:pt x="634" y="1568"/>
                    <a:pt x="300" y="3136"/>
                    <a:pt x="0" y="4703"/>
                  </a:cubicBezTo>
                  <a:cubicBezTo>
                    <a:pt x="534" y="4637"/>
                    <a:pt x="1068" y="4537"/>
                    <a:pt x="1601" y="4437"/>
                  </a:cubicBezTo>
                  <a:cubicBezTo>
                    <a:pt x="1301" y="2969"/>
                    <a:pt x="1101" y="1501"/>
                    <a:pt x="93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8"/>
            <p:cNvSpPr/>
            <p:nvPr/>
          </p:nvSpPr>
          <p:spPr>
            <a:xfrm>
              <a:off x="3181600" y="2458875"/>
              <a:ext cx="875" cy="850"/>
            </a:xfrm>
            <a:custGeom>
              <a:avLst/>
              <a:gdLst/>
              <a:ahLst/>
              <a:cxnLst/>
              <a:rect l="l" t="t" r="r" b="b"/>
              <a:pathLst>
                <a:path w="35" h="34" extrusionOk="0">
                  <a:moveTo>
                    <a:pt x="34" y="0"/>
                  </a:moveTo>
                  <a:cubicBezTo>
                    <a:pt x="34" y="0"/>
                    <a:pt x="1" y="34"/>
                    <a:pt x="1" y="34"/>
                  </a:cubicBez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 name="Google Shape;1032;p58"/>
          <p:cNvGrpSpPr/>
          <p:nvPr/>
        </p:nvGrpSpPr>
        <p:grpSpPr>
          <a:xfrm flipH="1">
            <a:off x="284725" y="2109154"/>
            <a:ext cx="1223892" cy="3034347"/>
            <a:chOff x="2330682" y="1468700"/>
            <a:chExt cx="824447" cy="2044019"/>
          </a:xfrm>
        </p:grpSpPr>
        <p:sp>
          <p:nvSpPr>
            <p:cNvPr id="1033" name="Google Shape;1033;p58"/>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58"/>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8"/>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58"/>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58"/>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Playing the Selected Song</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a:t>def play():</a:t>
            </a:r>
          </a:p>
          <a:p>
            <a:pPr marL="114300" indent="0">
              <a:buNone/>
            </a:pPr>
            <a:r>
              <a:rPr lang="en-US" sz="1200" dirty="0"/>
              <a:t>    </a:t>
            </a:r>
            <a:r>
              <a:rPr lang="en-US" sz="1200" dirty="0" err="1"/>
              <a:t>my_slider.set</a:t>
            </a:r>
            <a:r>
              <a:rPr lang="en-US" sz="1200" dirty="0"/>
              <a:t>(0)</a:t>
            </a:r>
          </a:p>
          <a:p>
            <a:pPr marL="114300" indent="0">
              <a:buNone/>
            </a:pPr>
            <a:r>
              <a:rPr lang="en-US" sz="1200" dirty="0"/>
              <a:t>    song = </a:t>
            </a:r>
            <a:r>
              <a:rPr lang="en-US" sz="1200" dirty="0" err="1"/>
              <a:t>song_box.get</a:t>
            </a:r>
            <a:r>
              <a:rPr lang="en-US" sz="1200" dirty="0"/>
              <a:t>(ACTIVE)</a:t>
            </a:r>
          </a:p>
          <a:p>
            <a:pPr marL="114300" indent="0">
              <a:buNone/>
            </a:pPr>
            <a:r>
              <a:rPr lang="en-US" sz="1200" dirty="0"/>
              <a:t>    song = </a:t>
            </a:r>
            <a:r>
              <a:rPr lang="en-US" sz="1200" dirty="0" err="1"/>
              <a:t>f'C</a:t>
            </a:r>
            <a:r>
              <a:rPr lang="en-US" sz="1200" dirty="0"/>
              <a:t>:/Python Project/'</a:t>
            </a:r>
            <a:r>
              <a:rPr lang="en-US" sz="1200" dirty="0" err="1"/>
              <a:t>musicplayer</a:t>
            </a:r>
            <a:r>
              <a:rPr lang="en-US" sz="1200" dirty="0"/>
              <a:t>-main/music/{song}.mp3</a:t>
            </a:r>
          </a:p>
          <a:p>
            <a:pPr marL="114300" indent="0">
              <a:buNone/>
            </a:pPr>
            <a:endParaRPr lang="en-US" sz="1200" dirty="0"/>
          </a:p>
          <a:p>
            <a:pPr marL="114300" indent="0">
              <a:buNone/>
            </a:pPr>
            <a:r>
              <a:rPr lang="en-US" sz="1200" dirty="0"/>
              <a:t>    </a:t>
            </a:r>
            <a:r>
              <a:rPr lang="en-US" sz="1200" dirty="0" err="1"/>
              <a:t>pygame.mixer.music.load</a:t>
            </a:r>
            <a:r>
              <a:rPr lang="en-US" sz="1200" dirty="0"/>
              <a:t>(song)</a:t>
            </a:r>
          </a:p>
          <a:p>
            <a:pPr marL="114300" indent="0">
              <a:buNone/>
            </a:pPr>
            <a:r>
              <a:rPr lang="en-US" sz="1200" dirty="0"/>
              <a:t>    </a:t>
            </a:r>
            <a:r>
              <a:rPr lang="en-US" sz="1200" dirty="0" err="1"/>
              <a:t>pygame.mixer.music.play</a:t>
            </a:r>
            <a:r>
              <a:rPr lang="en-US" sz="1200" dirty="0"/>
              <a:t>(loops=0)</a:t>
            </a:r>
          </a:p>
          <a:p>
            <a:pPr marL="114300" indent="0">
              <a:buNone/>
            </a:pPr>
            <a:endParaRPr lang="en-US" sz="1200" dirty="0"/>
          </a:p>
          <a:p>
            <a:pPr marL="114300" indent="0">
              <a:buNone/>
            </a:pPr>
            <a:r>
              <a:rPr lang="en-US" sz="1200" dirty="0"/>
              <a:t>    #call the </a:t>
            </a:r>
            <a:r>
              <a:rPr lang="en-US" sz="1200" dirty="0" err="1"/>
              <a:t>paly_time</a:t>
            </a:r>
            <a:r>
              <a:rPr lang="en-US" sz="1200" dirty="0"/>
              <a:t> </a:t>
            </a:r>
            <a:r>
              <a:rPr lang="en-US" sz="1200" dirty="0" err="1"/>
              <a:t>fn</a:t>
            </a:r>
            <a:r>
              <a:rPr lang="en-US" sz="1200" dirty="0"/>
              <a:t> to get current time</a:t>
            </a:r>
          </a:p>
          <a:p>
            <a:pPr marL="114300" indent="0">
              <a:buNone/>
            </a:pPr>
            <a:r>
              <a:rPr lang="en-US" sz="1200" dirty="0"/>
              <a:t>    </a:t>
            </a:r>
            <a:r>
              <a:rPr lang="en-US" sz="1200" dirty="0" err="1"/>
              <a:t>play_time</a:t>
            </a:r>
            <a:r>
              <a:rPr lang="en-US" sz="1200" dirty="0"/>
              <a:t>()</a:t>
            </a:r>
          </a:p>
          <a:p>
            <a:pPr marL="114300" indent="0">
              <a:buNone/>
            </a:pPr>
            <a:r>
              <a:rPr lang="en-US" sz="1200" dirty="0"/>
              <a:t>    </a:t>
            </a:r>
            <a:r>
              <a:rPr lang="en-US" sz="1200" dirty="0" err="1"/>
              <a:t>get_album_cover</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play function is used to play the select song in the song box(i.e. List Box).</a:t>
            </a:r>
          </a:p>
          <a:p>
            <a:pPr marL="114300" indent="0">
              <a:buNone/>
            </a:pPr>
            <a:r>
              <a:rPr lang="en-US" sz="1400" dirty="0"/>
              <a:t>The active selected song is returned by the .get() method of list box.</a:t>
            </a:r>
          </a:p>
          <a:p>
            <a:pPr marL="114300" indent="0">
              <a:buNone/>
            </a:pPr>
            <a:endParaRPr lang="en-US" sz="1400" dirty="0"/>
          </a:p>
          <a:p>
            <a:pPr marL="114300" indent="0">
              <a:buNone/>
            </a:pPr>
            <a:r>
              <a:rPr lang="en-US" sz="1400" dirty="0"/>
              <a:t>The .get() method returns only the name as the path and extension was stripped out when storing song. </a:t>
            </a:r>
          </a:p>
          <a:p>
            <a:pPr marL="114300" indent="0">
              <a:buNone/>
            </a:pPr>
            <a:endParaRPr lang="en-US" sz="1400" dirty="0"/>
          </a:p>
          <a:p>
            <a:pPr marL="114300" indent="0">
              <a:buNone/>
            </a:pPr>
            <a:r>
              <a:rPr lang="en-US" sz="1400" dirty="0"/>
              <a:t>The path and extension is added to the song name using the ‘f’ string and is loaded by </a:t>
            </a:r>
            <a:r>
              <a:rPr lang="en-US" sz="1400" dirty="0" err="1"/>
              <a:t>pygame.mixer.music.load</a:t>
            </a:r>
            <a:r>
              <a:rPr lang="en-US" sz="1400" dirty="0"/>
              <a:t> function, and played. The </a:t>
            </a:r>
            <a:r>
              <a:rPr lang="en-US" sz="1400" dirty="0" err="1"/>
              <a:t>play_time</a:t>
            </a:r>
            <a:r>
              <a:rPr lang="en-US" sz="1400" dirty="0"/>
              <a:t>  and album cover is invoked too.</a:t>
            </a:r>
          </a:p>
        </p:txBody>
      </p:sp>
    </p:spTree>
    <p:extLst>
      <p:ext uri="{BB962C8B-B14F-4D97-AF65-F5344CB8AC3E}">
        <p14:creationId xmlns:p14="http://schemas.microsoft.com/office/powerpoint/2010/main" val="3719619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Stopping the Selected Song</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a:t>def stop():</a:t>
            </a:r>
          </a:p>
          <a:p>
            <a:pPr marL="114300" indent="0">
              <a:buNone/>
            </a:pPr>
            <a:r>
              <a:rPr lang="en-US" sz="1200" dirty="0"/>
              <a:t>    </a:t>
            </a:r>
            <a:r>
              <a:rPr lang="en-US" sz="1200" dirty="0" err="1"/>
              <a:t>statu_bar.config</a:t>
            </a:r>
            <a:r>
              <a:rPr lang="en-US" sz="1200" dirty="0"/>
              <a:t>(text=’’)</a:t>
            </a:r>
          </a:p>
          <a:p>
            <a:pPr marL="114300" indent="0">
              <a:buNone/>
            </a:pPr>
            <a:endParaRPr lang="en-US" sz="1200" dirty="0"/>
          </a:p>
          <a:p>
            <a:pPr marL="114300" indent="0">
              <a:buNone/>
            </a:pPr>
            <a:r>
              <a:rPr lang="en-US" sz="1200" dirty="0"/>
              <a:t>    </a:t>
            </a:r>
            <a:r>
              <a:rPr lang="en-US" sz="1200" dirty="0" err="1"/>
              <a:t>my_slider.set</a:t>
            </a:r>
            <a:r>
              <a:rPr lang="en-US" sz="1200" dirty="0"/>
              <a:t>(0)</a:t>
            </a:r>
          </a:p>
          <a:p>
            <a:pPr marL="114300" indent="0">
              <a:buNone/>
            </a:pPr>
            <a:endParaRPr lang="en-US" sz="1200" dirty="0"/>
          </a:p>
          <a:p>
            <a:pPr marL="114300" indent="0">
              <a:buNone/>
            </a:pPr>
            <a:r>
              <a:rPr lang="en-US" sz="1200" dirty="0"/>
              <a:t>    </a:t>
            </a:r>
            <a:r>
              <a:rPr lang="en-US" sz="1200" dirty="0" err="1"/>
              <a:t>pygame.mixer.music.stop</a:t>
            </a:r>
            <a:r>
              <a:rPr lang="en-US" sz="1200" dirty="0"/>
              <a:t>()</a:t>
            </a:r>
          </a:p>
          <a:p>
            <a:pPr marL="114300" indent="0">
              <a:buNone/>
            </a:pPr>
            <a:endParaRPr lang="en-US" sz="1200" dirty="0"/>
          </a:p>
          <a:p>
            <a:pPr marL="114300" indent="0">
              <a:buNone/>
            </a:pPr>
            <a:r>
              <a:rPr lang="en-US" sz="1200" dirty="0"/>
              <a:t>    </a:t>
            </a:r>
            <a:r>
              <a:rPr lang="en-US" sz="1200" dirty="0" err="1"/>
              <a:t>song_box.select_clear</a:t>
            </a:r>
            <a:r>
              <a:rPr lang="en-US" sz="1200" dirty="0"/>
              <a:t>(ACTIVE)</a:t>
            </a:r>
          </a:p>
          <a:p>
            <a:pPr marL="114300" indent="0">
              <a:buNone/>
            </a:pPr>
            <a:endParaRPr lang="en-US" sz="1200" dirty="0"/>
          </a:p>
          <a:p>
            <a:pPr marL="114300" indent="0">
              <a:buNone/>
            </a:pPr>
            <a:r>
              <a:rPr lang="en-US" sz="1200" dirty="0"/>
              <a:t>     </a:t>
            </a:r>
            <a:r>
              <a:rPr lang="en-US" sz="1200" dirty="0" err="1"/>
              <a:t>statu_bar.config</a:t>
            </a:r>
            <a:r>
              <a:rPr lang="en-US" sz="1200" dirty="0"/>
              <a:t>(text=’’)</a:t>
            </a:r>
          </a:p>
          <a:p>
            <a:pPr marL="114300" indent="0">
              <a:buNone/>
            </a:pPr>
            <a:endParaRPr lang="en-US" sz="1200" dirty="0"/>
          </a:p>
          <a:p>
            <a:pPr marL="114300" indent="0">
              <a:buNone/>
            </a:pPr>
            <a:r>
              <a:rPr lang="en-US" sz="1200" dirty="0"/>
              <a:t>    </a:t>
            </a:r>
            <a:r>
              <a:rPr lang="en-US" sz="1200" dirty="0" err="1"/>
              <a:t>remove_album_cover</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p:txBody>
          <a:bodyPr/>
          <a:lstStyle/>
          <a:p>
            <a:pPr marL="114300" indent="0">
              <a:buNone/>
            </a:pPr>
            <a:r>
              <a:rPr lang="en-US" sz="1400" dirty="0"/>
              <a:t>The stop function clears the time status bar.</a:t>
            </a:r>
          </a:p>
          <a:p>
            <a:pPr marL="114300" indent="0">
              <a:buNone/>
            </a:pPr>
            <a:endParaRPr lang="en-US" sz="1400" dirty="0"/>
          </a:p>
          <a:p>
            <a:pPr marL="114300" indent="0">
              <a:buNone/>
            </a:pPr>
            <a:r>
              <a:rPr lang="en-US" sz="1400" dirty="0"/>
              <a:t>The slider is set to 0 and the </a:t>
            </a:r>
            <a:r>
              <a:rPr lang="en-US" sz="1400" dirty="0" err="1"/>
              <a:t>pygame.mixer.music.stop</a:t>
            </a:r>
            <a:r>
              <a:rPr lang="en-US" sz="1400" dirty="0"/>
              <a:t> function stops the song from playing.</a:t>
            </a:r>
          </a:p>
          <a:p>
            <a:pPr marL="114300" indent="0">
              <a:buNone/>
            </a:pPr>
            <a:endParaRPr lang="en-US" sz="1400" dirty="0"/>
          </a:p>
          <a:p>
            <a:pPr marL="114300" indent="0">
              <a:buNone/>
            </a:pPr>
            <a:r>
              <a:rPr lang="en-US" sz="1400" dirty="0"/>
              <a:t>The list box selectin is cleared out and the album cover is also removed by invoking the remove album cover function. </a:t>
            </a:r>
          </a:p>
        </p:txBody>
      </p:sp>
    </p:spTree>
    <p:extLst>
      <p:ext uri="{BB962C8B-B14F-4D97-AF65-F5344CB8AC3E}">
        <p14:creationId xmlns:p14="http://schemas.microsoft.com/office/powerpoint/2010/main" val="39010038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44"/>
        <p:cNvGrpSpPr/>
        <p:nvPr/>
      </p:nvGrpSpPr>
      <p:grpSpPr>
        <a:xfrm>
          <a:off x="0" y="0"/>
          <a:ext cx="0" cy="0"/>
          <a:chOff x="0" y="0"/>
          <a:chExt cx="0" cy="0"/>
        </a:xfrm>
      </p:grpSpPr>
      <p:sp>
        <p:nvSpPr>
          <p:cNvPr id="545" name="Google Shape;545;p47"/>
          <p:cNvSpPr/>
          <p:nvPr/>
        </p:nvSpPr>
        <p:spPr>
          <a:xfrm>
            <a:off x="666525" y="151942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7" name="Google Shape;547;p47"/>
          <p:cNvGrpSpPr/>
          <p:nvPr/>
        </p:nvGrpSpPr>
        <p:grpSpPr>
          <a:xfrm>
            <a:off x="297275" y="2729943"/>
            <a:ext cx="1671184" cy="2440924"/>
            <a:chOff x="6795049" y="1179275"/>
            <a:chExt cx="1268451" cy="1852694"/>
          </a:xfrm>
        </p:grpSpPr>
        <p:sp>
          <p:nvSpPr>
            <p:cNvPr id="548" name="Google Shape;548;p47"/>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7"/>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7"/>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7"/>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7"/>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7"/>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7"/>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5" name="Google Shape;555;p47"/>
          <p:cNvGrpSpPr/>
          <p:nvPr/>
        </p:nvGrpSpPr>
        <p:grpSpPr>
          <a:xfrm flipH="1">
            <a:off x="1364603" y="1794118"/>
            <a:ext cx="2968415" cy="2695046"/>
            <a:chOff x="1128225" y="1759150"/>
            <a:chExt cx="2904371" cy="2636900"/>
          </a:xfrm>
        </p:grpSpPr>
        <p:sp>
          <p:nvSpPr>
            <p:cNvPr id="556" name="Google Shape;556;p47"/>
            <p:cNvSpPr/>
            <p:nvPr/>
          </p:nvSpPr>
          <p:spPr>
            <a:xfrm>
              <a:off x="3114412" y="3086378"/>
              <a:ext cx="32" cy="1050086"/>
            </a:xfrm>
            <a:custGeom>
              <a:avLst/>
              <a:gdLst/>
              <a:ahLst/>
              <a:cxnLst/>
              <a:rect l="l" t="t" r="r" b="b"/>
              <a:pathLst>
                <a:path w="1" h="32657" fill="none" extrusionOk="0">
                  <a:moveTo>
                    <a:pt x="1" y="0"/>
                  </a:moveTo>
                  <a:lnTo>
                    <a:pt x="1" y="32657"/>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47"/>
            <p:cNvSpPr/>
            <p:nvPr/>
          </p:nvSpPr>
          <p:spPr>
            <a:xfrm>
              <a:off x="2856978" y="4120353"/>
              <a:ext cx="548146" cy="201676"/>
            </a:xfrm>
            <a:custGeom>
              <a:avLst/>
              <a:gdLst/>
              <a:ahLst/>
              <a:cxnLst/>
              <a:rect l="l" t="t" r="r" b="b"/>
              <a:pathLst>
                <a:path w="17047" h="6272" fill="none" extrusionOk="0">
                  <a:moveTo>
                    <a:pt x="1" y="6272"/>
                  </a:moveTo>
                  <a:lnTo>
                    <a:pt x="8007" y="0"/>
                  </a:lnTo>
                  <a:lnTo>
                    <a:pt x="17046" y="6272"/>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47"/>
            <p:cNvSpPr/>
            <p:nvPr/>
          </p:nvSpPr>
          <p:spPr>
            <a:xfrm>
              <a:off x="2480507" y="4116077"/>
              <a:ext cx="1252823" cy="174859"/>
            </a:xfrm>
            <a:custGeom>
              <a:avLst/>
              <a:gdLst/>
              <a:ahLst/>
              <a:cxnLst/>
              <a:rect l="l" t="t" r="r" b="b"/>
              <a:pathLst>
                <a:path w="38962" h="5438" fill="none" extrusionOk="0">
                  <a:moveTo>
                    <a:pt x="0" y="5437"/>
                  </a:moveTo>
                  <a:lnTo>
                    <a:pt x="19815" y="0"/>
                  </a:lnTo>
                  <a:lnTo>
                    <a:pt x="38962" y="5437"/>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7"/>
            <p:cNvSpPr/>
            <p:nvPr/>
          </p:nvSpPr>
          <p:spPr>
            <a:xfrm>
              <a:off x="2430088" y="4230838"/>
              <a:ext cx="127688" cy="127655"/>
            </a:xfrm>
            <a:custGeom>
              <a:avLst/>
              <a:gdLst/>
              <a:ahLst/>
              <a:cxnLst/>
              <a:rect l="l" t="t" r="r" b="b"/>
              <a:pathLst>
                <a:path w="3971" h="3970" extrusionOk="0">
                  <a:moveTo>
                    <a:pt x="1969" y="0"/>
                  </a:moveTo>
                  <a:cubicBezTo>
                    <a:pt x="901" y="0"/>
                    <a:pt x="1" y="901"/>
                    <a:pt x="1" y="1968"/>
                  </a:cubicBezTo>
                  <a:cubicBezTo>
                    <a:pt x="1" y="3069"/>
                    <a:pt x="901" y="3970"/>
                    <a:pt x="1969" y="3970"/>
                  </a:cubicBezTo>
                  <a:cubicBezTo>
                    <a:pt x="3070" y="3970"/>
                    <a:pt x="3970" y="3069"/>
                    <a:pt x="3970" y="1968"/>
                  </a:cubicBezTo>
                  <a:cubicBezTo>
                    <a:pt x="3970" y="901"/>
                    <a:pt x="3070" y="0"/>
                    <a:pt x="19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7"/>
            <p:cNvSpPr/>
            <p:nvPr/>
          </p:nvSpPr>
          <p:spPr>
            <a:xfrm>
              <a:off x="3613169" y="4230838"/>
              <a:ext cx="126594" cy="127655"/>
            </a:xfrm>
            <a:custGeom>
              <a:avLst/>
              <a:gdLst/>
              <a:ahLst/>
              <a:cxnLst/>
              <a:rect l="l" t="t" r="r" b="b"/>
              <a:pathLst>
                <a:path w="3937" h="3970" extrusionOk="0">
                  <a:moveTo>
                    <a:pt x="1969" y="0"/>
                  </a:moveTo>
                  <a:cubicBezTo>
                    <a:pt x="868" y="0"/>
                    <a:pt x="1" y="901"/>
                    <a:pt x="1" y="1968"/>
                  </a:cubicBezTo>
                  <a:cubicBezTo>
                    <a:pt x="1" y="3069"/>
                    <a:pt x="868" y="3970"/>
                    <a:pt x="1969" y="3970"/>
                  </a:cubicBezTo>
                  <a:cubicBezTo>
                    <a:pt x="3069" y="3970"/>
                    <a:pt x="3937" y="3069"/>
                    <a:pt x="3937" y="1968"/>
                  </a:cubicBezTo>
                  <a:cubicBezTo>
                    <a:pt x="3937" y="901"/>
                    <a:pt x="3069" y="0"/>
                    <a:pt x="19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7"/>
            <p:cNvSpPr/>
            <p:nvPr/>
          </p:nvSpPr>
          <p:spPr>
            <a:xfrm>
              <a:off x="3313902" y="4254440"/>
              <a:ext cx="127688" cy="127655"/>
            </a:xfrm>
            <a:custGeom>
              <a:avLst/>
              <a:gdLst/>
              <a:ahLst/>
              <a:cxnLst/>
              <a:rect l="l" t="t" r="r" b="b"/>
              <a:pathLst>
                <a:path w="3971" h="3970" extrusionOk="0">
                  <a:moveTo>
                    <a:pt x="1969" y="0"/>
                  </a:moveTo>
                  <a:cubicBezTo>
                    <a:pt x="902" y="0"/>
                    <a:pt x="1" y="901"/>
                    <a:pt x="1" y="2002"/>
                  </a:cubicBezTo>
                  <a:cubicBezTo>
                    <a:pt x="1" y="3069"/>
                    <a:pt x="902" y="3970"/>
                    <a:pt x="1969" y="3970"/>
                  </a:cubicBezTo>
                  <a:cubicBezTo>
                    <a:pt x="3070" y="3970"/>
                    <a:pt x="3970" y="3069"/>
                    <a:pt x="3970" y="2002"/>
                  </a:cubicBezTo>
                  <a:cubicBezTo>
                    <a:pt x="3970" y="901"/>
                    <a:pt x="3070" y="0"/>
                    <a:pt x="196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7"/>
            <p:cNvSpPr/>
            <p:nvPr/>
          </p:nvSpPr>
          <p:spPr>
            <a:xfrm>
              <a:off x="2782989" y="4269456"/>
              <a:ext cx="126594" cy="126594"/>
            </a:xfrm>
            <a:custGeom>
              <a:avLst/>
              <a:gdLst/>
              <a:ahLst/>
              <a:cxnLst/>
              <a:rect l="l" t="t" r="r" b="b"/>
              <a:pathLst>
                <a:path w="3937" h="3937" extrusionOk="0">
                  <a:moveTo>
                    <a:pt x="1968" y="0"/>
                  </a:moveTo>
                  <a:cubicBezTo>
                    <a:pt x="867" y="0"/>
                    <a:pt x="0" y="867"/>
                    <a:pt x="0" y="1968"/>
                  </a:cubicBezTo>
                  <a:cubicBezTo>
                    <a:pt x="0" y="3069"/>
                    <a:pt x="867" y="3936"/>
                    <a:pt x="1968" y="3936"/>
                  </a:cubicBezTo>
                  <a:cubicBezTo>
                    <a:pt x="3069" y="3936"/>
                    <a:pt x="3936" y="3069"/>
                    <a:pt x="3936" y="1968"/>
                  </a:cubicBezTo>
                  <a:cubicBezTo>
                    <a:pt x="3936" y="867"/>
                    <a:pt x="3069" y="0"/>
                    <a:pt x="196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7"/>
            <p:cNvSpPr/>
            <p:nvPr/>
          </p:nvSpPr>
          <p:spPr>
            <a:xfrm>
              <a:off x="2277769" y="2019187"/>
              <a:ext cx="1754827" cy="1463053"/>
            </a:xfrm>
            <a:custGeom>
              <a:avLst/>
              <a:gdLst/>
              <a:ahLst/>
              <a:cxnLst/>
              <a:rect l="l" t="t" r="r" b="b"/>
              <a:pathLst>
                <a:path w="54574" h="45500" extrusionOk="0">
                  <a:moveTo>
                    <a:pt x="42474" y="1"/>
                  </a:moveTo>
                  <a:cubicBezTo>
                    <a:pt x="40300" y="1"/>
                    <a:pt x="38833" y="1241"/>
                    <a:pt x="37194" y="3434"/>
                  </a:cubicBezTo>
                  <a:cubicBezTo>
                    <a:pt x="32891" y="9172"/>
                    <a:pt x="28688" y="14776"/>
                    <a:pt x="21783" y="17511"/>
                  </a:cubicBezTo>
                  <a:cubicBezTo>
                    <a:pt x="17947" y="19046"/>
                    <a:pt x="13411" y="18278"/>
                    <a:pt x="9741" y="20180"/>
                  </a:cubicBezTo>
                  <a:cubicBezTo>
                    <a:pt x="5705" y="22315"/>
                    <a:pt x="1" y="28452"/>
                    <a:pt x="1102" y="33556"/>
                  </a:cubicBezTo>
                  <a:cubicBezTo>
                    <a:pt x="1335" y="34490"/>
                    <a:pt x="1736" y="35391"/>
                    <a:pt x="2269" y="36258"/>
                  </a:cubicBezTo>
                  <a:cubicBezTo>
                    <a:pt x="4437" y="39660"/>
                    <a:pt x="8841" y="42362"/>
                    <a:pt x="12110" y="43530"/>
                  </a:cubicBezTo>
                  <a:cubicBezTo>
                    <a:pt x="16646" y="45198"/>
                    <a:pt x="21583" y="45465"/>
                    <a:pt x="26420" y="45498"/>
                  </a:cubicBezTo>
                  <a:cubicBezTo>
                    <a:pt x="26531" y="45499"/>
                    <a:pt x="26642" y="45500"/>
                    <a:pt x="26753" y="45500"/>
                  </a:cubicBezTo>
                  <a:cubicBezTo>
                    <a:pt x="29536" y="45500"/>
                    <a:pt x="32229" y="45095"/>
                    <a:pt x="34859" y="44197"/>
                  </a:cubicBezTo>
                  <a:cubicBezTo>
                    <a:pt x="45066" y="40694"/>
                    <a:pt x="52205" y="30654"/>
                    <a:pt x="53839" y="20013"/>
                  </a:cubicBezTo>
                  <a:cubicBezTo>
                    <a:pt x="54573" y="15343"/>
                    <a:pt x="54306" y="10406"/>
                    <a:pt x="52005" y="6303"/>
                  </a:cubicBezTo>
                  <a:cubicBezTo>
                    <a:pt x="50470" y="3568"/>
                    <a:pt x="47868" y="1333"/>
                    <a:pt x="44833" y="399"/>
                  </a:cubicBezTo>
                  <a:cubicBezTo>
                    <a:pt x="43953" y="130"/>
                    <a:pt x="43177" y="1"/>
                    <a:pt x="42474"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7"/>
            <p:cNvSpPr/>
            <p:nvPr/>
          </p:nvSpPr>
          <p:spPr>
            <a:xfrm>
              <a:off x="1128225" y="3341592"/>
              <a:ext cx="471714" cy="253317"/>
            </a:xfrm>
            <a:custGeom>
              <a:avLst/>
              <a:gdLst/>
              <a:ahLst/>
              <a:cxnLst/>
              <a:rect l="l" t="t" r="r" b="b"/>
              <a:pathLst>
                <a:path w="14670" h="7878" extrusionOk="0">
                  <a:moveTo>
                    <a:pt x="8466" y="7005"/>
                  </a:moveTo>
                  <a:cubicBezTo>
                    <a:pt x="8466" y="7006"/>
                    <a:pt x="8465" y="7006"/>
                    <a:pt x="8465" y="7007"/>
                  </a:cubicBezTo>
                  <a:cubicBezTo>
                    <a:pt x="8465" y="7007"/>
                    <a:pt x="8466" y="7006"/>
                    <a:pt x="8466" y="7005"/>
                  </a:cubicBezTo>
                  <a:close/>
                  <a:moveTo>
                    <a:pt x="1408" y="0"/>
                  </a:moveTo>
                  <a:cubicBezTo>
                    <a:pt x="25" y="0"/>
                    <a:pt x="0" y="1415"/>
                    <a:pt x="1160" y="2604"/>
                  </a:cubicBezTo>
                  <a:cubicBezTo>
                    <a:pt x="1927" y="3371"/>
                    <a:pt x="3194" y="4005"/>
                    <a:pt x="3795" y="4272"/>
                  </a:cubicBezTo>
                  <a:cubicBezTo>
                    <a:pt x="5527" y="5042"/>
                    <a:pt x="7413" y="5441"/>
                    <a:pt x="9305" y="5441"/>
                  </a:cubicBezTo>
                  <a:cubicBezTo>
                    <a:pt x="9381" y="5441"/>
                    <a:pt x="9456" y="5441"/>
                    <a:pt x="9532" y="5439"/>
                  </a:cubicBezTo>
                  <a:lnTo>
                    <a:pt x="9532" y="5439"/>
                  </a:lnTo>
                  <a:cubicBezTo>
                    <a:pt x="9232" y="6006"/>
                    <a:pt x="8866" y="6506"/>
                    <a:pt x="8466" y="7005"/>
                  </a:cubicBezTo>
                  <a:lnTo>
                    <a:pt x="8466" y="7005"/>
                  </a:lnTo>
                  <a:cubicBezTo>
                    <a:pt x="8467" y="7004"/>
                    <a:pt x="8469" y="7004"/>
                    <a:pt x="8471" y="7004"/>
                  </a:cubicBezTo>
                  <a:cubicBezTo>
                    <a:pt x="8565" y="7004"/>
                    <a:pt x="9540" y="7878"/>
                    <a:pt x="9868" y="7878"/>
                  </a:cubicBezTo>
                  <a:cubicBezTo>
                    <a:pt x="9879" y="7878"/>
                    <a:pt x="9889" y="7877"/>
                    <a:pt x="9899" y="7874"/>
                  </a:cubicBezTo>
                  <a:cubicBezTo>
                    <a:pt x="10166" y="7808"/>
                    <a:pt x="10333" y="7608"/>
                    <a:pt x="10533" y="7441"/>
                  </a:cubicBezTo>
                  <a:lnTo>
                    <a:pt x="14669" y="3371"/>
                  </a:lnTo>
                  <a:cubicBezTo>
                    <a:pt x="14593" y="3333"/>
                    <a:pt x="14508" y="3318"/>
                    <a:pt x="14418" y="3318"/>
                  </a:cubicBezTo>
                  <a:cubicBezTo>
                    <a:pt x="14067" y="3318"/>
                    <a:pt x="13628" y="3545"/>
                    <a:pt x="13246" y="3545"/>
                  </a:cubicBezTo>
                  <a:cubicBezTo>
                    <a:pt x="13208" y="3545"/>
                    <a:pt x="13171" y="3543"/>
                    <a:pt x="13135" y="3538"/>
                  </a:cubicBezTo>
                  <a:cubicBezTo>
                    <a:pt x="12568" y="3471"/>
                    <a:pt x="12001" y="3238"/>
                    <a:pt x="11467" y="3004"/>
                  </a:cubicBezTo>
                  <a:cubicBezTo>
                    <a:pt x="10500" y="2604"/>
                    <a:pt x="9532" y="1937"/>
                    <a:pt x="8498" y="1703"/>
                  </a:cubicBezTo>
                  <a:cubicBezTo>
                    <a:pt x="6363" y="1170"/>
                    <a:pt x="4262" y="636"/>
                    <a:pt x="2127" y="102"/>
                  </a:cubicBezTo>
                  <a:cubicBezTo>
                    <a:pt x="1856" y="32"/>
                    <a:pt x="1617" y="0"/>
                    <a:pt x="140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7"/>
            <p:cNvSpPr/>
            <p:nvPr/>
          </p:nvSpPr>
          <p:spPr>
            <a:xfrm>
              <a:off x="1514086" y="4135595"/>
              <a:ext cx="424800" cy="208139"/>
            </a:xfrm>
            <a:custGeom>
              <a:avLst/>
              <a:gdLst/>
              <a:ahLst/>
              <a:cxnLst/>
              <a:rect l="l" t="t" r="r" b="b"/>
              <a:pathLst>
                <a:path w="13211" h="6473" extrusionOk="0">
                  <a:moveTo>
                    <a:pt x="11849" y="0"/>
                  </a:moveTo>
                  <a:cubicBezTo>
                    <a:pt x="11406" y="0"/>
                    <a:pt x="10935" y="117"/>
                    <a:pt x="10575" y="227"/>
                  </a:cubicBezTo>
                  <a:cubicBezTo>
                    <a:pt x="8707" y="761"/>
                    <a:pt x="7306" y="1661"/>
                    <a:pt x="5705" y="2695"/>
                  </a:cubicBezTo>
                  <a:cubicBezTo>
                    <a:pt x="4504" y="3496"/>
                    <a:pt x="3036" y="3863"/>
                    <a:pt x="1602" y="4030"/>
                  </a:cubicBezTo>
                  <a:cubicBezTo>
                    <a:pt x="1235" y="4096"/>
                    <a:pt x="868" y="4130"/>
                    <a:pt x="534" y="4297"/>
                  </a:cubicBezTo>
                  <a:cubicBezTo>
                    <a:pt x="268" y="4463"/>
                    <a:pt x="1" y="4797"/>
                    <a:pt x="34" y="5130"/>
                  </a:cubicBezTo>
                  <a:cubicBezTo>
                    <a:pt x="34" y="5164"/>
                    <a:pt x="34" y="5164"/>
                    <a:pt x="34" y="5197"/>
                  </a:cubicBezTo>
                  <a:cubicBezTo>
                    <a:pt x="101" y="5531"/>
                    <a:pt x="401" y="5764"/>
                    <a:pt x="668" y="5898"/>
                  </a:cubicBezTo>
                  <a:cubicBezTo>
                    <a:pt x="1443" y="6317"/>
                    <a:pt x="2482" y="6473"/>
                    <a:pt x="3478" y="6473"/>
                  </a:cubicBezTo>
                  <a:cubicBezTo>
                    <a:pt x="4067" y="6473"/>
                    <a:pt x="4642" y="6418"/>
                    <a:pt x="5138" y="6331"/>
                  </a:cubicBezTo>
                  <a:cubicBezTo>
                    <a:pt x="6005" y="6198"/>
                    <a:pt x="6839" y="5964"/>
                    <a:pt x="7673" y="5631"/>
                  </a:cubicBezTo>
                  <a:cubicBezTo>
                    <a:pt x="8407" y="5364"/>
                    <a:pt x="9241" y="5130"/>
                    <a:pt x="9841" y="4597"/>
                  </a:cubicBezTo>
                  <a:lnTo>
                    <a:pt x="9841" y="4597"/>
                  </a:lnTo>
                  <a:cubicBezTo>
                    <a:pt x="9941" y="5130"/>
                    <a:pt x="9841" y="5798"/>
                    <a:pt x="9808" y="6398"/>
                  </a:cubicBezTo>
                  <a:cubicBezTo>
                    <a:pt x="10408" y="6331"/>
                    <a:pt x="11009" y="6265"/>
                    <a:pt x="11609" y="6265"/>
                  </a:cubicBezTo>
                  <a:cubicBezTo>
                    <a:pt x="11609" y="6231"/>
                    <a:pt x="11642" y="6198"/>
                    <a:pt x="11642" y="6131"/>
                  </a:cubicBezTo>
                  <a:cubicBezTo>
                    <a:pt x="11909" y="5531"/>
                    <a:pt x="12076" y="4830"/>
                    <a:pt x="12243" y="4196"/>
                  </a:cubicBezTo>
                  <a:cubicBezTo>
                    <a:pt x="12476" y="3429"/>
                    <a:pt x="12676" y="2695"/>
                    <a:pt x="12877" y="1928"/>
                  </a:cubicBezTo>
                  <a:cubicBezTo>
                    <a:pt x="12943" y="1628"/>
                    <a:pt x="13210" y="961"/>
                    <a:pt x="13043" y="627"/>
                  </a:cubicBezTo>
                  <a:cubicBezTo>
                    <a:pt x="12813" y="150"/>
                    <a:pt x="12349" y="0"/>
                    <a:pt x="11849"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7"/>
            <p:cNvSpPr/>
            <p:nvPr/>
          </p:nvSpPr>
          <p:spPr>
            <a:xfrm>
              <a:off x="1287778" y="2413150"/>
              <a:ext cx="1738717" cy="1065006"/>
            </a:xfrm>
            <a:custGeom>
              <a:avLst/>
              <a:gdLst/>
              <a:ahLst/>
              <a:cxnLst/>
              <a:rect l="l" t="t" r="r" b="b"/>
              <a:pathLst>
                <a:path w="54073" h="33121" extrusionOk="0">
                  <a:moveTo>
                    <a:pt x="32512" y="0"/>
                  </a:moveTo>
                  <a:cubicBezTo>
                    <a:pt x="30961" y="0"/>
                    <a:pt x="29463" y="329"/>
                    <a:pt x="28187" y="1156"/>
                  </a:cubicBezTo>
                  <a:cubicBezTo>
                    <a:pt x="25852" y="2691"/>
                    <a:pt x="23917" y="5193"/>
                    <a:pt x="22216" y="7394"/>
                  </a:cubicBezTo>
                  <a:cubicBezTo>
                    <a:pt x="20115" y="10096"/>
                    <a:pt x="18113" y="12898"/>
                    <a:pt x="16279" y="15767"/>
                  </a:cubicBezTo>
                  <a:cubicBezTo>
                    <a:pt x="14110" y="19136"/>
                    <a:pt x="12109" y="22572"/>
                    <a:pt x="9807" y="25841"/>
                  </a:cubicBezTo>
                  <a:cubicBezTo>
                    <a:pt x="8840" y="27175"/>
                    <a:pt x="7873" y="28876"/>
                    <a:pt x="6438" y="29710"/>
                  </a:cubicBezTo>
                  <a:cubicBezTo>
                    <a:pt x="5615" y="30192"/>
                    <a:pt x="4792" y="30355"/>
                    <a:pt x="3952" y="30355"/>
                  </a:cubicBezTo>
                  <a:cubicBezTo>
                    <a:pt x="2988" y="30355"/>
                    <a:pt x="2002" y="30140"/>
                    <a:pt x="968" y="29944"/>
                  </a:cubicBezTo>
                  <a:cubicBezTo>
                    <a:pt x="872" y="29930"/>
                    <a:pt x="766" y="29916"/>
                    <a:pt x="660" y="29916"/>
                  </a:cubicBezTo>
                  <a:cubicBezTo>
                    <a:pt x="506" y="29916"/>
                    <a:pt x="352" y="29945"/>
                    <a:pt x="234" y="30044"/>
                  </a:cubicBezTo>
                  <a:cubicBezTo>
                    <a:pt x="0" y="30277"/>
                    <a:pt x="100" y="30677"/>
                    <a:pt x="267" y="30944"/>
                  </a:cubicBezTo>
                  <a:cubicBezTo>
                    <a:pt x="634" y="31478"/>
                    <a:pt x="1235" y="31845"/>
                    <a:pt x="1802" y="32112"/>
                  </a:cubicBezTo>
                  <a:cubicBezTo>
                    <a:pt x="3218" y="32778"/>
                    <a:pt x="4796" y="33121"/>
                    <a:pt x="6362" y="33121"/>
                  </a:cubicBezTo>
                  <a:cubicBezTo>
                    <a:pt x="6678" y="33121"/>
                    <a:pt x="6992" y="33107"/>
                    <a:pt x="7306" y="33079"/>
                  </a:cubicBezTo>
                  <a:cubicBezTo>
                    <a:pt x="9207" y="32946"/>
                    <a:pt x="10541" y="31478"/>
                    <a:pt x="11942" y="30277"/>
                  </a:cubicBezTo>
                  <a:cubicBezTo>
                    <a:pt x="17446" y="25474"/>
                    <a:pt x="23250" y="21071"/>
                    <a:pt x="29321" y="17034"/>
                  </a:cubicBezTo>
                  <a:cubicBezTo>
                    <a:pt x="29755" y="16734"/>
                    <a:pt x="30189" y="16467"/>
                    <a:pt x="30689" y="16367"/>
                  </a:cubicBezTo>
                  <a:cubicBezTo>
                    <a:pt x="30849" y="16327"/>
                    <a:pt x="31008" y="16310"/>
                    <a:pt x="31168" y="16310"/>
                  </a:cubicBezTo>
                  <a:cubicBezTo>
                    <a:pt x="31675" y="16310"/>
                    <a:pt x="32183" y="16482"/>
                    <a:pt x="32690" y="16634"/>
                  </a:cubicBezTo>
                  <a:cubicBezTo>
                    <a:pt x="35759" y="17668"/>
                    <a:pt x="38928" y="18435"/>
                    <a:pt x="42130" y="19002"/>
                  </a:cubicBezTo>
                  <a:cubicBezTo>
                    <a:pt x="43962" y="19329"/>
                    <a:pt x="45907" y="19628"/>
                    <a:pt x="47826" y="19628"/>
                  </a:cubicBezTo>
                  <a:cubicBezTo>
                    <a:pt x="48844" y="19628"/>
                    <a:pt x="49854" y="19544"/>
                    <a:pt x="50837" y="19336"/>
                  </a:cubicBezTo>
                  <a:cubicBezTo>
                    <a:pt x="51937" y="19102"/>
                    <a:pt x="53372" y="18669"/>
                    <a:pt x="53705" y="17468"/>
                  </a:cubicBezTo>
                  <a:cubicBezTo>
                    <a:pt x="54072" y="16067"/>
                    <a:pt x="53839" y="13865"/>
                    <a:pt x="53305" y="12564"/>
                  </a:cubicBezTo>
                  <a:cubicBezTo>
                    <a:pt x="52538" y="10596"/>
                    <a:pt x="50803" y="9195"/>
                    <a:pt x="49135" y="7928"/>
                  </a:cubicBezTo>
                  <a:cubicBezTo>
                    <a:pt x="46233" y="5793"/>
                    <a:pt x="43164" y="3925"/>
                    <a:pt x="40029" y="2157"/>
                  </a:cubicBezTo>
                  <a:cubicBezTo>
                    <a:pt x="39095" y="1623"/>
                    <a:pt x="37994" y="1123"/>
                    <a:pt x="36860" y="723"/>
                  </a:cubicBezTo>
                  <a:cubicBezTo>
                    <a:pt x="35458" y="287"/>
                    <a:pt x="33962" y="0"/>
                    <a:pt x="32512"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7"/>
            <p:cNvSpPr/>
            <p:nvPr/>
          </p:nvSpPr>
          <p:spPr>
            <a:xfrm>
              <a:off x="1651388" y="2804894"/>
              <a:ext cx="1302149" cy="1462442"/>
            </a:xfrm>
            <a:custGeom>
              <a:avLst/>
              <a:gdLst/>
              <a:ahLst/>
              <a:cxnLst/>
              <a:rect l="l" t="t" r="r" b="b"/>
              <a:pathLst>
                <a:path w="40496" h="45481" extrusionOk="0">
                  <a:moveTo>
                    <a:pt x="17988" y="1"/>
                  </a:moveTo>
                  <a:cubicBezTo>
                    <a:pt x="15420" y="1"/>
                    <a:pt x="13133" y="1058"/>
                    <a:pt x="11409" y="3984"/>
                  </a:cubicBezTo>
                  <a:cubicBezTo>
                    <a:pt x="10274" y="5885"/>
                    <a:pt x="9674" y="8054"/>
                    <a:pt x="9174" y="10188"/>
                  </a:cubicBezTo>
                  <a:cubicBezTo>
                    <a:pt x="7206" y="18594"/>
                    <a:pt x="6472" y="27234"/>
                    <a:pt x="4937" y="35707"/>
                  </a:cubicBezTo>
                  <a:cubicBezTo>
                    <a:pt x="4770" y="36741"/>
                    <a:pt x="4570" y="37808"/>
                    <a:pt x="4237" y="38809"/>
                  </a:cubicBezTo>
                  <a:cubicBezTo>
                    <a:pt x="3836" y="40077"/>
                    <a:pt x="3269" y="41277"/>
                    <a:pt x="2335" y="42245"/>
                  </a:cubicBezTo>
                  <a:cubicBezTo>
                    <a:pt x="1768" y="42845"/>
                    <a:pt x="0" y="45480"/>
                    <a:pt x="1935" y="45480"/>
                  </a:cubicBezTo>
                  <a:cubicBezTo>
                    <a:pt x="1965" y="45481"/>
                    <a:pt x="1994" y="45481"/>
                    <a:pt x="2023" y="45481"/>
                  </a:cubicBezTo>
                  <a:cubicBezTo>
                    <a:pt x="5453" y="45481"/>
                    <a:pt x="8320" y="43554"/>
                    <a:pt x="9874" y="40577"/>
                  </a:cubicBezTo>
                  <a:cubicBezTo>
                    <a:pt x="11108" y="38275"/>
                    <a:pt x="12276" y="35907"/>
                    <a:pt x="13377" y="33539"/>
                  </a:cubicBezTo>
                  <a:cubicBezTo>
                    <a:pt x="14144" y="31837"/>
                    <a:pt x="21816" y="11590"/>
                    <a:pt x="21616" y="11523"/>
                  </a:cubicBezTo>
                  <a:lnTo>
                    <a:pt x="21616" y="11523"/>
                  </a:lnTo>
                  <a:cubicBezTo>
                    <a:pt x="24562" y="12465"/>
                    <a:pt x="27638" y="12914"/>
                    <a:pt x="30729" y="12914"/>
                  </a:cubicBezTo>
                  <a:cubicBezTo>
                    <a:pt x="31138" y="12914"/>
                    <a:pt x="31547" y="12906"/>
                    <a:pt x="31957" y="12890"/>
                  </a:cubicBezTo>
                  <a:cubicBezTo>
                    <a:pt x="33558" y="12790"/>
                    <a:pt x="35192" y="12590"/>
                    <a:pt x="36660" y="11890"/>
                  </a:cubicBezTo>
                  <a:cubicBezTo>
                    <a:pt x="37594" y="11456"/>
                    <a:pt x="40363" y="9588"/>
                    <a:pt x="40429" y="8421"/>
                  </a:cubicBezTo>
                  <a:cubicBezTo>
                    <a:pt x="40496" y="7086"/>
                    <a:pt x="36960" y="6386"/>
                    <a:pt x="35893" y="5985"/>
                  </a:cubicBezTo>
                  <a:cubicBezTo>
                    <a:pt x="31890" y="4418"/>
                    <a:pt x="27887" y="2883"/>
                    <a:pt x="23884" y="1349"/>
                  </a:cubicBezTo>
                  <a:cubicBezTo>
                    <a:pt x="21843" y="552"/>
                    <a:pt x="19842" y="1"/>
                    <a:pt x="17988"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7"/>
            <p:cNvSpPr/>
            <p:nvPr/>
          </p:nvSpPr>
          <p:spPr>
            <a:xfrm>
              <a:off x="2922414" y="2262375"/>
              <a:ext cx="486987" cy="358239"/>
            </a:xfrm>
            <a:custGeom>
              <a:avLst/>
              <a:gdLst/>
              <a:ahLst/>
              <a:cxnLst/>
              <a:rect l="l" t="t" r="r" b="b"/>
              <a:pathLst>
                <a:path w="15145" h="11141" extrusionOk="0">
                  <a:moveTo>
                    <a:pt x="13484" y="1"/>
                  </a:moveTo>
                  <a:cubicBezTo>
                    <a:pt x="12666" y="1"/>
                    <a:pt x="11854" y="632"/>
                    <a:pt x="11175" y="1175"/>
                  </a:cubicBezTo>
                  <a:cubicBezTo>
                    <a:pt x="11109" y="1242"/>
                    <a:pt x="11075" y="1275"/>
                    <a:pt x="11042" y="1309"/>
                  </a:cubicBezTo>
                  <a:cubicBezTo>
                    <a:pt x="8573" y="3310"/>
                    <a:pt x="5805" y="4945"/>
                    <a:pt x="2869" y="6112"/>
                  </a:cubicBezTo>
                  <a:cubicBezTo>
                    <a:pt x="2236" y="6379"/>
                    <a:pt x="1568" y="6613"/>
                    <a:pt x="1001" y="7013"/>
                  </a:cubicBezTo>
                  <a:cubicBezTo>
                    <a:pt x="468" y="7446"/>
                    <a:pt x="1" y="8080"/>
                    <a:pt x="1" y="8781"/>
                  </a:cubicBezTo>
                  <a:cubicBezTo>
                    <a:pt x="1" y="10048"/>
                    <a:pt x="1402" y="10882"/>
                    <a:pt x="2669" y="11082"/>
                  </a:cubicBezTo>
                  <a:cubicBezTo>
                    <a:pt x="2938" y="11122"/>
                    <a:pt x="3207" y="11140"/>
                    <a:pt x="3476" y="11140"/>
                  </a:cubicBezTo>
                  <a:cubicBezTo>
                    <a:pt x="5702" y="11140"/>
                    <a:pt x="7881" y="9857"/>
                    <a:pt x="9607" y="8547"/>
                  </a:cubicBezTo>
                  <a:cubicBezTo>
                    <a:pt x="11475" y="7180"/>
                    <a:pt x="13410" y="5979"/>
                    <a:pt x="14511" y="3877"/>
                  </a:cubicBezTo>
                  <a:cubicBezTo>
                    <a:pt x="14845" y="3243"/>
                    <a:pt x="15145" y="2543"/>
                    <a:pt x="15111" y="1842"/>
                  </a:cubicBezTo>
                  <a:cubicBezTo>
                    <a:pt x="15111" y="1142"/>
                    <a:pt x="14711" y="375"/>
                    <a:pt x="14044" y="108"/>
                  </a:cubicBezTo>
                  <a:cubicBezTo>
                    <a:pt x="13858" y="33"/>
                    <a:pt x="13671" y="1"/>
                    <a:pt x="13484"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7"/>
            <p:cNvSpPr/>
            <p:nvPr/>
          </p:nvSpPr>
          <p:spPr>
            <a:xfrm>
              <a:off x="3316056" y="1788025"/>
              <a:ext cx="512744" cy="783617"/>
            </a:xfrm>
            <a:custGeom>
              <a:avLst/>
              <a:gdLst/>
              <a:ahLst/>
              <a:cxnLst/>
              <a:rect l="l" t="t" r="r" b="b"/>
              <a:pathLst>
                <a:path w="15946" h="24370" extrusionOk="0">
                  <a:moveTo>
                    <a:pt x="9874" y="1"/>
                  </a:moveTo>
                  <a:cubicBezTo>
                    <a:pt x="7602" y="1"/>
                    <a:pt x="5961" y="1759"/>
                    <a:pt x="5538" y="4186"/>
                  </a:cubicBezTo>
                  <a:cubicBezTo>
                    <a:pt x="5338" y="5420"/>
                    <a:pt x="5538" y="6821"/>
                    <a:pt x="6172" y="7955"/>
                  </a:cubicBezTo>
                  <a:cubicBezTo>
                    <a:pt x="6372" y="8288"/>
                    <a:pt x="6672" y="8589"/>
                    <a:pt x="6939" y="8889"/>
                  </a:cubicBezTo>
                  <a:cubicBezTo>
                    <a:pt x="7239" y="9289"/>
                    <a:pt x="7673" y="9689"/>
                    <a:pt x="7639" y="10190"/>
                  </a:cubicBezTo>
                  <a:cubicBezTo>
                    <a:pt x="7606" y="10890"/>
                    <a:pt x="7239" y="11691"/>
                    <a:pt x="6939" y="12325"/>
                  </a:cubicBezTo>
                  <a:cubicBezTo>
                    <a:pt x="5938" y="12458"/>
                    <a:pt x="4938" y="12625"/>
                    <a:pt x="3970" y="12892"/>
                  </a:cubicBezTo>
                  <a:cubicBezTo>
                    <a:pt x="2369" y="13292"/>
                    <a:pt x="1068" y="14293"/>
                    <a:pt x="468" y="15827"/>
                  </a:cubicBezTo>
                  <a:cubicBezTo>
                    <a:pt x="1" y="16995"/>
                    <a:pt x="34" y="18362"/>
                    <a:pt x="668" y="19497"/>
                  </a:cubicBezTo>
                  <a:cubicBezTo>
                    <a:pt x="1335" y="20664"/>
                    <a:pt x="2569" y="21298"/>
                    <a:pt x="3903" y="21398"/>
                  </a:cubicBezTo>
                  <a:cubicBezTo>
                    <a:pt x="4437" y="21431"/>
                    <a:pt x="4971" y="21398"/>
                    <a:pt x="5505" y="21498"/>
                  </a:cubicBezTo>
                  <a:cubicBezTo>
                    <a:pt x="6739" y="21731"/>
                    <a:pt x="7873" y="23233"/>
                    <a:pt x="9007" y="23866"/>
                  </a:cubicBezTo>
                  <a:cubicBezTo>
                    <a:pt x="9639" y="24215"/>
                    <a:pt x="10272" y="24370"/>
                    <a:pt x="10876" y="24370"/>
                  </a:cubicBezTo>
                  <a:cubicBezTo>
                    <a:pt x="13689" y="24370"/>
                    <a:pt x="15896" y="21017"/>
                    <a:pt x="14578" y="18162"/>
                  </a:cubicBezTo>
                  <a:cubicBezTo>
                    <a:pt x="13944" y="16795"/>
                    <a:pt x="12576" y="15861"/>
                    <a:pt x="12109" y="14460"/>
                  </a:cubicBezTo>
                  <a:cubicBezTo>
                    <a:pt x="11642" y="12925"/>
                    <a:pt x="12309" y="11291"/>
                    <a:pt x="13077" y="9923"/>
                  </a:cubicBezTo>
                  <a:cubicBezTo>
                    <a:pt x="14778" y="6754"/>
                    <a:pt x="15945" y="1484"/>
                    <a:pt x="11175" y="183"/>
                  </a:cubicBezTo>
                  <a:cubicBezTo>
                    <a:pt x="10723" y="59"/>
                    <a:pt x="10288" y="1"/>
                    <a:pt x="9874"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7"/>
            <p:cNvSpPr/>
            <p:nvPr/>
          </p:nvSpPr>
          <p:spPr>
            <a:xfrm>
              <a:off x="3316056" y="1768153"/>
              <a:ext cx="520236" cy="850596"/>
            </a:xfrm>
            <a:custGeom>
              <a:avLst/>
              <a:gdLst/>
              <a:ahLst/>
              <a:cxnLst/>
              <a:rect l="l" t="t" r="r" b="b"/>
              <a:pathLst>
                <a:path w="16179" h="26453" fill="none" extrusionOk="0">
                  <a:moveTo>
                    <a:pt x="3903" y="22016"/>
                  </a:moveTo>
                  <a:cubicBezTo>
                    <a:pt x="2569" y="21916"/>
                    <a:pt x="1335" y="21282"/>
                    <a:pt x="668" y="20115"/>
                  </a:cubicBezTo>
                  <a:cubicBezTo>
                    <a:pt x="34" y="18980"/>
                    <a:pt x="1" y="17613"/>
                    <a:pt x="468" y="16445"/>
                  </a:cubicBezTo>
                  <a:cubicBezTo>
                    <a:pt x="1068" y="14911"/>
                    <a:pt x="2369" y="13910"/>
                    <a:pt x="3970" y="13510"/>
                  </a:cubicBezTo>
                  <a:cubicBezTo>
                    <a:pt x="4938" y="13243"/>
                    <a:pt x="5938" y="13076"/>
                    <a:pt x="6939" y="12943"/>
                  </a:cubicBezTo>
                  <a:cubicBezTo>
                    <a:pt x="7239" y="12309"/>
                    <a:pt x="7606" y="11508"/>
                    <a:pt x="7639" y="10808"/>
                  </a:cubicBezTo>
                  <a:cubicBezTo>
                    <a:pt x="7673" y="10307"/>
                    <a:pt x="7239" y="9907"/>
                    <a:pt x="6939" y="9507"/>
                  </a:cubicBezTo>
                  <a:cubicBezTo>
                    <a:pt x="6672" y="9207"/>
                    <a:pt x="6372" y="8906"/>
                    <a:pt x="6172" y="8573"/>
                  </a:cubicBezTo>
                  <a:cubicBezTo>
                    <a:pt x="5538" y="7439"/>
                    <a:pt x="5338" y="6038"/>
                    <a:pt x="5538" y="4804"/>
                  </a:cubicBezTo>
                  <a:cubicBezTo>
                    <a:pt x="6038" y="1935"/>
                    <a:pt x="8240" y="0"/>
                    <a:pt x="11175" y="801"/>
                  </a:cubicBezTo>
                  <a:cubicBezTo>
                    <a:pt x="15945" y="2102"/>
                    <a:pt x="14778" y="7372"/>
                    <a:pt x="13077" y="10541"/>
                  </a:cubicBezTo>
                  <a:cubicBezTo>
                    <a:pt x="12309" y="11909"/>
                    <a:pt x="11642" y="13543"/>
                    <a:pt x="12109" y="15078"/>
                  </a:cubicBezTo>
                  <a:cubicBezTo>
                    <a:pt x="12576" y="16479"/>
                    <a:pt x="13944" y="17413"/>
                    <a:pt x="14578" y="18780"/>
                  </a:cubicBezTo>
                  <a:cubicBezTo>
                    <a:pt x="16179" y="22249"/>
                    <a:pt x="12576" y="26452"/>
                    <a:pt x="9007" y="24484"/>
                  </a:cubicBezTo>
                  <a:cubicBezTo>
                    <a:pt x="7873" y="23851"/>
                    <a:pt x="6739" y="22349"/>
                    <a:pt x="5505" y="22116"/>
                  </a:cubicBezTo>
                  <a:cubicBezTo>
                    <a:pt x="4971" y="22016"/>
                    <a:pt x="4437" y="22049"/>
                    <a:pt x="3903" y="22016"/>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7"/>
            <p:cNvSpPr/>
            <p:nvPr/>
          </p:nvSpPr>
          <p:spPr>
            <a:xfrm>
              <a:off x="2579191" y="2186457"/>
              <a:ext cx="1188481" cy="1081919"/>
            </a:xfrm>
            <a:custGeom>
              <a:avLst/>
              <a:gdLst/>
              <a:ahLst/>
              <a:cxnLst/>
              <a:rect l="l" t="t" r="r" b="b"/>
              <a:pathLst>
                <a:path w="36961" h="33647" extrusionOk="0">
                  <a:moveTo>
                    <a:pt x="28954" y="0"/>
                  </a:moveTo>
                  <a:cubicBezTo>
                    <a:pt x="26753" y="100"/>
                    <a:pt x="24551" y="601"/>
                    <a:pt x="22516" y="1468"/>
                  </a:cubicBezTo>
                  <a:cubicBezTo>
                    <a:pt x="21849" y="1768"/>
                    <a:pt x="21182" y="2102"/>
                    <a:pt x="20648" y="2569"/>
                  </a:cubicBezTo>
                  <a:cubicBezTo>
                    <a:pt x="19047" y="3836"/>
                    <a:pt x="19047" y="6071"/>
                    <a:pt x="18880" y="7939"/>
                  </a:cubicBezTo>
                  <a:cubicBezTo>
                    <a:pt x="18687" y="10295"/>
                    <a:pt x="16308" y="12182"/>
                    <a:pt x="13979" y="12182"/>
                  </a:cubicBezTo>
                  <a:cubicBezTo>
                    <a:pt x="13901" y="12182"/>
                    <a:pt x="13822" y="12180"/>
                    <a:pt x="13743" y="12176"/>
                  </a:cubicBezTo>
                  <a:cubicBezTo>
                    <a:pt x="11742" y="12042"/>
                    <a:pt x="10408" y="10408"/>
                    <a:pt x="8673" y="9641"/>
                  </a:cubicBezTo>
                  <a:cubicBezTo>
                    <a:pt x="8206" y="9441"/>
                    <a:pt x="3703" y="7739"/>
                    <a:pt x="2535" y="7206"/>
                  </a:cubicBezTo>
                  <a:cubicBezTo>
                    <a:pt x="1635" y="9407"/>
                    <a:pt x="1001" y="11709"/>
                    <a:pt x="634" y="14044"/>
                  </a:cubicBezTo>
                  <a:cubicBezTo>
                    <a:pt x="234" y="16379"/>
                    <a:pt x="34" y="18714"/>
                    <a:pt x="34" y="21049"/>
                  </a:cubicBezTo>
                  <a:cubicBezTo>
                    <a:pt x="0" y="23317"/>
                    <a:pt x="100" y="25585"/>
                    <a:pt x="534" y="27820"/>
                  </a:cubicBezTo>
                  <a:cubicBezTo>
                    <a:pt x="834" y="29455"/>
                    <a:pt x="1368" y="30989"/>
                    <a:pt x="2002" y="32490"/>
                  </a:cubicBezTo>
                  <a:cubicBezTo>
                    <a:pt x="2369" y="32690"/>
                    <a:pt x="2769" y="32824"/>
                    <a:pt x="3269" y="32924"/>
                  </a:cubicBezTo>
                  <a:cubicBezTo>
                    <a:pt x="5595" y="33300"/>
                    <a:pt x="8478" y="33647"/>
                    <a:pt x="11395" y="33647"/>
                  </a:cubicBezTo>
                  <a:cubicBezTo>
                    <a:pt x="15467" y="33647"/>
                    <a:pt x="19604" y="32971"/>
                    <a:pt x="22383" y="30756"/>
                  </a:cubicBezTo>
                  <a:cubicBezTo>
                    <a:pt x="24451" y="29121"/>
                    <a:pt x="25185" y="25052"/>
                    <a:pt x="25986" y="22216"/>
                  </a:cubicBezTo>
                  <a:cubicBezTo>
                    <a:pt x="28287" y="19548"/>
                    <a:pt x="30589" y="16846"/>
                    <a:pt x="32890" y="14177"/>
                  </a:cubicBezTo>
                  <a:cubicBezTo>
                    <a:pt x="32857" y="13243"/>
                    <a:pt x="32590" y="12309"/>
                    <a:pt x="32490" y="11375"/>
                  </a:cubicBezTo>
                  <a:cubicBezTo>
                    <a:pt x="32457" y="11042"/>
                    <a:pt x="32524" y="10741"/>
                    <a:pt x="32657" y="10408"/>
                  </a:cubicBezTo>
                  <a:cubicBezTo>
                    <a:pt x="32790" y="10041"/>
                    <a:pt x="33024" y="9674"/>
                    <a:pt x="33257" y="9307"/>
                  </a:cubicBezTo>
                  <a:cubicBezTo>
                    <a:pt x="33441" y="9002"/>
                    <a:pt x="36140" y="6264"/>
                    <a:pt x="36825" y="6264"/>
                  </a:cubicBezTo>
                  <a:cubicBezTo>
                    <a:pt x="36889" y="6264"/>
                    <a:pt x="36935" y="6288"/>
                    <a:pt x="36960" y="6338"/>
                  </a:cubicBezTo>
                  <a:cubicBezTo>
                    <a:pt x="36593" y="5571"/>
                    <a:pt x="36193" y="4837"/>
                    <a:pt x="35793" y="4070"/>
                  </a:cubicBezTo>
                  <a:cubicBezTo>
                    <a:pt x="35061" y="4341"/>
                    <a:pt x="34264" y="4414"/>
                    <a:pt x="33455" y="4414"/>
                  </a:cubicBezTo>
                  <a:cubicBezTo>
                    <a:pt x="33267" y="4414"/>
                    <a:pt x="33079" y="4410"/>
                    <a:pt x="32890" y="4404"/>
                  </a:cubicBezTo>
                  <a:cubicBezTo>
                    <a:pt x="31956" y="4370"/>
                    <a:pt x="30989" y="4137"/>
                    <a:pt x="30122" y="3703"/>
                  </a:cubicBezTo>
                  <a:cubicBezTo>
                    <a:pt x="29588" y="3403"/>
                    <a:pt x="28921" y="2902"/>
                    <a:pt x="28754" y="2269"/>
                  </a:cubicBezTo>
                  <a:cubicBezTo>
                    <a:pt x="28521" y="1568"/>
                    <a:pt x="28687" y="668"/>
                    <a:pt x="28954"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7"/>
            <p:cNvSpPr/>
            <p:nvPr/>
          </p:nvSpPr>
          <p:spPr>
            <a:xfrm>
              <a:off x="2566329" y="2442797"/>
              <a:ext cx="787315" cy="246725"/>
            </a:xfrm>
            <a:custGeom>
              <a:avLst/>
              <a:gdLst/>
              <a:ahLst/>
              <a:cxnLst/>
              <a:rect l="l" t="t" r="r" b="b"/>
              <a:pathLst>
                <a:path w="24485" h="7673" extrusionOk="0">
                  <a:moveTo>
                    <a:pt x="9907" y="1"/>
                  </a:moveTo>
                  <a:lnTo>
                    <a:pt x="234" y="835"/>
                  </a:lnTo>
                  <a:cubicBezTo>
                    <a:pt x="33" y="835"/>
                    <a:pt x="0" y="1135"/>
                    <a:pt x="167" y="1202"/>
                  </a:cubicBezTo>
                  <a:lnTo>
                    <a:pt x="14110" y="7673"/>
                  </a:lnTo>
                  <a:lnTo>
                    <a:pt x="24484" y="6806"/>
                  </a:lnTo>
                  <a:lnTo>
                    <a:pt x="9907" y="1"/>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7"/>
            <p:cNvSpPr/>
            <p:nvPr/>
          </p:nvSpPr>
          <p:spPr>
            <a:xfrm>
              <a:off x="2773311" y="2527557"/>
              <a:ext cx="410844" cy="119070"/>
            </a:xfrm>
            <a:custGeom>
              <a:avLst/>
              <a:gdLst/>
              <a:ahLst/>
              <a:cxnLst/>
              <a:rect l="l" t="t" r="r" b="b"/>
              <a:pathLst>
                <a:path w="12777" h="3703" extrusionOk="0">
                  <a:moveTo>
                    <a:pt x="5238" y="0"/>
                  </a:moveTo>
                  <a:lnTo>
                    <a:pt x="1" y="200"/>
                  </a:lnTo>
                  <a:lnTo>
                    <a:pt x="7540" y="3703"/>
                  </a:lnTo>
                  <a:lnTo>
                    <a:pt x="12777" y="3503"/>
                  </a:lnTo>
                  <a:lnTo>
                    <a:pt x="5238" y="0"/>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47"/>
            <p:cNvSpPr/>
            <p:nvPr/>
          </p:nvSpPr>
          <p:spPr>
            <a:xfrm>
              <a:off x="3410464" y="2423472"/>
              <a:ext cx="392580" cy="525091"/>
            </a:xfrm>
            <a:custGeom>
              <a:avLst/>
              <a:gdLst/>
              <a:ahLst/>
              <a:cxnLst/>
              <a:rect l="l" t="t" r="r" b="b"/>
              <a:pathLst>
                <a:path w="12209" h="16330" extrusionOk="0">
                  <a:moveTo>
                    <a:pt x="8421" y="1"/>
                  </a:moveTo>
                  <a:cubicBezTo>
                    <a:pt x="7451" y="1"/>
                    <a:pt x="6482" y="329"/>
                    <a:pt x="5938" y="1069"/>
                  </a:cubicBezTo>
                  <a:cubicBezTo>
                    <a:pt x="5170" y="2070"/>
                    <a:pt x="4470" y="3170"/>
                    <a:pt x="3836" y="4271"/>
                  </a:cubicBezTo>
                  <a:cubicBezTo>
                    <a:pt x="2502" y="6573"/>
                    <a:pt x="1434" y="9008"/>
                    <a:pt x="601" y="11510"/>
                  </a:cubicBezTo>
                  <a:cubicBezTo>
                    <a:pt x="300" y="12444"/>
                    <a:pt x="0" y="13578"/>
                    <a:pt x="367" y="14545"/>
                  </a:cubicBezTo>
                  <a:cubicBezTo>
                    <a:pt x="601" y="15212"/>
                    <a:pt x="1101" y="15779"/>
                    <a:pt x="1768" y="16080"/>
                  </a:cubicBezTo>
                  <a:cubicBezTo>
                    <a:pt x="2168" y="16246"/>
                    <a:pt x="2602" y="16280"/>
                    <a:pt x="3036" y="16313"/>
                  </a:cubicBezTo>
                  <a:cubicBezTo>
                    <a:pt x="3186" y="16324"/>
                    <a:pt x="3331" y="16329"/>
                    <a:pt x="3472" y="16329"/>
                  </a:cubicBezTo>
                  <a:cubicBezTo>
                    <a:pt x="5076" y="16329"/>
                    <a:pt x="6060" y="15633"/>
                    <a:pt x="7072" y="14345"/>
                  </a:cubicBezTo>
                  <a:cubicBezTo>
                    <a:pt x="8173" y="12877"/>
                    <a:pt x="9440" y="11176"/>
                    <a:pt x="10174" y="9475"/>
                  </a:cubicBezTo>
                  <a:cubicBezTo>
                    <a:pt x="10875" y="7874"/>
                    <a:pt x="11875" y="6339"/>
                    <a:pt x="12042" y="4571"/>
                  </a:cubicBezTo>
                  <a:cubicBezTo>
                    <a:pt x="12209" y="2870"/>
                    <a:pt x="11475" y="935"/>
                    <a:pt x="9907" y="268"/>
                  </a:cubicBezTo>
                  <a:cubicBezTo>
                    <a:pt x="9455" y="94"/>
                    <a:pt x="8938" y="1"/>
                    <a:pt x="8421"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7"/>
            <p:cNvSpPr/>
            <p:nvPr/>
          </p:nvSpPr>
          <p:spPr>
            <a:xfrm>
              <a:off x="3523071" y="2308646"/>
              <a:ext cx="325023" cy="331711"/>
            </a:xfrm>
            <a:custGeom>
              <a:avLst/>
              <a:gdLst/>
              <a:ahLst/>
              <a:cxnLst/>
              <a:rect l="l" t="t" r="r" b="b"/>
              <a:pathLst>
                <a:path w="10108" h="10316" extrusionOk="0">
                  <a:moveTo>
                    <a:pt x="6577" y="1"/>
                  </a:moveTo>
                  <a:cubicBezTo>
                    <a:pt x="6103" y="1"/>
                    <a:pt x="5623" y="83"/>
                    <a:pt x="5171" y="237"/>
                  </a:cubicBezTo>
                  <a:cubicBezTo>
                    <a:pt x="4452" y="446"/>
                    <a:pt x="3706" y="575"/>
                    <a:pt x="2958" y="575"/>
                  </a:cubicBezTo>
                  <a:cubicBezTo>
                    <a:pt x="2873" y="575"/>
                    <a:pt x="2788" y="574"/>
                    <a:pt x="2703" y="570"/>
                  </a:cubicBezTo>
                  <a:lnTo>
                    <a:pt x="2202" y="2872"/>
                  </a:lnTo>
                  <a:cubicBezTo>
                    <a:pt x="1335" y="4073"/>
                    <a:pt x="401" y="5474"/>
                    <a:pt x="1" y="6908"/>
                  </a:cubicBezTo>
                  <a:cubicBezTo>
                    <a:pt x="1068" y="7709"/>
                    <a:pt x="2736" y="8142"/>
                    <a:pt x="3970" y="8609"/>
                  </a:cubicBezTo>
                  <a:cubicBezTo>
                    <a:pt x="5438" y="9210"/>
                    <a:pt x="6906" y="9743"/>
                    <a:pt x="8373" y="10277"/>
                  </a:cubicBezTo>
                  <a:cubicBezTo>
                    <a:pt x="8431" y="10296"/>
                    <a:pt x="8500" y="10316"/>
                    <a:pt x="8561" y="10316"/>
                  </a:cubicBezTo>
                  <a:cubicBezTo>
                    <a:pt x="8605" y="10316"/>
                    <a:pt x="8645" y="10305"/>
                    <a:pt x="8673" y="10277"/>
                  </a:cubicBezTo>
                  <a:cubicBezTo>
                    <a:pt x="8774" y="10244"/>
                    <a:pt x="8807" y="10144"/>
                    <a:pt x="8840" y="10077"/>
                  </a:cubicBezTo>
                  <a:cubicBezTo>
                    <a:pt x="9374" y="8776"/>
                    <a:pt x="9774" y="7408"/>
                    <a:pt x="9908" y="6007"/>
                  </a:cubicBezTo>
                  <a:cubicBezTo>
                    <a:pt x="10041" y="4606"/>
                    <a:pt x="10108" y="2972"/>
                    <a:pt x="9441" y="1638"/>
                  </a:cubicBezTo>
                  <a:cubicBezTo>
                    <a:pt x="8871" y="498"/>
                    <a:pt x="7744" y="1"/>
                    <a:pt x="657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7"/>
            <p:cNvSpPr/>
            <p:nvPr/>
          </p:nvSpPr>
          <p:spPr>
            <a:xfrm>
              <a:off x="3523071" y="2299064"/>
              <a:ext cx="325023" cy="342194"/>
            </a:xfrm>
            <a:custGeom>
              <a:avLst/>
              <a:gdLst/>
              <a:ahLst/>
              <a:cxnLst/>
              <a:rect l="l" t="t" r="r" b="b"/>
              <a:pathLst>
                <a:path w="10108" h="10642" fill="none" extrusionOk="0">
                  <a:moveTo>
                    <a:pt x="2202" y="3170"/>
                  </a:moveTo>
                  <a:cubicBezTo>
                    <a:pt x="1335" y="4371"/>
                    <a:pt x="401" y="5772"/>
                    <a:pt x="1" y="7206"/>
                  </a:cubicBezTo>
                  <a:cubicBezTo>
                    <a:pt x="1068" y="8007"/>
                    <a:pt x="2736" y="8440"/>
                    <a:pt x="3970" y="8907"/>
                  </a:cubicBezTo>
                  <a:cubicBezTo>
                    <a:pt x="5438" y="9508"/>
                    <a:pt x="6906" y="10041"/>
                    <a:pt x="8373" y="10575"/>
                  </a:cubicBezTo>
                  <a:cubicBezTo>
                    <a:pt x="8473" y="10609"/>
                    <a:pt x="8607" y="10642"/>
                    <a:pt x="8673" y="10575"/>
                  </a:cubicBezTo>
                  <a:cubicBezTo>
                    <a:pt x="8774" y="10542"/>
                    <a:pt x="8807" y="10442"/>
                    <a:pt x="8840" y="10375"/>
                  </a:cubicBezTo>
                  <a:cubicBezTo>
                    <a:pt x="9374" y="9074"/>
                    <a:pt x="9774" y="7706"/>
                    <a:pt x="9908" y="6305"/>
                  </a:cubicBezTo>
                  <a:cubicBezTo>
                    <a:pt x="10041" y="4904"/>
                    <a:pt x="10108" y="3270"/>
                    <a:pt x="9441" y="1936"/>
                  </a:cubicBezTo>
                  <a:cubicBezTo>
                    <a:pt x="8640" y="334"/>
                    <a:pt x="6739" y="1"/>
                    <a:pt x="5171" y="535"/>
                  </a:cubicBezTo>
                  <a:cubicBezTo>
                    <a:pt x="4370" y="768"/>
                    <a:pt x="3536" y="902"/>
                    <a:pt x="2703" y="86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7"/>
            <p:cNvSpPr/>
            <p:nvPr/>
          </p:nvSpPr>
          <p:spPr>
            <a:xfrm>
              <a:off x="3476960" y="1759150"/>
              <a:ext cx="489142" cy="635801"/>
            </a:xfrm>
            <a:custGeom>
              <a:avLst/>
              <a:gdLst/>
              <a:ahLst/>
              <a:cxnLst/>
              <a:rect l="l" t="t" r="r" b="b"/>
              <a:pathLst>
                <a:path w="15212" h="19773" extrusionOk="0">
                  <a:moveTo>
                    <a:pt x="5510" y="1"/>
                  </a:moveTo>
                  <a:cubicBezTo>
                    <a:pt x="4844" y="1"/>
                    <a:pt x="4170" y="110"/>
                    <a:pt x="3503" y="347"/>
                  </a:cubicBezTo>
                  <a:cubicBezTo>
                    <a:pt x="2002" y="881"/>
                    <a:pt x="734" y="2015"/>
                    <a:pt x="0" y="3416"/>
                  </a:cubicBezTo>
                  <a:cubicBezTo>
                    <a:pt x="134" y="3449"/>
                    <a:pt x="300" y="3449"/>
                    <a:pt x="434" y="3482"/>
                  </a:cubicBezTo>
                  <a:cubicBezTo>
                    <a:pt x="2135" y="3749"/>
                    <a:pt x="3636" y="4250"/>
                    <a:pt x="5237" y="4783"/>
                  </a:cubicBezTo>
                  <a:cubicBezTo>
                    <a:pt x="5371" y="4350"/>
                    <a:pt x="5504" y="3916"/>
                    <a:pt x="5771" y="3516"/>
                  </a:cubicBezTo>
                  <a:lnTo>
                    <a:pt x="5771" y="3516"/>
                  </a:lnTo>
                  <a:cubicBezTo>
                    <a:pt x="5404" y="4083"/>
                    <a:pt x="5704" y="5917"/>
                    <a:pt x="5671" y="6618"/>
                  </a:cubicBezTo>
                  <a:cubicBezTo>
                    <a:pt x="5604" y="7752"/>
                    <a:pt x="5538" y="8920"/>
                    <a:pt x="5471" y="10087"/>
                  </a:cubicBezTo>
                  <a:cubicBezTo>
                    <a:pt x="5304" y="12322"/>
                    <a:pt x="5071" y="14557"/>
                    <a:pt x="4770" y="16792"/>
                  </a:cubicBezTo>
                  <a:cubicBezTo>
                    <a:pt x="4704" y="17326"/>
                    <a:pt x="4137" y="19194"/>
                    <a:pt x="4570" y="19561"/>
                  </a:cubicBezTo>
                  <a:cubicBezTo>
                    <a:pt x="4744" y="19722"/>
                    <a:pt x="5138" y="19772"/>
                    <a:pt x="5598" y="19772"/>
                  </a:cubicBezTo>
                  <a:cubicBezTo>
                    <a:pt x="6376" y="19772"/>
                    <a:pt x="7341" y="19627"/>
                    <a:pt x="7739" y="19627"/>
                  </a:cubicBezTo>
                  <a:lnTo>
                    <a:pt x="14778" y="19627"/>
                  </a:lnTo>
                  <a:cubicBezTo>
                    <a:pt x="14911" y="19627"/>
                    <a:pt x="15078" y="19627"/>
                    <a:pt x="15144" y="19527"/>
                  </a:cubicBezTo>
                  <a:cubicBezTo>
                    <a:pt x="15211" y="19427"/>
                    <a:pt x="15211" y="19327"/>
                    <a:pt x="15211" y="19194"/>
                  </a:cubicBezTo>
                  <a:cubicBezTo>
                    <a:pt x="15178" y="16158"/>
                    <a:pt x="14644" y="13089"/>
                    <a:pt x="14210" y="10054"/>
                  </a:cubicBezTo>
                  <a:cubicBezTo>
                    <a:pt x="13877" y="7585"/>
                    <a:pt x="13243" y="5050"/>
                    <a:pt x="11609" y="3149"/>
                  </a:cubicBezTo>
                  <a:cubicBezTo>
                    <a:pt x="10078" y="1333"/>
                    <a:pt x="7841" y="1"/>
                    <a:pt x="551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7"/>
            <p:cNvSpPr/>
            <p:nvPr/>
          </p:nvSpPr>
          <p:spPr>
            <a:xfrm>
              <a:off x="3513424" y="1992306"/>
              <a:ext cx="59037" cy="35435"/>
            </a:xfrm>
            <a:custGeom>
              <a:avLst/>
              <a:gdLst/>
              <a:ahLst/>
              <a:cxnLst/>
              <a:rect l="l" t="t" r="r" b="b"/>
              <a:pathLst>
                <a:path w="1836" h="1102" fill="none" extrusionOk="0">
                  <a:moveTo>
                    <a:pt x="0" y="1"/>
                  </a:moveTo>
                  <a:cubicBezTo>
                    <a:pt x="0" y="434"/>
                    <a:pt x="301" y="835"/>
                    <a:pt x="701" y="968"/>
                  </a:cubicBezTo>
                  <a:cubicBezTo>
                    <a:pt x="1101" y="1102"/>
                    <a:pt x="1602" y="968"/>
                    <a:pt x="1835" y="635"/>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7"/>
            <p:cNvSpPr/>
            <p:nvPr/>
          </p:nvSpPr>
          <p:spPr>
            <a:xfrm>
              <a:off x="2526617" y="2152116"/>
              <a:ext cx="493451" cy="537407"/>
            </a:xfrm>
            <a:custGeom>
              <a:avLst/>
              <a:gdLst/>
              <a:ahLst/>
              <a:cxnLst/>
              <a:rect l="l" t="t" r="r" b="b"/>
              <a:pathLst>
                <a:path w="15346" h="16713" extrusionOk="0">
                  <a:moveTo>
                    <a:pt x="1" y="1"/>
                  </a:moveTo>
                  <a:lnTo>
                    <a:pt x="735" y="9941"/>
                  </a:lnTo>
                  <a:lnTo>
                    <a:pt x="15345" y="16713"/>
                  </a:lnTo>
                  <a:lnTo>
                    <a:pt x="15112" y="6873"/>
                  </a:lnTo>
                  <a:lnTo>
                    <a:pt x="1"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7"/>
            <p:cNvSpPr/>
            <p:nvPr/>
          </p:nvSpPr>
          <p:spPr>
            <a:xfrm>
              <a:off x="3126213" y="2143563"/>
              <a:ext cx="166274" cy="332515"/>
            </a:xfrm>
            <a:custGeom>
              <a:avLst/>
              <a:gdLst/>
              <a:ahLst/>
              <a:cxnLst/>
              <a:rect l="l" t="t" r="r" b="b"/>
              <a:pathLst>
                <a:path w="5171" h="10341" extrusionOk="0">
                  <a:moveTo>
                    <a:pt x="1101" y="0"/>
                  </a:moveTo>
                  <a:cubicBezTo>
                    <a:pt x="1035" y="67"/>
                    <a:pt x="968" y="100"/>
                    <a:pt x="901" y="167"/>
                  </a:cubicBezTo>
                  <a:lnTo>
                    <a:pt x="0" y="9073"/>
                  </a:lnTo>
                  <a:cubicBezTo>
                    <a:pt x="34" y="9173"/>
                    <a:pt x="67" y="9207"/>
                    <a:pt x="101" y="9273"/>
                  </a:cubicBezTo>
                  <a:lnTo>
                    <a:pt x="4037" y="10341"/>
                  </a:lnTo>
                  <a:cubicBezTo>
                    <a:pt x="4137" y="10274"/>
                    <a:pt x="4170" y="10274"/>
                    <a:pt x="4270" y="10207"/>
                  </a:cubicBezTo>
                  <a:lnTo>
                    <a:pt x="5171" y="1268"/>
                  </a:lnTo>
                  <a:cubicBezTo>
                    <a:pt x="5171" y="1201"/>
                    <a:pt x="5137" y="1101"/>
                    <a:pt x="5037" y="1101"/>
                  </a:cubicBezTo>
                  <a:lnTo>
                    <a:pt x="110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47"/>
            <p:cNvSpPr/>
            <p:nvPr/>
          </p:nvSpPr>
          <p:spPr>
            <a:xfrm>
              <a:off x="3102611" y="2227166"/>
              <a:ext cx="539561" cy="778215"/>
            </a:xfrm>
            <a:custGeom>
              <a:avLst/>
              <a:gdLst/>
              <a:ahLst/>
              <a:cxnLst/>
              <a:rect l="l" t="t" r="r" b="b"/>
              <a:pathLst>
                <a:path w="16780" h="24202" extrusionOk="0">
                  <a:moveTo>
                    <a:pt x="1220" y="1"/>
                  </a:moveTo>
                  <a:cubicBezTo>
                    <a:pt x="1188" y="1"/>
                    <a:pt x="1159" y="11"/>
                    <a:pt x="1135" y="35"/>
                  </a:cubicBezTo>
                  <a:cubicBezTo>
                    <a:pt x="1101" y="69"/>
                    <a:pt x="1068" y="135"/>
                    <a:pt x="1068" y="202"/>
                  </a:cubicBezTo>
                  <a:cubicBezTo>
                    <a:pt x="1001" y="669"/>
                    <a:pt x="1001" y="1169"/>
                    <a:pt x="1168" y="1603"/>
                  </a:cubicBezTo>
                  <a:cubicBezTo>
                    <a:pt x="1115" y="1576"/>
                    <a:pt x="1059" y="1564"/>
                    <a:pt x="1003" y="1564"/>
                  </a:cubicBezTo>
                  <a:cubicBezTo>
                    <a:pt x="779" y="1564"/>
                    <a:pt x="554" y="1757"/>
                    <a:pt x="501" y="1970"/>
                  </a:cubicBezTo>
                  <a:cubicBezTo>
                    <a:pt x="434" y="2237"/>
                    <a:pt x="534" y="2470"/>
                    <a:pt x="634" y="2704"/>
                  </a:cubicBezTo>
                  <a:cubicBezTo>
                    <a:pt x="501" y="2771"/>
                    <a:pt x="301" y="2837"/>
                    <a:pt x="234" y="2971"/>
                  </a:cubicBezTo>
                  <a:cubicBezTo>
                    <a:pt x="134" y="3138"/>
                    <a:pt x="134" y="3304"/>
                    <a:pt x="167" y="3471"/>
                  </a:cubicBezTo>
                  <a:cubicBezTo>
                    <a:pt x="201" y="3571"/>
                    <a:pt x="234" y="3638"/>
                    <a:pt x="234" y="3705"/>
                  </a:cubicBezTo>
                  <a:cubicBezTo>
                    <a:pt x="234" y="3938"/>
                    <a:pt x="67" y="4138"/>
                    <a:pt x="34" y="4372"/>
                  </a:cubicBezTo>
                  <a:cubicBezTo>
                    <a:pt x="1" y="4705"/>
                    <a:pt x="101" y="5039"/>
                    <a:pt x="201" y="5372"/>
                  </a:cubicBezTo>
                  <a:cubicBezTo>
                    <a:pt x="368" y="5873"/>
                    <a:pt x="568" y="6340"/>
                    <a:pt x="835" y="6774"/>
                  </a:cubicBezTo>
                  <a:cubicBezTo>
                    <a:pt x="1101" y="7241"/>
                    <a:pt x="1435" y="7641"/>
                    <a:pt x="1668" y="8108"/>
                  </a:cubicBezTo>
                  <a:cubicBezTo>
                    <a:pt x="2069" y="8875"/>
                    <a:pt x="2236" y="9709"/>
                    <a:pt x="2569" y="10510"/>
                  </a:cubicBezTo>
                  <a:cubicBezTo>
                    <a:pt x="2936" y="11377"/>
                    <a:pt x="3236" y="12277"/>
                    <a:pt x="3570" y="13145"/>
                  </a:cubicBezTo>
                  <a:cubicBezTo>
                    <a:pt x="4404" y="15313"/>
                    <a:pt x="5138" y="17481"/>
                    <a:pt x="6072" y="19583"/>
                  </a:cubicBezTo>
                  <a:cubicBezTo>
                    <a:pt x="6906" y="21484"/>
                    <a:pt x="7940" y="23952"/>
                    <a:pt x="10341" y="24186"/>
                  </a:cubicBezTo>
                  <a:cubicBezTo>
                    <a:pt x="10458" y="24196"/>
                    <a:pt x="10576" y="24201"/>
                    <a:pt x="10693" y="24201"/>
                  </a:cubicBezTo>
                  <a:cubicBezTo>
                    <a:pt x="11715" y="24201"/>
                    <a:pt x="12746" y="23824"/>
                    <a:pt x="13644" y="23285"/>
                  </a:cubicBezTo>
                  <a:cubicBezTo>
                    <a:pt x="14878" y="22485"/>
                    <a:pt x="15712" y="21617"/>
                    <a:pt x="16779" y="20250"/>
                  </a:cubicBezTo>
                  <a:lnTo>
                    <a:pt x="12776" y="16914"/>
                  </a:lnTo>
                  <a:cubicBezTo>
                    <a:pt x="12243" y="16047"/>
                    <a:pt x="10942" y="14679"/>
                    <a:pt x="10942" y="14679"/>
                  </a:cubicBezTo>
                  <a:cubicBezTo>
                    <a:pt x="10742" y="14479"/>
                    <a:pt x="10575" y="14246"/>
                    <a:pt x="10375" y="14045"/>
                  </a:cubicBezTo>
                  <a:cubicBezTo>
                    <a:pt x="9474" y="12945"/>
                    <a:pt x="8607" y="11810"/>
                    <a:pt x="7773" y="10643"/>
                  </a:cubicBezTo>
                  <a:cubicBezTo>
                    <a:pt x="7272" y="9976"/>
                    <a:pt x="6805" y="9242"/>
                    <a:pt x="6372" y="8508"/>
                  </a:cubicBezTo>
                  <a:cubicBezTo>
                    <a:pt x="6005" y="7908"/>
                    <a:pt x="5404" y="7074"/>
                    <a:pt x="5538" y="6340"/>
                  </a:cubicBezTo>
                  <a:cubicBezTo>
                    <a:pt x="5771" y="5139"/>
                    <a:pt x="6205" y="3638"/>
                    <a:pt x="5705" y="2470"/>
                  </a:cubicBezTo>
                  <a:cubicBezTo>
                    <a:pt x="5677" y="2416"/>
                    <a:pt x="5628" y="2361"/>
                    <a:pt x="5593" y="2361"/>
                  </a:cubicBezTo>
                  <a:cubicBezTo>
                    <a:pt x="5585" y="2361"/>
                    <a:pt x="5577" y="2364"/>
                    <a:pt x="5571" y="2370"/>
                  </a:cubicBezTo>
                  <a:cubicBezTo>
                    <a:pt x="5538" y="2370"/>
                    <a:pt x="5538" y="2404"/>
                    <a:pt x="5538" y="2437"/>
                  </a:cubicBezTo>
                  <a:cubicBezTo>
                    <a:pt x="5346" y="3045"/>
                    <a:pt x="5307" y="3775"/>
                    <a:pt x="4569" y="3775"/>
                  </a:cubicBezTo>
                  <a:cubicBezTo>
                    <a:pt x="4537" y="3775"/>
                    <a:pt x="4505" y="3774"/>
                    <a:pt x="4470" y="3771"/>
                  </a:cubicBezTo>
                  <a:cubicBezTo>
                    <a:pt x="3737" y="3705"/>
                    <a:pt x="3103" y="3171"/>
                    <a:pt x="2703" y="2604"/>
                  </a:cubicBezTo>
                  <a:cubicBezTo>
                    <a:pt x="2202" y="1870"/>
                    <a:pt x="1935" y="1003"/>
                    <a:pt x="1502" y="235"/>
                  </a:cubicBezTo>
                  <a:cubicBezTo>
                    <a:pt x="1451" y="109"/>
                    <a:pt x="1323" y="1"/>
                    <a:pt x="122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47"/>
            <p:cNvSpPr/>
            <p:nvPr/>
          </p:nvSpPr>
          <p:spPr>
            <a:xfrm>
              <a:off x="3102611" y="2225075"/>
              <a:ext cx="539561" cy="783039"/>
            </a:xfrm>
            <a:custGeom>
              <a:avLst/>
              <a:gdLst/>
              <a:ahLst/>
              <a:cxnLst/>
              <a:rect l="l" t="t" r="r" b="b"/>
              <a:pathLst>
                <a:path w="16780" h="24352" fill="none" extrusionOk="0">
                  <a:moveTo>
                    <a:pt x="12776" y="16979"/>
                  </a:moveTo>
                  <a:cubicBezTo>
                    <a:pt x="12243" y="16112"/>
                    <a:pt x="10942" y="14744"/>
                    <a:pt x="10942" y="14744"/>
                  </a:cubicBezTo>
                  <a:cubicBezTo>
                    <a:pt x="10742" y="14544"/>
                    <a:pt x="10575" y="14311"/>
                    <a:pt x="10375" y="14110"/>
                  </a:cubicBezTo>
                  <a:cubicBezTo>
                    <a:pt x="9474" y="13010"/>
                    <a:pt x="8607" y="11875"/>
                    <a:pt x="7773" y="10708"/>
                  </a:cubicBezTo>
                  <a:cubicBezTo>
                    <a:pt x="7272" y="10041"/>
                    <a:pt x="6805" y="9307"/>
                    <a:pt x="6372" y="8573"/>
                  </a:cubicBezTo>
                  <a:cubicBezTo>
                    <a:pt x="6005" y="7973"/>
                    <a:pt x="5404" y="7139"/>
                    <a:pt x="5538" y="6405"/>
                  </a:cubicBezTo>
                  <a:cubicBezTo>
                    <a:pt x="5771" y="5204"/>
                    <a:pt x="6205" y="3703"/>
                    <a:pt x="5705" y="2535"/>
                  </a:cubicBezTo>
                  <a:cubicBezTo>
                    <a:pt x="5671" y="2469"/>
                    <a:pt x="5605" y="2402"/>
                    <a:pt x="5571" y="2435"/>
                  </a:cubicBezTo>
                  <a:cubicBezTo>
                    <a:pt x="5538" y="2435"/>
                    <a:pt x="5538" y="2469"/>
                    <a:pt x="5538" y="2502"/>
                  </a:cubicBezTo>
                  <a:cubicBezTo>
                    <a:pt x="5338" y="3136"/>
                    <a:pt x="5304" y="3903"/>
                    <a:pt x="4470" y="3836"/>
                  </a:cubicBezTo>
                  <a:cubicBezTo>
                    <a:pt x="3737" y="3770"/>
                    <a:pt x="3103" y="3236"/>
                    <a:pt x="2703" y="2669"/>
                  </a:cubicBezTo>
                  <a:cubicBezTo>
                    <a:pt x="2202" y="1935"/>
                    <a:pt x="1935" y="1068"/>
                    <a:pt x="1502" y="300"/>
                  </a:cubicBezTo>
                  <a:cubicBezTo>
                    <a:pt x="1435" y="134"/>
                    <a:pt x="1235" y="0"/>
                    <a:pt x="1135" y="100"/>
                  </a:cubicBezTo>
                  <a:cubicBezTo>
                    <a:pt x="1101" y="134"/>
                    <a:pt x="1068" y="200"/>
                    <a:pt x="1068" y="267"/>
                  </a:cubicBezTo>
                  <a:cubicBezTo>
                    <a:pt x="1001" y="734"/>
                    <a:pt x="1001" y="1234"/>
                    <a:pt x="1168" y="1668"/>
                  </a:cubicBezTo>
                  <a:cubicBezTo>
                    <a:pt x="901" y="1535"/>
                    <a:pt x="568" y="1768"/>
                    <a:pt x="501" y="2035"/>
                  </a:cubicBezTo>
                  <a:cubicBezTo>
                    <a:pt x="434" y="2302"/>
                    <a:pt x="534" y="2535"/>
                    <a:pt x="634" y="2769"/>
                  </a:cubicBezTo>
                  <a:cubicBezTo>
                    <a:pt x="501" y="2836"/>
                    <a:pt x="301" y="2902"/>
                    <a:pt x="234" y="3036"/>
                  </a:cubicBezTo>
                  <a:cubicBezTo>
                    <a:pt x="134" y="3203"/>
                    <a:pt x="134" y="3369"/>
                    <a:pt x="167" y="3536"/>
                  </a:cubicBezTo>
                  <a:cubicBezTo>
                    <a:pt x="201" y="3636"/>
                    <a:pt x="234" y="3703"/>
                    <a:pt x="234" y="3770"/>
                  </a:cubicBezTo>
                  <a:cubicBezTo>
                    <a:pt x="234" y="4003"/>
                    <a:pt x="67" y="4203"/>
                    <a:pt x="34" y="4437"/>
                  </a:cubicBezTo>
                  <a:cubicBezTo>
                    <a:pt x="1" y="4770"/>
                    <a:pt x="101" y="5104"/>
                    <a:pt x="201" y="5437"/>
                  </a:cubicBezTo>
                  <a:cubicBezTo>
                    <a:pt x="368" y="5938"/>
                    <a:pt x="568" y="6405"/>
                    <a:pt x="835" y="6839"/>
                  </a:cubicBezTo>
                  <a:cubicBezTo>
                    <a:pt x="1101" y="7306"/>
                    <a:pt x="1435" y="7706"/>
                    <a:pt x="1668" y="8173"/>
                  </a:cubicBezTo>
                  <a:cubicBezTo>
                    <a:pt x="2069" y="8940"/>
                    <a:pt x="2236" y="9774"/>
                    <a:pt x="2569" y="10575"/>
                  </a:cubicBezTo>
                  <a:cubicBezTo>
                    <a:pt x="2936" y="11442"/>
                    <a:pt x="3236" y="12342"/>
                    <a:pt x="3570" y="13210"/>
                  </a:cubicBezTo>
                  <a:cubicBezTo>
                    <a:pt x="4404" y="15378"/>
                    <a:pt x="5138" y="17546"/>
                    <a:pt x="6072" y="19648"/>
                  </a:cubicBezTo>
                  <a:cubicBezTo>
                    <a:pt x="6906" y="21549"/>
                    <a:pt x="7940" y="24017"/>
                    <a:pt x="10341" y="24251"/>
                  </a:cubicBezTo>
                  <a:cubicBezTo>
                    <a:pt x="11475" y="24351"/>
                    <a:pt x="12643" y="23951"/>
                    <a:pt x="13644" y="23350"/>
                  </a:cubicBezTo>
                  <a:cubicBezTo>
                    <a:pt x="14878" y="22550"/>
                    <a:pt x="15712" y="21682"/>
                    <a:pt x="16779" y="20315"/>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7"/>
            <p:cNvSpPr/>
            <p:nvPr/>
          </p:nvSpPr>
          <p:spPr>
            <a:xfrm>
              <a:off x="2599577" y="2357586"/>
              <a:ext cx="188782" cy="227915"/>
            </a:xfrm>
            <a:custGeom>
              <a:avLst/>
              <a:gdLst/>
              <a:ahLst/>
              <a:cxnLst/>
              <a:rect l="l" t="t" r="r" b="b"/>
              <a:pathLst>
                <a:path w="5871" h="7088" extrusionOk="0">
                  <a:moveTo>
                    <a:pt x="2274" y="0"/>
                  </a:moveTo>
                  <a:cubicBezTo>
                    <a:pt x="2240" y="0"/>
                    <a:pt x="2205" y="5"/>
                    <a:pt x="2168" y="16"/>
                  </a:cubicBezTo>
                  <a:cubicBezTo>
                    <a:pt x="1968" y="49"/>
                    <a:pt x="1801" y="216"/>
                    <a:pt x="1735" y="416"/>
                  </a:cubicBezTo>
                  <a:cubicBezTo>
                    <a:pt x="1701" y="382"/>
                    <a:pt x="1701" y="349"/>
                    <a:pt x="1668" y="349"/>
                  </a:cubicBezTo>
                  <a:cubicBezTo>
                    <a:pt x="1593" y="287"/>
                    <a:pt x="1504" y="262"/>
                    <a:pt x="1412" y="262"/>
                  </a:cubicBezTo>
                  <a:cubicBezTo>
                    <a:pt x="1258" y="262"/>
                    <a:pt x="1093" y="332"/>
                    <a:pt x="967" y="416"/>
                  </a:cubicBezTo>
                  <a:cubicBezTo>
                    <a:pt x="834" y="549"/>
                    <a:pt x="801" y="749"/>
                    <a:pt x="801" y="916"/>
                  </a:cubicBezTo>
                  <a:cubicBezTo>
                    <a:pt x="801" y="833"/>
                    <a:pt x="692" y="808"/>
                    <a:pt x="576" y="808"/>
                  </a:cubicBezTo>
                  <a:cubicBezTo>
                    <a:pt x="459" y="808"/>
                    <a:pt x="334" y="833"/>
                    <a:pt x="300" y="849"/>
                  </a:cubicBezTo>
                  <a:cubicBezTo>
                    <a:pt x="134" y="950"/>
                    <a:pt x="100" y="1150"/>
                    <a:pt x="100" y="1316"/>
                  </a:cubicBezTo>
                  <a:cubicBezTo>
                    <a:pt x="0" y="2150"/>
                    <a:pt x="33" y="2951"/>
                    <a:pt x="134" y="3785"/>
                  </a:cubicBezTo>
                  <a:cubicBezTo>
                    <a:pt x="234" y="4385"/>
                    <a:pt x="400" y="4986"/>
                    <a:pt x="934" y="5386"/>
                  </a:cubicBezTo>
                  <a:cubicBezTo>
                    <a:pt x="1468" y="5753"/>
                    <a:pt x="2102" y="6053"/>
                    <a:pt x="2702" y="6287"/>
                  </a:cubicBezTo>
                  <a:cubicBezTo>
                    <a:pt x="3169" y="6454"/>
                    <a:pt x="3636" y="6554"/>
                    <a:pt x="4103" y="6687"/>
                  </a:cubicBezTo>
                  <a:cubicBezTo>
                    <a:pt x="4634" y="6812"/>
                    <a:pt x="5194" y="6937"/>
                    <a:pt x="5755" y="7062"/>
                  </a:cubicBezTo>
                  <a:lnTo>
                    <a:pt x="5755" y="7062"/>
                  </a:lnTo>
                  <a:cubicBezTo>
                    <a:pt x="5293" y="6942"/>
                    <a:pt x="5020" y="6657"/>
                    <a:pt x="4804" y="6287"/>
                  </a:cubicBezTo>
                  <a:cubicBezTo>
                    <a:pt x="4670" y="6053"/>
                    <a:pt x="4537" y="5753"/>
                    <a:pt x="4437" y="5486"/>
                  </a:cubicBezTo>
                  <a:cubicBezTo>
                    <a:pt x="4203" y="4852"/>
                    <a:pt x="4103" y="4185"/>
                    <a:pt x="4003" y="3551"/>
                  </a:cubicBezTo>
                  <a:lnTo>
                    <a:pt x="3669" y="1216"/>
                  </a:lnTo>
                  <a:cubicBezTo>
                    <a:pt x="3636" y="983"/>
                    <a:pt x="3603" y="749"/>
                    <a:pt x="3436" y="549"/>
                  </a:cubicBezTo>
                  <a:cubicBezTo>
                    <a:pt x="3339" y="428"/>
                    <a:pt x="3190" y="343"/>
                    <a:pt x="3039" y="343"/>
                  </a:cubicBezTo>
                  <a:cubicBezTo>
                    <a:pt x="2982" y="343"/>
                    <a:pt x="2924" y="355"/>
                    <a:pt x="2869" y="382"/>
                  </a:cubicBezTo>
                  <a:cubicBezTo>
                    <a:pt x="2835" y="349"/>
                    <a:pt x="2802" y="282"/>
                    <a:pt x="2735" y="249"/>
                  </a:cubicBezTo>
                  <a:cubicBezTo>
                    <a:pt x="2595" y="137"/>
                    <a:pt x="2454" y="0"/>
                    <a:pt x="2274" y="0"/>
                  </a:cubicBezTo>
                  <a:close/>
                  <a:moveTo>
                    <a:pt x="5755" y="7062"/>
                  </a:moveTo>
                  <a:lnTo>
                    <a:pt x="5755" y="7062"/>
                  </a:lnTo>
                  <a:cubicBezTo>
                    <a:pt x="5793" y="7071"/>
                    <a:pt x="5831" y="7080"/>
                    <a:pt x="5871" y="7087"/>
                  </a:cubicBezTo>
                  <a:cubicBezTo>
                    <a:pt x="5832" y="7079"/>
                    <a:pt x="5794" y="7070"/>
                    <a:pt x="5755" y="7062"/>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47"/>
            <p:cNvSpPr/>
            <p:nvPr/>
          </p:nvSpPr>
          <p:spPr>
            <a:xfrm>
              <a:off x="2691798" y="2368808"/>
              <a:ext cx="13987" cy="138395"/>
            </a:xfrm>
            <a:custGeom>
              <a:avLst/>
              <a:gdLst/>
              <a:ahLst/>
              <a:cxnLst/>
              <a:rect l="l" t="t" r="r" b="b"/>
              <a:pathLst>
                <a:path w="435" h="4304" extrusionOk="0">
                  <a:moveTo>
                    <a:pt x="1" y="0"/>
                  </a:moveTo>
                  <a:cubicBezTo>
                    <a:pt x="1" y="767"/>
                    <a:pt x="68" y="1501"/>
                    <a:pt x="134" y="2235"/>
                  </a:cubicBezTo>
                  <a:cubicBezTo>
                    <a:pt x="201" y="2936"/>
                    <a:pt x="201" y="3669"/>
                    <a:pt x="434" y="4303"/>
                  </a:cubicBezTo>
                  <a:lnTo>
                    <a:pt x="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47"/>
            <p:cNvSpPr/>
            <p:nvPr/>
          </p:nvSpPr>
          <p:spPr>
            <a:xfrm>
              <a:off x="2691798" y="2368808"/>
              <a:ext cx="13987" cy="138395"/>
            </a:xfrm>
            <a:custGeom>
              <a:avLst/>
              <a:gdLst/>
              <a:ahLst/>
              <a:cxnLst/>
              <a:rect l="l" t="t" r="r" b="b"/>
              <a:pathLst>
                <a:path w="435" h="4304" fill="none" extrusionOk="0">
                  <a:moveTo>
                    <a:pt x="1" y="0"/>
                  </a:moveTo>
                  <a:cubicBezTo>
                    <a:pt x="1" y="767"/>
                    <a:pt x="68" y="1501"/>
                    <a:pt x="134" y="2235"/>
                  </a:cubicBezTo>
                  <a:cubicBezTo>
                    <a:pt x="201" y="2936"/>
                    <a:pt x="201" y="3669"/>
                    <a:pt x="434" y="4303"/>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7"/>
            <p:cNvSpPr/>
            <p:nvPr/>
          </p:nvSpPr>
          <p:spPr>
            <a:xfrm>
              <a:off x="2656427" y="2364499"/>
              <a:ext cx="16110" cy="137334"/>
            </a:xfrm>
            <a:custGeom>
              <a:avLst/>
              <a:gdLst/>
              <a:ahLst/>
              <a:cxnLst/>
              <a:rect l="l" t="t" r="r" b="b"/>
              <a:pathLst>
                <a:path w="501" h="4271" extrusionOk="0">
                  <a:moveTo>
                    <a:pt x="67" y="1"/>
                  </a:moveTo>
                  <a:cubicBezTo>
                    <a:pt x="0" y="1202"/>
                    <a:pt x="267" y="3103"/>
                    <a:pt x="500" y="4270"/>
                  </a:cubicBezTo>
                  <a:lnTo>
                    <a:pt x="67"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7"/>
            <p:cNvSpPr/>
            <p:nvPr/>
          </p:nvSpPr>
          <p:spPr>
            <a:xfrm>
              <a:off x="2656427" y="2364499"/>
              <a:ext cx="16110" cy="137334"/>
            </a:xfrm>
            <a:custGeom>
              <a:avLst/>
              <a:gdLst/>
              <a:ahLst/>
              <a:cxnLst/>
              <a:rect l="l" t="t" r="r" b="b"/>
              <a:pathLst>
                <a:path w="501" h="4271" fill="none" extrusionOk="0">
                  <a:moveTo>
                    <a:pt x="67" y="1"/>
                  </a:moveTo>
                  <a:cubicBezTo>
                    <a:pt x="0" y="1202"/>
                    <a:pt x="267" y="3103"/>
                    <a:pt x="500" y="427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7"/>
            <p:cNvSpPr/>
            <p:nvPr/>
          </p:nvSpPr>
          <p:spPr>
            <a:xfrm>
              <a:off x="2624240" y="2358068"/>
              <a:ext cx="13955" cy="136241"/>
            </a:xfrm>
            <a:custGeom>
              <a:avLst/>
              <a:gdLst/>
              <a:ahLst/>
              <a:cxnLst/>
              <a:rect l="l" t="t" r="r" b="b"/>
              <a:pathLst>
                <a:path w="434" h="4237" extrusionOk="0">
                  <a:moveTo>
                    <a:pt x="67" y="1"/>
                  </a:moveTo>
                  <a:lnTo>
                    <a:pt x="100" y="384"/>
                  </a:lnTo>
                  <a:lnTo>
                    <a:pt x="100" y="384"/>
                  </a:lnTo>
                  <a:cubicBezTo>
                    <a:pt x="99" y="254"/>
                    <a:pt x="95" y="139"/>
                    <a:pt x="67" y="1"/>
                  </a:cubicBezTo>
                  <a:close/>
                  <a:moveTo>
                    <a:pt x="100" y="384"/>
                  </a:moveTo>
                  <a:cubicBezTo>
                    <a:pt x="100" y="411"/>
                    <a:pt x="100" y="439"/>
                    <a:pt x="100" y="468"/>
                  </a:cubicBezTo>
                  <a:cubicBezTo>
                    <a:pt x="0" y="1602"/>
                    <a:pt x="134" y="3136"/>
                    <a:pt x="434" y="4237"/>
                  </a:cubicBezTo>
                  <a:lnTo>
                    <a:pt x="100" y="384"/>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7"/>
            <p:cNvSpPr/>
            <p:nvPr/>
          </p:nvSpPr>
          <p:spPr>
            <a:xfrm>
              <a:off x="2624240" y="2358068"/>
              <a:ext cx="13955" cy="136241"/>
            </a:xfrm>
            <a:custGeom>
              <a:avLst/>
              <a:gdLst/>
              <a:ahLst/>
              <a:cxnLst/>
              <a:rect l="l" t="t" r="r" b="b"/>
              <a:pathLst>
                <a:path w="434" h="4237" fill="none" extrusionOk="0">
                  <a:moveTo>
                    <a:pt x="67" y="1"/>
                  </a:moveTo>
                  <a:cubicBezTo>
                    <a:pt x="100" y="167"/>
                    <a:pt x="100" y="301"/>
                    <a:pt x="100" y="468"/>
                  </a:cubicBezTo>
                  <a:cubicBezTo>
                    <a:pt x="0" y="1602"/>
                    <a:pt x="134" y="3136"/>
                    <a:pt x="434" y="4237"/>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7"/>
            <p:cNvSpPr/>
            <p:nvPr/>
          </p:nvSpPr>
          <p:spPr>
            <a:xfrm>
              <a:off x="2307802" y="3113196"/>
              <a:ext cx="41866" cy="64374"/>
            </a:xfrm>
            <a:custGeom>
              <a:avLst/>
              <a:gdLst/>
              <a:ahLst/>
              <a:cxnLst/>
              <a:rect l="l" t="t" r="r" b="b"/>
              <a:pathLst>
                <a:path w="1302" h="2002" extrusionOk="0">
                  <a:moveTo>
                    <a:pt x="1" y="0"/>
                  </a:moveTo>
                  <a:lnTo>
                    <a:pt x="1" y="0"/>
                  </a:lnTo>
                  <a:cubicBezTo>
                    <a:pt x="301" y="734"/>
                    <a:pt x="735" y="1401"/>
                    <a:pt x="1302" y="2001"/>
                  </a:cubicBezTo>
                  <a:lnTo>
                    <a:pt x="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7"/>
            <p:cNvSpPr/>
            <p:nvPr/>
          </p:nvSpPr>
          <p:spPr>
            <a:xfrm>
              <a:off x="2307802" y="3113196"/>
              <a:ext cx="41866" cy="64374"/>
            </a:xfrm>
            <a:custGeom>
              <a:avLst/>
              <a:gdLst/>
              <a:ahLst/>
              <a:cxnLst/>
              <a:rect l="l" t="t" r="r" b="b"/>
              <a:pathLst>
                <a:path w="1302" h="2002" fill="none" extrusionOk="0">
                  <a:moveTo>
                    <a:pt x="1302" y="2001"/>
                  </a:moveTo>
                  <a:cubicBezTo>
                    <a:pt x="735" y="1401"/>
                    <a:pt x="301" y="734"/>
                    <a:pt x="1" y="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7"/>
            <p:cNvSpPr/>
            <p:nvPr/>
          </p:nvSpPr>
          <p:spPr>
            <a:xfrm>
              <a:off x="2238090" y="4369201"/>
              <a:ext cx="1623956" cy="32"/>
            </a:xfrm>
            <a:custGeom>
              <a:avLst/>
              <a:gdLst/>
              <a:ahLst/>
              <a:cxnLst/>
              <a:rect l="l" t="t" r="r" b="b"/>
              <a:pathLst>
                <a:path w="50504" h="1" fill="none" extrusionOk="0">
                  <a:moveTo>
                    <a:pt x="1" y="0"/>
                  </a:moveTo>
                  <a:lnTo>
                    <a:pt x="50503" y="0"/>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3" name="Google Shape;593;p47"/>
          <p:cNvSpPr txBox="1">
            <a:spLocks noGrp="1"/>
          </p:cNvSpPr>
          <p:nvPr>
            <p:ph type="subTitle" idx="1"/>
          </p:nvPr>
        </p:nvSpPr>
        <p:spPr>
          <a:xfrm>
            <a:off x="4431199" y="2343064"/>
            <a:ext cx="4415525" cy="132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dirty="0">
                <a:latin typeface="El Messiri" panose="020B0604020202020204" charset="-78"/>
                <a:cs typeface="El Messiri" panose="020B0604020202020204" charset="-78"/>
              </a:rPr>
              <a:t>Next &amp; Previous</a:t>
            </a:r>
          </a:p>
          <a:p>
            <a:pPr marL="0" lvl="0" indent="0" algn="just" rtl="0">
              <a:spcBef>
                <a:spcPts val="0"/>
              </a:spcBef>
              <a:spcAft>
                <a:spcPts val="0"/>
              </a:spcAft>
              <a:buNone/>
            </a:pPr>
            <a:r>
              <a:rPr lang="en-US" sz="4800" dirty="0">
                <a:latin typeface="El Messiri" panose="020B0604020202020204" charset="-78"/>
                <a:cs typeface="El Messiri" panose="020B0604020202020204" charset="-78"/>
              </a:rPr>
              <a:t> Song Functions</a:t>
            </a:r>
          </a:p>
          <a:p>
            <a:pPr marL="0" lvl="0" indent="0" algn="l" rtl="0">
              <a:spcBef>
                <a:spcPts val="0"/>
              </a:spcBef>
              <a:spcAft>
                <a:spcPts val="0"/>
              </a:spcAft>
              <a:buClr>
                <a:schemeClr val="dk1"/>
              </a:buClr>
              <a:buSzPts val="1100"/>
              <a:buFont typeface="Arial"/>
              <a:buNone/>
            </a:pPr>
            <a:endParaRPr sz="4800" b="1" dirty="0">
              <a:latin typeface="El Messiri" panose="020B0604020202020204" charset="-78"/>
              <a:cs typeface="El Messiri" panose="020B0604020202020204" charset="-78"/>
            </a:endParaRPr>
          </a:p>
          <a:p>
            <a:pPr marL="0" lvl="0" indent="0" algn="l" rtl="0">
              <a:spcBef>
                <a:spcPts val="1200"/>
              </a:spcBef>
              <a:spcAft>
                <a:spcPts val="0"/>
              </a:spcAft>
              <a:buNone/>
            </a:pPr>
            <a:endParaRPr sz="4800" dirty="0">
              <a:latin typeface="El Messiri" panose="020B0604020202020204" charset="-78"/>
              <a:cs typeface="El Messiri" panose="020B0604020202020204" charset="-78"/>
            </a:endParaRPr>
          </a:p>
        </p:txBody>
      </p:sp>
      <p:sp>
        <p:nvSpPr>
          <p:cNvPr id="3" name="Title 2">
            <a:extLst>
              <a:ext uri="{FF2B5EF4-FFF2-40B4-BE49-F238E27FC236}">
                <a16:creationId xmlns:a16="http://schemas.microsoft.com/office/drawing/2014/main" id="{3EDE2B6E-31F5-5302-9EE6-301F61C9D9F0}"/>
              </a:ext>
            </a:extLst>
          </p:cNvPr>
          <p:cNvSpPr>
            <a:spLocks noGrp="1"/>
          </p:cNvSpPr>
          <p:nvPr>
            <p:ph type="title"/>
          </p:nvPr>
        </p:nvSpPr>
        <p:spPr/>
        <p:txBody>
          <a:bodyPr/>
          <a:lstStyle/>
          <a:p>
            <a:pPr algn="l"/>
            <a:r>
              <a:rPr lang="en-IN" sz="8800" dirty="0">
                <a:solidFill>
                  <a:schemeClr val="tx2"/>
                </a:solidFill>
              </a:rPr>
              <a:t>07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Playing the Next Song</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a:xfrm>
            <a:off x="713225" y="1072200"/>
            <a:ext cx="3538344" cy="3460200"/>
          </a:xfrm>
        </p:spPr>
        <p:txBody>
          <a:bodyPr/>
          <a:lstStyle/>
          <a:p>
            <a:pPr marL="114300" indent="0">
              <a:buNone/>
            </a:pPr>
            <a:r>
              <a:rPr lang="en-US" sz="1200" dirty="0"/>
              <a:t>def </a:t>
            </a:r>
            <a:r>
              <a:rPr lang="en-US" sz="1200" dirty="0" err="1"/>
              <a:t>next_song</a:t>
            </a:r>
            <a:r>
              <a:rPr lang="en-US" sz="1200" dirty="0"/>
              <a:t>():</a:t>
            </a:r>
          </a:p>
          <a:p>
            <a:pPr marL="114300" indent="0">
              <a:buNone/>
            </a:pPr>
            <a:r>
              <a:rPr lang="en-US" sz="1200" dirty="0"/>
              <a:t>    </a:t>
            </a:r>
            <a:r>
              <a:rPr lang="en-US" sz="1200" dirty="0" err="1"/>
              <a:t>statu_bar.config</a:t>
            </a:r>
            <a:r>
              <a:rPr lang="en-US" sz="1200" dirty="0"/>
              <a:t>(text='')</a:t>
            </a:r>
          </a:p>
          <a:p>
            <a:pPr marL="114300" indent="0">
              <a:buNone/>
            </a:pPr>
            <a:r>
              <a:rPr lang="en-US" sz="1200" dirty="0"/>
              <a:t>    </a:t>
            </a:r>
            <a:r>
              <a:rPr lang="en-US" sz="1200" dirty="0" err="1"/>
              <a:t>my_slider.set</a:t>
            </a:r>
            <a:r>
              <a:rPr lang="en-US" sz="1200" dirty="0"/>
              <a:t>(0)</a:t>
            </a:r>
          </a:p>
          <a:p>
            <a:pPr marL="114300" indent="0">
              <a:buNone/>
            </a:pPr>
            <a:r>
              <a:rPr lang="en-US" sz="1200" dirty="0"/>
              <a:t>    </a:t>
            </a:r>
            <a:r>
              <a:rPr lang="en-US" sz="1200" dirty="0" err="1"/>
              <a:t>next_one</a:t>
            </a:r>
            <a:r>
              <a:rPr lang="en-US" sz="1200" dirty="0"/>
              <a:t> = </a:t>
            </a:r>
            <a:r>
              <a:rPr lang="en-US" sz="1200" dirty="0" err="1"/>
              <a:t>song_box.curselection</a:t>
            </a:r>
            <a:r>
              <a:rPr lang="en-US" sz="1200" dirty="0"/>
              <a:t>()</a:t>
            </a:r>
          </a:p>
          <a:p>
            <a:pPr marL="114300" indent="0">
              <a:buNone/>
            </a:pPr>
            <a:r>
              <a:rPr lang="en-US" sz="1200" dirty="0"/>
              <a:t>    </a:t>
            </a:r>
            <a:r>
              <a:rPr lang="en-US" sz="1200" dirty="0" err="1"/>
              <a:t>next_one</a:t>
            </a:r>
            <a:r>
              <a:rPr lang="en-US" sz="1200" dirty="0"/>
              <a:t> = </a:t>
            </a:r>
            <a:r>
              <a:rPr lang="en-US" sz="1200" dirty="0" err="1"/>
              <a:t>next_one</a:t>
            </a:r>
            <a:r>
              <a:rPr lang="en-US" sz="1200" dirty="0"/>
              <a:t>[0]+1</a:t>
            </a:r>
          </a:p>
          <a:p>
            <a:pPr marL="114300" indent="0">
              <a:buNone/>
            </a:pPr>
            <a:endParaRPr lang="en-US" sz="1200" dirty="0"/>
          </a:p>
          <a:p>
            <a:pPr marL="114300" indent="0">
              <a:buNone/>
            </a:pPr>
            <a:r>
              <a:rPr lang="en-US" sz="1200" dirty="0"/>
              <a:t>    if (</a:t>
            </a:r>
            <a:r>
              <a:rPr lang="en-US" sz="1200" dirty="0" err="1"/>
              <a:t>switch.get</a:t>
            </a:r>
            <a:r>
              <a:rPr lang="en-US" sz="1200" dirty="0"/>
              <a:t>()==1 and </a:t>
            </a:r>
            <a:r>
              <a:rPr lang="en-US" sz="1200" dirty="0" err="1"/>
              <a:t>next_one</a:t>
            </a:r>
            <a:r>
              <a:rPr lang="en-US" sz="1200" dirty="0"/>
              <a:t> == </a:t>
            </a:r>
            <a:r>
              <a:rPr lang="en-US" sz="1200" dirty="0" err="1"/>
              <a:t>song_box.size</a:t>
            </a:r>
            <a:r>
              <a:rPr lang="en-US" sz="1200" dirty="0"/>
              <a:t>()):</a:t>
            </a:r>
          </a:p>
          <a:p>
            <a:pPr marL="114300" indent="0">
              <a:buNone/>
            </a:pPr>
            <a:r>
              <a:rPr lang="en-US" sz="1200" dirty="0"/>
              <a:t>        </a:t>
            </a:r>
            <a:r>
              <a:rPr lang="en-US" sz="1200" dirty="0" err="1"/>
              <a:t>next_one</a:t>
            </a:r>
            <a:r>
              <a:rPr lang="en-US" sz="1200" dirty="0"/>
              <a:t> = 0</a:t>
            </a:r>
          </a:p>
          <a:p>
            <a:pPr marL="114300" indent="0">
              <a:buNone/>
            </a:pPr>
            <a:r>
              <a:rPr lang="en-US" sz="1200" dirty="0"/>
              <a:t>        song = </a:t>
            </a:r>
            <a:r>
              <a:rPr lang="en-US" sz="1200" dirty="0" err="1"/>
              <a:t>song_box.get</a:t>
            </a:r>
            <a:r>
              <a:rPr lang="en-US" sz="1200" dirty="0"/>
              <a:t>(</a:t>
            </a:r>
            <a:r>
              <a:rPr lang="en-US" sz="1200" dirty="0" err="1"/>
              <a:t>next_one</a:t>
            </a:r>
            <a:r>
              <a:rPr lang="en-US" sz="1200" dirty="0"/>
              <a:t>)</a:t>
            </a:r>
          </a:p>
          <a:p>
            <a:pPr marL="114300" indent="0">
              <a:buNone/>
            </a:pPr>
            <a:r>
              <a:rPr lang="en-US" sz="1200" dirty="0"/>
              <a:t>        song = </a:t>
            </a:r>
            <a:r>
              <a:rPr lang="en-US" sz="1200" dirty="0" err="1"/>
              <a:t>f'C</a:t>
            </a:r>
            <a:r>
              <a:rPr lang="en-US" sz="1200" dirty="0"/>
              <a:t>:/Python Project/</a:t>
            </a:r>
            <a:r>
              <a:rPr lang="en-US" sz="1200" dirty="0" err="1"/>
              <a:t>musicplayer</a:t>
            </a:r>
            <a:r>
              <a:rPr lang="en-US" sz="1200" dirty="0"/>
              <a:t>-main/music/{song}.mp3'</a:t>
            </a:r>
          </a:p>
          <a:p>
            <a:pPr marL="114300" indent="0">
              <a:buNone/>
            </a:pPr>
            <a:r>
              <a:rPr lang="en-US" sz="1200" dirty="0"/>
              <a:t>        </a:t>
            </a:r>
            <a:r>
              <a:rPr lang="en-US" sz="1200" dirty="0" err="1"/>
              <a:t>pygame.mixer.music.load</a:t>
            </a:r>
            <a:r>
              <a:rPr lang="en-US" sz="1200" dirty="0"/>
              <a:t>(song)</a:t>
            </a:r>
          </a:p>
          <a:p>
            <a:pPr marL="114300" indent="0">
              <a:buNone/>
            </a:pPr>
            <a:r>
              <a:rPr lang="en-US" sz="1200" dirty="0"/>
              <a:t>        </a:t>
            </a:r>
            <a:r>
              <a:rPr lang="en-US" sz="1200" dirty="0" err="1"/>
              <a:t>pygame.mixer.music.play</a:t>
            </a:r>
            <a:r>
              <a:rPr lang="en-US" sz="1200" dirty="0"/>
              <a:t>(loops=0)</a:t>
            </a:r>
          </a:p>
          <a:p>
            <a:pPr marL="114300" indent="0">
              <a:buNone/>
            </a:pPr>
            <a:r>
              <a:rPr lang="en-US" sz="1200" dirty="0"/>
              <a:t>        </a:t>
            </a:r>
            <a:r>
              <a:rPr lang="en-US" sz="1200" dirty="0" err="1"/>
              <a:t>song_box.selection_clear</a:t>
            </a:r>
            <a:r>
              <a:rPr lang="en-US" sz="1200" dirty="0"/>
              <a:t>(0,END)</a:t>
            </a:r>
          </a:p>
          <a:p>
            <a:pPr marL="114300" indent="0">
              <a:buNone/>
            </a:pPr>
            <a:r>
              <a:rPr lang="en-US" sz="1200" dirty="0"/>
              <a:t>        </a:t>
            </a:r>
            <a:r>
              <a:rPr lang="en-US" sz="1200" dirty="0" err="1"/>
              <a:t>song_box.activate</a:t>
            </a:r>
            <a:r>
              <a:rPr lang="en-US" sz="1200" dirty="0"/>
              <a:t>(</a:t>
            </a:r>
            <a:r>
              <a:rPr lang="en-US" sz="1200" dirty="0" err="1"/>
              <a:t>next_one</a:t>
            </a:r>
            <a:r>
              <a:rPr lang="en-US" sz="1200" dirty="0"/>
              <a:t>)       </a:t>
            </a:r>
            <a:r>
              <a:rPr lang="en-US" sz="1200" dirty="0" err="1"/>
              <a:t>song_box.selection_set</a:t>
            </a:r>
            <a:r>
              <a:rPr lang="en-US" sz="1200" dirty="0"/>
              <a:t>(</a:t>
            </a:r>
            <a:r>
              <a:rPr lang="en-US" sz="1200" dirty="0" err="1"/>
              <a:t>next_one</a:t>
            </a:r>
            <a:r>
              <a:rPr lang="en-US" sz="1200" dirty="0"/>
              <a:t>, last=None)</a:t>
            </a:r>
          </a:p>
          <a:p>
            <a:pPr marL="114300" indent="0">
              <a:buNone/>
            </a:pPr>
            <a:r>
              <a:rPr lang="en-US" sz="1200" dirty="0"/>
              <a:t>        </a:t>
            </a:r>
            <a:r>
              <a:rPr lang="en-US" sz="1200" dirty="0" err="1"/>
              <a:t>get_album_cover</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function Next Song first sets the </a:t>
            </a:r>
            <a:r>
              <a:rPr lang="en-US" sz="1400" dirty="0" err="1"/>
              <a:t>statusbar</a:t>
            </a:r>
            <a:r>
              <a:rPr lang="en-US" sz="1400" dirty="0"/>
              <a:t> to empty and song slider to 0.</a:t>
            </a:r>
          </a:p>
          <a:p>
            <a:pPr marL="114300" indent="0">
              <a:buNone/>
            </a:pPr>
            <a:r>
              <a:rPr lang="en-US" sz="1400" dirty="0" err="1"/>
              <a:t>song_box.curselection</a:t>
            </a:r>
            <a:r>
              <a:rPr lang="en-US" sz="1400" dirty="0"/>
              <a:t>() returns a tuple for the current index of the song playing from </a:t>
            </a:r>
            <a:r>
              <a:rPr lang="en-US" sz="1400" dirty="0" err="1"/>
              <a:t>listbox</a:t>
            </a:r>
            <a:r>
              <a:rPr lang="en-US" sz="1400" dirty="0"/>
              <a:t> and is assigned to </a:t>
            </a:r>
            <a:r>
              <a:rPr lang="en-US" sz="1400" dirty="0" err="1"/>
              <a:t>next_one</a:t>
            </a:r>
            <a:r>
              <a:rPr lang="en-US" sz="1400" dirty="0"/>
              <a:t>.</a:t>
            </a:r>
          </a:p>
          <a:p>
            <a:pPr marL="114300" indent="0">
              <a:buNone/>
            </a:pPr>
            <a:endParaRPr lang="en-US" sz="1400" dirty="0"/>
          </a:p>
          <a:p>
            <a:pPr marL="114300" indent="0">
              <a:buNone/>
            </a:pPr>
            <a:r>
              <a:rPr lang="en-US" sz="1400" dirty="0"/>
              <a:t>The next one is incremented by one pointing to the next song in the list box.</a:t>
            </a:r>
          </a:p>
          <a:p>
            <a:pPr marL="114300" indent="0">
              <a:buNone/>
            </a:pPr>
            <a:endParaRPr lang="en-US" sz="1400" dirty="0"/>
          </a:p>
          <a:p>
            <a:pPr marL="114300" indent="0">
              <a:buNone/>
            </a:pPr>
            <a:r>
              <a:rPr lang="en-US" sz="1400" dirty="0"/>
              <a:t>In the first case , if the autoplay switch is set to one i.e. True and the </a:t>
            </a:r>
            <a:r>
              <a:rPr lang="en-US" sz="1400" dirty="0" err="1"/>
              <a:t>next_one</a:t>
            </a:r>
            <a:r>
              <a:rPr lang="en-US" sz="1400" dirty="0"/>
              <a:t> is equal to size of song box then the current song will be return and will be loaded and played. </a:t>
            </a:r>
          </a:p>
          <a:p>
            <a:pPr marL="114300" indent="0">
              <a:buNone/>
            </a:pPr>
            <a:endParaRPr lang="en-US" sz="1400" dirty="0"/>
          </a:p>
        </p:txBody>
      </p:sp>
    </p:spTree>
    <p:extLst>
      <p:ext uri="{BB962C8B-B14F-4D97-AF65-F5344CB8AC3E}">
        <p14:creationId xmlns:p14="http://schemas.microsoft.com/office/powerpoint/2010/main" val="214851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Continued..</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a:xfrm>
            <a:off x="713225" y="1072200"/>
            <a:ext cx="3538344" cy="3460200"/>
          </a:xfrm>
        </p:spPr>
        <p:txBody>
          <a:bodyPr/>
          <a:lstStyle/>
          <a:p>
            <a:pPr marL="114300" indent="0">
              <a:buNone/>
            </a:pPr>
            <a:r>
              <a:rPr lang="en-US" sz="1200" dirty="0"/>
              <a:t>else:</a:t>
            </a:r>
          </a:p>
          <a:p>
            <a:pPr marL="114300" indent="0">
              <a:buNone/>
            </a:pPr>
            <a:r>
              <a:rPr lang="en-US" sz="1200" dirty="0"/>
              <a:t>        song = </a:t>
            </a:r>
            <a:r>
              <a:rPr lang="en-US" sz="1200" dirty="0" err="1"/>
              <a:t>song_box.get</a:t>
            </a:r>
            <a:r>
              <a:rPr lang="en-US" sz="1200" dirty="0"/>
              <a:t>(</a:t>
            </a:r>
            <a:r>
              <a:rPr lang="en-US" sz="1200" dirty="0" err="1"/>
              <a:t>next_one</a:t>
            </a:r>
            <a:r>
              <a:rPr lang="en-US" sz="1200" dirty="0"/>
              <a:t>)</a:t>
            </a:r>
          </a:p>
          <a:p>
            <a:pPr marL="114300" indent="0">
              <a:buNone/>
            </a:pPr>
            <a:r>
              <a:rPr lang="en-US" sz="1200" dirty="0"/>
              <a:t>        song = </a:t>
            </a:r>
            <a:r>
              <a:rPr lang="en-US" sz="1200" dirty="0" err="1"/>
              <a:t>f'C</a:t>
            </a:r>
            <a:r>
              <a:rPr lang="en-US" sz="1200" dirty="0"/>
              <a:t>:/Python Project/</a:t>
            </a:r>
            <a:r>
              <a:rPr lang="en-US" sz="1200" dirty="0" err="1"/>
              <a:t>musicplayer</a:t>
            </a:r>
            <a:r>
              <a:rPr lang="en-US" sz="1200" dirty="0"/>
              <a:t>-main/music/{song}.mp3’</a:t>
            </a:r>
          </a:p>
          <a:p>
            <a:pPr marL="114300" indent="0">
              <a:buNone/>
            </a:pPr>
            <a:r>
              <a:rPr lang="en-US" sz="1200" dirty="0"/>
              <a:t>        </a:t>
            </a:r>
            <a:r>
              <a:rPr lang="en-US" sz="1200" dirty="0" err="1"/>
              <a:t>pygame.mixer.music.load</a:t>
            </a:r>
            <a:r>
              <a:rPr lang="en-US" sz="1200" dirty="0"/>
              <a:t>(song)</a:t>
            </a:r>
          </a:p>
          <a:p>
            <a:pPr marL="114300" indent="0">
              <a:buNone/>
            </a:pPr>
            <a:r>
              <a:rPr lang="en-US" sz="1200" dirty="0"/>
              <a:t>        </a:t>
            </a:r>
            <a:r>
              <a:rPr lang="en-US" sz="1200" dirty="0" err="1"/>
              <a:t>pygame.mixer.music.play</a:t>
            </a:r>
            <a:r>
              <a:rPr lang="en-US" sz="1200" dirty="0"/>
              <a:t>(loops=0)</a:t>
            </a:r>
          </a:p>
          <a:p>
            <a:pPr marL="114300" indent="0">
              <a:buNone/>
            </a:pPr>
            <a:r>
              <a:rPr lang="en-US" sz="1200" dirty="0"/>
              <a:t>        #clear active song in frame</a:t>
            </a:r>
          </a:p>
          <a:p>
            <a:pPr marL="114300" indent="0">
              <a:buNone/>
            </a:pPr>
            <a:r>
              <a:rPr lang="en-US" sz="1200" dirty="0"/>
              <a:t>        </a:t>
            </a:r>
            <a:r>
              <a:rPr lang="en-US" sz="1200" dirty="0" err="1"/>
              <a:t>song_box.selection_clear</a:t>
            </a:r>
            <a:r>
              <a:rPr lang="en-US" sz="1200" dirty="0"/>
              <a:t>(0,END)</a:t>
            </a:r>
          </a:p>
          <a:p>
            <a:pPr marL="114300" indent="0">
              <a:buNone/>
            </a:pPr>
            <a:r>
              <a:rPr lang="en-US" sz="1200" dirty="0"/>
              <a:t>        #activate next song in frame</a:t>
            </a:r>
          </a:p>
          <a:p>
            <a:pPr marL="114300" indent="0">
              <a:buNone/>
            </a:pPr>
            <a:r>
              <a:rPr lang="en-US" sz="1200" dirty="0"/>
              <a:t>        </a:t>
            </a:r>
            <a:r>
              <a:rPr lang="en-US" sz="1200" dirty="0" err="1"/>
              <a:t>song_box.activate</a:t>
            </a:r>
            <a:r>
              <a:rPr lang="en-US" sz="1200" dirty="0"/>
              <a:t>(</a:t>
            </a:r>
            <a:r>
              <a:rPr lang="en-US" sz="1200" dirty="0" err="1"/>
              <a:t>next_one</a:t>
            </a:r>
            <a:r>
              <a:rPr lang="en-US" sz="1200" dirty="0"/>
              <a:t>)</a:t>
            </a:r>
          </a:p>
          <a:p>
            <a:pPr marL="114300" indent="0">
              <a:buNone/>
            </a:pPr>
            <a:r>
              <a:rPr lang="en-US" sz="1200" dirty="0"/>
              <a:t>        #set active bar to next song</a:t>
            </a:r>
          </a:p>
          <a:p>
            <a:pPr marL="114300" indent="0">
              <a:buNone/>
            </a:pPr>
            <a:r>
              <a:rPr lang="en-US" sz="1200" dirty="0"/>
              <a:t>        </a:t>
            </a:r>
            <a:r>
              <a:rPr lang="en-US" sz="1200" dirty="0" err="1"/>
              <a:t>song_box.selection_set</a:t>
            </a:r>
            <a:r>
              <a:rPr lang="en-US" sz="1200" dirty="0"/>
              <a:t>(</a:t>
            </a:r>
            <a:r>
              <a:rPr lang="en-US" sz="1200" dirty="0" err="1"/>
              <a:t>next_one</a:t>
            </a:r>
            <a:r>
              <a:rPr lang="en-US" sz="1200" dirty="0"/>
              <a:t>, last=None)</a:t>
            </a:r>
          </a:p>
          <a:p>
            <a:pPr marL="114300" indent="0">
              <a:buNone/>
            </a:pPr>
            <a:r>
              <a:rPr lang="en-US" sz="1200" dirty="0"/>
              <a:t>        </a:t>
            </a:r>
            <a:r>
              <a:rPr lang="en-US" sz="1200" dirty="0" err="1"/>
              <a:t>get_album_cover</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previous case was for the song </a:t>
            </a:r>
            <a:r>
              <a:rPr lang="en-US" sz="1400" dirty="0" err="1"/>
              <a:t>wich</a:t>
            </a:r>
            <a:r>
              <a:rPr lang="en-US" sz="1400" dirty="0"/>
              <a:t> was at the last of song box in that case, the first song of the song box was played automatically.</a:t>
            </a:r>
          </a:p>
          <a:p>
            <a:pPr marL="114300" indent="0">
              <a:buNone/>
            </a:pPr>
            <a:endParaRPr lang="en-US" sz="1400" dirty="0"/>
          </a:p>
          <a:p>
            <a:pPr marL="114300" indent="0">
              <a:buNone/>
            </a:pPr>
            <a:r>
              <a:rPr lang="en-US" sz="1400" dirty="0"/>
              <a:t>In Else case, the next song is selected, loaded and played. </a:t>
            </a:r>
          </a:p>
          <a:p>
            <a:pPr marL="114300" indent="0">
              <a:buNone/>
            </a:pPr>
            <a:endParaRPr lang="en-US" sz="1400" dirty="0"/>
          </a:p>
          <a:p>
            <a:pPr marL="114300" indent="0">
              <a:buNone/>
            </a:pPr>
            <a:r>
              <a:rPr lang="en-US" sz="1400" dirty="0"/>
              <a:t>In both the cases, the selection of current song is cleared and the next song is selected and activated.  </a:t>
            </a:r>
          </a:p>
        </p:txBody>
      </p:sp>
    </p:spTree>
    <p:extLst>
      <p:ext uri="{BB962C8B-B14F-4D97-AF65-F5344CB8AC3E}">
        <p14:creationId xmlns:p14="http://schemas.microsoft.com/office/powerpoint/2010/main" val="31025229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63AF-1F48-C947-8ED8-0E908142803F}"/>
              </a:ext>
            </a:extLst>
          </p:cNvPr>
          <p:cNvSpPr>
            <a:spLocks noGrp="1"/>
          </p:cNvSpPr>
          <p:nvPr>
            <p:ph type="title"/>
          </p:nvPr>
        </p:nvSpPr>
        <p:spPr/>
        <p:txBody>
          <a:bodyPr/>
          <a:lstStyle/>
          <a:p>
            <a:r>
              <a:rPr lang="en-US" dirty="0"/>
              <a:t>Playing the Previous Song</a:t>
            </a:r>
          </a:p>
        </p:txBody>
      </p:sp>
      <p:sp>
        <p:nvSpPr>
          <p:cNvPr id="3" name="Subtitle 2">
            <a:extLst>
              <a:ext uri="{FF2B5EF4-FFF2-40B4-BE49-F238E27FC236}">
                <a16:creationId xmlns:a16="http://schemas.microsoft.com/office/drawing/2014/main" id="{36EAE970-49AE-0DFE-342D-60C96C7C97DD}"/>
              </a:ext>
            </a:extLst>
          </p:cNvPr>
          <p:cNvSpPr>
            <a:spLocks noGrp="1"/>
          </p:cNvSpPr>
          <p:nvPr>
            <p:ph type="subTitle" idx="1"/>
          </p:nvPr>
        </p:nvSpPr>
        <p:spPr/>
        <p:txBody>
          <a:bodyPr/>
          <a:lstStyle/>
          <a:p>
            <a:pPr marL="114300" indent="0">
              <a:buNone/>
            </a:pPr>
            <a:r>
              <a:rPr lang="en-US" sz="1200" dirty="0"/>
              <a:t>def </a:t>
            </a:r>
            <a:r>
              <a:rPr lang="en-US" sz="1200" dirty="0" err="1"/>
              <a:t>previous_song</a:t>
            </a:r>
            <a:r>
              <a:rPr lang="en-US" sz="1200" dirty="0"/>
              <a:t>():</a:t>
            </a:r>
          </a:p>
          <a:p>
            <a:pPr marL="114300" indent="0">
              <a:buNone/>
            </a:pPr>
            <a:r>
              <a:rPr lang="en-US" sz="1200" dirty="0"/>
              <a:t>    </a:t>
            </a:r>
            <a:r>
              <a:rPr lang="en-US" sz="1200" dirty="0" err="1"/>
              <a:t>statu_bar.config</a:t>
            </a:r>
            <a:r>
              <a:rPr lang="en-US" sz="1200" dirty="0"/>
              <a:t>(text='')</a:t>
            </a:r>
          </a:p>
          <a:p>
            <a:pPr marL="114300" indent="0">
              <a:buNone/>
            </a:pPr>
            <a:r>
              <a:rPr lang="en-US" sz="1200" dirty="0"/>
              <a:t>    </a:t>
            </a:r>
            <a:r>
              <a:rPr lang="en-US" sz="1200" dirty="0" err="1"/>
              <a:t>my_slider.set</a:t>
            </a:r>
            <a:r>
              <a:rPr lang="en-US" sz="1200" dirty="0"/>
              <a:t>(0)</a:t>
            </a:r>
          </a:p>
          <a:p>
            <a:pPr marL="114300" indent="0">
              <a:buNone/>
            </a:pPr>
            <a:r>
              <a:rPr lang="en-US" sz="1200" dirty="0"/>
              <a:t>    </a:t>
            </a:r>
            <a:r>
              <a:rPr lang="en-US" sz="1200" dirty="0" err="1"/>
              <a:t>next_one</a:t>
            </a:r>
            <a:r>
              <a:rPr lang="en-US" sz="1200" dirty="0"/>
              <a:t> = </a:t>
            </a:r>
            <a:r>
              <a:rPr lang="en-US" sz="1200" dirty="0" err="1"/>
              <a:t>song_box.curselection</a:t>
            </a:r>
            <a:r>
              <a:rPr lang="en-US" sz="1200" dirty="0"/>
              <a:t>()</a:t>
            </a:r>
          </a:p>
          <a:p>
            <a:pPr marL="114300" indent="0">
              <a:buNone/>
            </a:pPr>
            <a:r>
              <a:rPr lang="en-US" sz="1200" dirty="0"/>
              <a:t>    </a:t>
            </a:r>
            <a:r>
              <a:rPr lang="en-US" sz="1200" dirty="0" err="1"/>
              <a:t>next_one</a:t>
            </a:r>
            <a:r>
              <a:rPr lang="en-US" sz="1200" dirty="0"/>
              <a:t> = </a:t>
            </a:r>
            <a:r>
              <a:rPr lang="en-US" sz="1200" dirty="0" err="1"/>
              <a:t>next_one</a:t>
            </a:r>
            <a:r>
              <a:rPr lang="en-US" sz="1200" dirty="0"/>
              <a:t>[0]-1</a:t>
            </a:r>
          </a:p>
          <a:p>
            <a:pPr marL="114300" indent="0">
              <a:buNone/>
            </a:pPr>
            <a:r>
              <a:rPr lang="en-US" sz="1200" dirty="0"/>
              <a:t>    song = </a:t>
            </a:r>
            <a:r>
              <a:rPr lang="en-US" sz="1200" dirty="0" err="1"/>
              <a:t>song_box.get</a:t>
            </a:r>
            <a:r>
              <a:rPr lang="en-US" sz="1200" dirty="0"/>
              <a:t>(</a:t>
            </a:r>
            <a:r>
              <a:rPr lang="en-US" sz="1200" dirty="0" err="1"/>
              <a:t>next_one</a:t>
            </a:r>
            <a:r>
              <a:rPr lang="en-US" sz="1200" dirty="0"/>
              <a:t>)</a:t>
            </a:r>
          </a:p>
          <a:p>
            <a:pPr marL="114300" indent="0">
              <a:buNone/>
            </a:pPr>
            <a:r>
              <a:rPr lang="en-US" sz="1200" dirty="0"/>
              <a:t>    song = f'/Users/</a:t>
            </a:r>
            <a:r>
              <a:rPr lang="en-US" sz="1200" dirty="0" err="1"/>
              <a:t>manit</a:t>
            </a:r>
            <a:r>
              <a:rPr lang="en-US" sz="1200" dirty="0"/>
              <a:t>/Documents2/</a:t>
            </a:r>
            <a:r>
              <a:rPr lang="en-US" sz="1200" dirty="0" err="1"/>
              <a:t>musicplayer</a:t>
            </a:r>
            <a:r>
              <a:rPr lang="en-US" sz="1200" dirty="0"/>
              <a:t>-main/music/{song}.mp3'</a:t>
            </a:r>
          </a:p>
          <a:p>
            <a:pPr marL="114300" indent="0">
              <a:buNone/>
            </a:pPr>
            <a:r>
              <a:rPr lang="en-US" sz="1200" dirty="0"/>
              <a:t>    </a:t>
            </a:r>
            <a:r>
              <a:rPr lang="en-US" sz="1200" dirty="0" err="1"/>
              <a:t>pygame.mixer.music.load</a:t>
            </a:r>
            <a:r>
              <a:rPr lang="en-US" sz="1200" dirty="0"/>
              <a:t>(song)</a:t>
            </a:r>
          </a:p>
          <a:p>
            <a:pPr marL="114300" indent="0">
              <a:buNone/>
            </a:pPr>
            <a:r>
              <a:rPr lang="en-US" sz="1200" dirty="0"/>
              <a:t>    </a:t>
            </a:r>
            <a:r>
              <a:rPr lang="en-US" sz="1200" dirty="0" err="1"/>
              <a:t>pygame.mixer.music.play</a:t>
            </a:r>
            <a:r>
              <a:rPr lang="en-US" sz="1200" dirty="0"/>
              <a:t>(loops=0)</a:t>
            </a:r>
          </a:p>
          <a:p>
            <a:pPr marL="114300" indent="0">
              <a:buNone/>
            </a:pPr>
            <a:r>
              <a:rPr lang="en-US" sz="1200" dirty="0"/>
              <a:t>    </a:t>
            </a:r>
          </a:p>
          <a:p>
            <a:pPr marL="114300" indent="0">
              <a:buNone/>
            </a:pPr>
            <a:endParaRPr lang="en-US" sz="1200" dirty="0"/>
          </a:p>
        </p:txBody>
      </p:sp>
      <p:sp>
        <p:nvSpPr>
          <p:cNvPr id="4" name="Subtitle 3">
            <a:extLst>
              <a:ext uri="{FF2B5EF4-FFF2-40B4-BE49-F238E27FC236}">
                <a16:creationId xmlns:a16="http://schemas.microsoft.com/office/drawing/2014/main" id="{D210FE7A-6634-05EA-4941-25B8419C3E25}"/>
              </a:ext>
            </a:extLst>
          </p:cNvPr>
          <p:cNvSpPr>
            <a:spLocks noGrp="1"/>
          </p:cNvSpPr>
          <p:nvPr>
            <p:ph type="subTitle" idx="2"/>
          </p:nvPr>
        </p:nvSpPr>
        <p:spPr/>
        <p:txBody>
          <a:bodyPr/>
          <a:lstStyle/>
          <a:p>
            <a:pPr marL="114300" indent="0">
              <a:buNone/>
            </a:pPr>
            <a:r>
              <a:rPr lang="en-US" sz="1400" dirty="0"/>
              <a:t>The pervious song function plays the pervious song in the song box.</a:t>
            </a:r>
          </a:p>
          <a:p>
            <a:pPr marL="114300" indent="0">
              <a:buNone/>
            </a:pPr>
            <a:r>
              <a:rPr lang="en-US" sz="1400" dirty="0"/>
              <a:t>First the status bar is set to empty and the song slider is set to 0.</a:t>
            </a:r>
          </a:p>
          <a:p>
            <a:pPr marL="114300" indent="0">
              <a:buNone/>
            </a:pPr>
            <a:endParaRPr lang="en-US" sz="1400" dirty="0"/>
          </a:p>
          <a:p>
            <a:pPr marL="114300" indent="0">
              <a:buNone/>
            </a:pPr>
            <a:r>
              <a:rPr lang="en-US" sz="1400" dirty="0"/>
              <a:t>Using the ‘</a:t>
            </a:r>
            <a:r>
              <a:rPr lang="en-US" sz="1400" dirty="0" err="1"/>
              <a:t>song_box.curseselection</a:t>
            </a:r>
            <a:r>
              <a:rPr lang="en-US" sz="1400" dirty="0"/>
              <a:t>’ method the index of current song in the form is returned and stored in variable </a:t>
            </a:r>
            <a:r>
              <a:rPr lang="en-US" sz="1400" dirty="0" err="1"/>
              <a:t>next_one</a:t>
            </a:r>
            <a:r>
              <a:rPr lang="en-US" sz="1400" dirty="0"/>
              <a:t>.</a:t>
            </a:r>
          </a:p>
          <a:p>
            <a:pPr marL="114300" indent="0">
              <a:buNone/>
            </a:pPr>
            <a:r>
              <a:rPr lang="en-US" sz="1400" dirty="0"/>
              <a:t>The element at index 0 of </a:t>
            </a:r>
            <a:r>
              <a:rPr lang="en-US" sz="1400" dirty="0" err="1"/>
              <a:t>next_one</a:t>
            </a:r>
            <a:r>
              <a:rPr lang="en-US" sz="1400" dirty="0"/>
              <a:t> is added to 1, which ideally means that the index of next song in the song box is selected.</a:t>
            </a:r>
          </a:p>
        </p:txBody>
      </p:sp>
    </p:spTree>
    <p:extLst>
      <p:ext uri="{BB962C8B-B14F-4D97-AF65-F5344CB8AC3E}">
        <p14:creationId xmlns:p14="http://schemas.microsoft.com/office/powerpoint/2010/main" val="16085511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619D-4963-8547-93AF-3127CD39B0B1}"/>
              </a:ext>
            </a:extLst>
          </p:cNvPr>
          <p:cNvSpPr>
            <a:spLocks noGrp="1"/>
          </p:cNvSpPr>
          <p:nvPr>
            <p:ph type="title"/>
          </p:nvPr>
        </p:nvSpPr>
        <p:spPr/>
        <p:txBody>
          <a:bodyPr/>
          <a:lstStyle/>
          <a:p>
            <a:r>
              <a:rPr lang="en-US" dirty="0"/>
              <a:t>Continued..</a:t>
            </a:r>
          </a:p>
        </p:txBody>
      </p:sp>
      <p:sp>
        <p:nvSpPr>
          <p:cNvPr id="34" name="Subtitle 33">
            <a:extLst>
              <a:ext uri="{FF2B5EF4-FFF2-40B4-BE49-F238E27FC236}">
                <a16:creationId xmlns:a16="http://schemas.microsoft.com/office/drawing/2014/main" id="{574ED7E8-2DBC-54FD-C77E-AD654500A84C}"/>
              </a:ext>
            </a:extLst>
          </p:cNvPr>
          <p:cNvSpPr>
            <a:spLocks noGrp="1"/>
          </p:cNvSpPr>
          <p:nvPr>
            <p:ph type="subTitle" idx="1"/>
          </p:nvPr>
        </p:nvSpPr>
        <p:spPr>
          <a:xfrm>
            <a:off x="713100" y="1072200"/>
            <a:ext cx="7717925" cy="3460200"/>
          </a:xfrm>
          <a:custGeom>
            <a:avLst/>
            <a:gdLst>
              <a:gd name="connsiteX0" fmla="*/ 3859025 w 7717925"/>
              <a:gd name="connsiteY0" fmla="*/ 0 h 3460200"/>
              <a:gd name="connsiteX1" fmla="*/ 7717925 w 7717925"/>
              <a:gd name="connsiteY1" fmla="*/ 0 h 3460200"/>
              <a:gd name="connsiteX2" fmla="*/ 7717925 w 7717925"/>
              <a:gd name="connsiteY2" fmla="*/ 3460200 h 3460200"/>
              <a:gd name="connsiteX3" fmla="*/ 3859025 w 7717925"/>
              <a:gd name="connsiteY3" fmla="*/ 3460200 h 3460200"/>
              <a:gd name="connsiteX4" fmla="*/ 0 w 7717925"/>
              <a:gd name="connsiteY4" fmla="*/ 0 h 3460200"/>
              <a:gd name="connsiteX5" fmla="*/ 125 w 7717925"/>
              <a:gd name="connsiteY5" fmla="*/ 0 h 3460200"/>
              <a:gd name="connsiteX6" fmla="*/ 125 w 7717925"/>
              <a:gd name="connsiteY6" fmla="*/ 3460200 h 3460200"/>
              <a:gd name="connsiteX7" fmla="*/ 0 w 7717925"/>
              <a:gd name="connsiteY7" fmla="*/ 3460200 h 346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7925" h="3460200">
                <a:moveTo>
                  <a:pt x="3859025" y="0"/>
                </a:moveTo>
                <a:lnTo>
                  <a:pt x="7717925" y="0"/>
                </a:lnTo>
                <a:lnTo>
                  <a:pt x="7717925" y="3460200"/>
                </a:lnTo>
                <a:lnTo>
                  <a:pt x="3859025" y="3460200"/>
                </a:lnTo>
                <a:close/>
                <a:moveTo>
                  <a:pt x="0" y="0"/>
                </a:moveTo>
                <a:lnTo>
                  <a:pt x="125" y="0"/>
                </a:lnTo>
                <a:lnTo>
                  <a:pt x="125" y="3460200"/>
                </a:lnTo>
                <a:lnTo>
                  <a:pt x="0" y="3460200"/>
                </a:lnTo>
                <a:close/>
              </a:path>
            </a:pathLst>
          </a:custGeom>
          <a:noFill/>
          <a:ln>
            <a:noFill/>
          </a:ln>
        </p:spPr>
        <p:txBody>
          <a:bodyPr wrap="square">
            <a:noAutofit/>
          </a:bodyPr>
          <a:lstStyle/>
          <a:p>
            <a:pPr marL="114300" indent="0">
              <a:buNone/>
            </a:pPr>
            <a:r>
              <a:rPr lang="en-US" sz="1200" dirty="0" err="1"/>
              <a:t>song_box.selection_clear</a:t>
            </a:r>
            <a:r>
              <a:rPr lang="en-US" sz="1200" dirty="0"/>
              <a:t>(0,END)</a:t>
            </a:r>
          </a:p>
          <a:p>
            <a:pPr marL="114300" indent="0">
              <a:buNone/>
            </a:pPr>
            <a:r>
              <a:rPr lang="en-US" sz="1200" dirty="0"/>
              <a:t>    </a:t>
            </a:r>
            <a:r>
              <a:rPr lang="en-US" sz="1200" dirty="0" err="1"/>
              <a:t>song_box.activate</a:t>
            </a:r>
            <a:r>
              <a:rPr lang="en-US" sz="1200" dirty="0"/>
              <a:t>(</a:t>
            </a:r>
            <a:r>
              <a:rPr lang="en-US" sz="1200" dirty="0" err="1"/>
              <a:t>next_one</a:t>
            </a:r>
            <a:r>
              <a:rPr lang="en-US" sz="1200" dirty="0"/>
              <a:t>)</a:t>
            </a:r>
          </a:p>
          <a:p>
            <a:pPr marL="114300" indent="0">
              <a:buNone/>
            </a:pPr>
            <a:r>
              <a:rPr lang="en-US" sz="1200" dirty="0"/>
              <a:t>    </a:t>
            </a:r>
            <a:r>
              <a:rPr lang="en-US" sz="1200" dirty="0" err="1"/>
              <a:t>song_box.selection_set</a:t>
            </a:r>
            <a:r>
              <a:rPr lang="en-US" sz="1200" dirty="0"/>
              <a:t>(</a:t>
            </a:r>
            <a:r>
              <a:rPr lang="en-US" sz="1200" dirty="0" err="1"/>
              <a:t>next_one</a:t>
            </a:r>
            <a:r>
              <a:rPr lang="en-US" sz="1200" dirty="0"/>
              <a:t>, last=None)</a:t>
            </a:r>
          </a:p>
          <a:p>
            <a:pPr marL="114300" indent="0">
              <a:buNone/>
            </a:pPr>
            <a:r>
              <a:rPr lang="en-US" sz="1200" dirty="0"/>
              <a:t>    </a:t>
            </a:r>
            <a:r>
              <a:rPr lang="en-US" sz="1200" dirty="0" err="1"/>
              <a:t>get_album_cover</a:t>
            </a:r>
            <a:r>
              <a:rPr lang="en-US" sz="1200" dirty="0"/>
              <a:t>()</a:t>
            </a:r>
          </a:p>
          <a:p>
            <a:pPr marL="114300" indent="0">
              <a:buNone/>
            </a:pPr>
            <a:endParaRPr lang="en-US" sz="1200" dirty="0"/>
          </a:p>
          <a:p>
            <a:pPr marL="114300" indent="0">
              <a:buNone/>
            </a:pPr>
            <a:r>
              <a:rPr lang="en-US" sz="1400" dirty="0"/>
              <a:t>The </a:t>
            </a:r>
            <a:r>
              <a:rPr lang="en-US" sz="1400" dirty="0" err="1"/>
              <a:t>next_one</a:t>
            </a:r>
            <a:r>
              <a:rPr lang="en-US" sz="1400" dirty="0"/>
              <a:t> is passed to the ‘.get’ method in the song box which returns the name of song from the song box.</a:t>
            </a:r>
          </a:p>
          <a:p>
            <a:pPr marL="114300" indent="0">
              <a:buNone/>
            </a:pPr>
            <a:r>
              <a:rPr lang="en-US" sz="1400" dirty="0"/>
              <a:t>The name of song is added to file path using the f string.</a:t>
            </a:r>
          </a:p>
          <a:p>
            <a:pPr marL="114300" indent="0">
              <a:buNone/>
            </a:pPr>
            <a:endParaRPr lang="en-US" sz="1400" dirty="0"/>
          </a:p>
          <a:p>
            <a:pPr marL="114300" indent="0">
              <a:buNone/>
            </a:pPr>
            <a:r>
              <a:rPr lang="en-US" sz="1400" dirty="0"/>
              <a:t>The </a:t>
            </a:r>
            <a:r>
              <a:rPr lang="en-US" sz="1400" dirty="0" err="1"/>
              <a:t>pgame</a:t>
            </a:r>
            <a:r>
              <a:rPr lang="en-US" sz="1400" dirty="0"/>
              <a:t> mixer is used to load and play song, and the current selection of song in the song box is cleared and set to the next one and the next one is also activated.</a:t>
            </a:r>
          </a:p>
        </p:txBody>
      </p:sp>
    </p:spTree>
    <p:extLst>
      <p:ext uri="{BB962C8B-B14F-4D97-AF65-F5344CB8AC3E}">
        <p14:creationId xmlns:p14="http://schemas.microsoft.com/office/powerpoint/2010/main" val="2529112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8"/>
          <p:cNvSpPr/>
          <p:nvPr/>
        </p:nvSpPr>
        <p:spPr>
          <a:xfrm>
            <a:off x="6310025" y="12145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48"/>
          <p:cNvSpPr txBox="1">
            <a:spLocks noGrp="1"/>
          </p:cNvSpPr>
          <p:nvPr>
            <p:ph type="title"/>
          </p:nvPr>
        </p:nvSpPr>
        <p:spPr>
          <a:xfrm flipH="1">
            <a:off x="556316" y="382954"/>
            <a:ext cx="3503100" cy="1474816"/>
          </a:xfrm>
          <a:prstGeom prst="rect">
            <a:avLst/>
          </a:prstGeom>
        </p:spPr>
        <p:txBody>
          <a:bodyPr spcFirstLastPara="1" wrap="square" lIns="91425" tIns="91425" rIns="91425" bIns="91425" anchor="ctr" anchorCtr="0">
            <a:noAutofit/>
          </a:bodyPr>
          <a:lstStyle/>
          <a:p>
            <a:r>
              <a:rPr lang="en-IN" sz="8800" dirty="0">
                <a:solidFill>
                  <a:schemeClr val="tx2"/>
                </a:solidFill>
              </a:rPr>
              <a:t>08</a:t>
            </a:r>
            <a:endParaRPr sz="8800" dirty="0"/>
          </a:p>
        </p:txBody>
      </p:sp>
      <p:grpSp>
        <p:nvGrpSpPr>
          <p:cNvPr id="601" name="Google Shape;601;p48"/>
          <p:cNvGrpSpPr/>
          <p:nvPr/>
        </p:nvGrpSpPr>
        <p:grpSpPr>
          <a:xfrm>
            <a:off x="4767386" y="1340198"/>
            <a:ext cx="3054526" cy="3046271"/>
            <a:chOff x="5031649" y="1772374"/>
            <a:chExt cx="2774067" cy="2766571"/>
          </a:xfrm>
        </p:grpSpPr>
        <p:sp>
          <p:nvSpPr>
            <p:cNvPr id="602" name="Google Shape;602;p48"/>
            <p:cNvSpPr/>
            <p:nvPr/>
          </p:nvSpPr>
          <p:spPr>
            <a:xfrm>
              <a:off x="5031649" y="1772374"/>
              <a:ext cx="2233634" cy="1572151"/>
            </a:xfrm>
            <a:custGeom>
              <a:avLst/>
              <a:gdLst/>
              <a:ahLst/>
              <a:cxnLst/>
              <a:rect l="l" t="t" r="r" b="b"/>
              <a:pathLst>
                <a:path w="169955" h="100473" extrusionOk="0">
                  <a:moveTo>
                    <a:pt x="0" y="1"/>
                  </a:moveTo>
                  <a:lnTo>
                    <a:pt x="0" y="100472"/>
                  </a:lnTo>
                  <a:lnTo>
                    <a:pt x="169955" y="100472"/>
                  </a:lnTo>
                  <a:lnTo>
                    <a:pt x="169955" y="1"/>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48"/>
            <p:cNvSpPr/>
            <p:nvPr/>
          </p:nvSpPr>
          <p:spPr>
            <a:xfrm>
              <a:off x="6034927" y="3014720"/>
              <a:ext cx="43867" cy="43344"/>
            </a:xfrm>
            <a:custGeom>
              <a:avLst/>
              <a:gdLst/>
              <a:ahLst/>
              <a:cxnLst/>
              <a:rect l="l" t="t" r="r" b="b"/>
              <a:pathLst>
                <a:path w="2803" h="2770" fill="none" extrusionOk="0">
                  <a:moveTo>
                    <a:pt x="2802" y="1368"/>
                  </a:moveTo>
                  <a:cubicBezTo>
                    <a:pt x="2802" y="2169"/>
                    <a:pt x="2169" y="2769"/>
                    <a:pt x="1401" y="2769"/>
                  </a:cubicBezTo>
                  <a:cubicBezTo>
                    <a:pt x="634" y="2769"/>
                    <a:pt x="0" y="2169"/>
                    <a:pt x="0" y="1368"/>
                  </a:cubicBezTo>
                  <a:cubicBezTo>
                    <a:pt x="0" y="601"/>
                    <a:pt x="634" y="1"/>
                    <a:pt x="1401" y="1"/>
                  </a:cubicBezTo>
                  <a:cubicBezTo>
                    <a:pt x="2169" y="1"/>
                    <a:pt x="2802" y="601"/>
                    <a:pt x="2802" y="1368"/>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48"/>
            <p:cNvSpPr/>
            <p:nvPr/>
          </p:nvSpPr>
          <p:spPr>
            <a:xfrm>
              <a:off x="6034927" y="3178624"/>
              <a:ext cx="43867" cy="43344"/>
            </a:xfrm>
            <a:custGeom>
              <a:avLst/>
              <a:gdLst/>
              <a:ahLst/>
              <a:cxnLst/>
              <a:rect l="l" t="t" r="r" b="b"/>
              <a:pathLst>
                <a:path w="2803" h="2770" fill="none" extrusionOk="0">
                  <a:moveTo>
                    <a:pt x="2802" y="1368"/>
                  </a:moveTo>
                  <a:cubicBezTo>
                    <a:pt x="2802" y="2169"/>
                    <a:pt x="2169" y="2769"/>
                    <a:pt x="1401" y="2769"/>
                  </a:cubicBezTo>
                  <a:cubicBezTo>
                    <a:pt x="634" y="2769"/>
                    <a:pt x="0" y="2169"/>
                    <a:pt x="0" y="1368"/>
                  </a:cubicBezTo>
                  <a:cubicBezTo>
                    <a:pt x="0" y="601"/>
                    <a:pt x="634" y="1"/>
                    <a:pt x="1401" y="1"/>
                  </a:cubicBezTo>
                  <a:cubicBezTo>
                    <a:pt x="2169" y="1"/>
                    <a:pt x="2802" y="601"/>
                    <a:pt x="2802" y="1368"/>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48"/>
            <p:cNvSpPr/>
            <p:nvPr/>
          </p:nvSpPr>
          <p:spPr>
            <a:xfrm>
              <a:off x="5164760" y="2355439"/>
              <a:ext cx="646298" cy="491691"/>
            </a:xfrm>
            <a:custGeom>
              <a:avLst/>
              <a:gdLst/>
              <a:ahLst/>
              <a:cxnLst/>
              <a:rect l="l" t="t" r="r" b="b"/>
              <a:pathLst>
                <a:path w="41297" h="31423" extrusionOk="0">
                  <a:moveTo>
                    <a:pt x="0" y="1"/>
                  </a:moveTo>
                  <a:lnTo>
                    <a:pt x="0" y="31423"/>
                  </a:lnTo>
                  <a:lnTo>
                    <a:pt x="41296" y="31423"/>
                  </a:lnTo>
                  <a:lnTo>
                    <a:pt x="4129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48"/>
            <p:cNvSpPr/>
            <p:nvPr/>
          </p:nvSpPr>
          <p:spPr>
            <a:xfrm>
              <a:off x="5164760" y="2355439"/>
              <a:ext cx="646298" cy="491691"/>
            </a:xfrm>
            <a:custGeom>
              <a:avLst/>
              <a:gdLst/>
              <a:ahLst/>
              <a:cxnLst/>
              <a:rect l="l" t="t" r="r" b="b"/>
              <a:pathLst>
                <a:path w="41297" h="31423" fill="none" extrusionOk="0">
                  <a:moveTo>
                    <a:pt x="0" y="1"/>
                  </a:moveTo>
                  <a:lnTo>
                    <a:pt x="41296" y="1"/>
                  </a:lnTo>
                  <a:lnTo>
                    <a:pt x="41296" y="31423"/>
                  </a:lnTo>
                  <a:lnTo>
                    <a:pt x="0" y="31423"/>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48"/>
            <p:cNvSpPr/>
            <p:nvPr/>
          </p:nvSpPr>
          <p:spPr>
            <a:xfrm>
              <a:off x="5104199" y="2309510"/>
              <a:ext cx="767413" cy="583558"/>
            </a:xfrm>
            <a:custGeom>
              <a:avLst/>
              <a:gdLst/>
              <a:ahLst/>
              <a:cxnLst/>
              <a:rect l="l" t="t" r="r" b="b"/>
              <a:pathLst>
                <a:path w="49036" h="37294" fill="none" extrusionOk="0">
                  <a:moveTo>
                    <a:pt x="1" y="0"/>
                  </a:moveTo>
                  <a:lnTo>
                    <a:pt x="49036" y="0"/>
                  </a:lnTo>
                  <a:lnTo>
                    <a:pt x="49036" y="37293"/>
                  </a:lnTo>
                  <a:lnTo>
                    <a:pt x="1" y="37293"/>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48"/>
            <p:cNvSpPr/>
            <p:nvPr/>
          </p:nvSpPr>
          <p:spPr>
            <a:xfrm>
              <a:off x="5120135" y="1853264"/>
              <a:ext cx="2056593" cy="331993"/>
            </a:xfrm>
            <a:custGeom>
              <a:avLst/>
              <a:gdLst/>
              <a:ahLst/>
              <a:cxnLst/>
              <a:rect l="l" t="t" r="r" b="b"/>
              <a:pathLst>
                <a:path w="160015" h="21217" extrusionOk="0">
                  <a:moveTo>
                    <a:pt x="1" y="1"/>
                  </a:moveTo>
                  <a:lnTo>
                    <a:pt x="1" y="21216"/>
                  </a:lnTo>
                  <a:lnTo>
                    <a:pt x="160015" y="21216"/>
                  </a:lnTo>
                  <a:lnTo>
                    <a:pt x="160015" y="1"/>
                  </a:ln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48"/>
            <p:cNvSpPr/>
            <p:nvPr/>
          </p:nvSpPr>
          <p:spPr>
            <a:xfrm>
              <a:off x="5146715" y="1879899"/>
              <a:ext cx="2003435" cy="278729"/>
            </a:xfrm>
            <a:custGeom>
              <a:avLst/>
              <a:gdLst/>
              <a:ahLst/>
              <a:cxnLst/>
              <a:rect l="l" t="t" r="r" b="b"/>
              <a:pathLst>
                <a:path w="155879" h="17813" extrusionOk="0">
                  <a:moveTo>
                    <a:pt x="1" y="0"/>
                  </a:moveTo>
                  <a:lnTo>
                    <a:pt x="1" y="17813"/>
                  </a:lnTo>
                  <a:lnTo>
                    <a:pt x="155879" y="17813"/>
                  </a:lnTo>
                  <a:lnTo>
                    <a:pt x="155879"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48"/>
            <p:cNvSpPr/>
            <p:nvPr/>
          </p:nvSpPr>
          <p:spPr>
            <a:xfrm>
              <a:off x="5461774" y="3014720"/>
              <a:ext cx="43335" cy="43344"/>
            </a:xfrm>
            <a:custGeom>
              <a:avLst/>
              <a:gdLst/>
              <a:ahLst/>
              <a:cxnLst/>
              <a:rect l="l" t="t" r="r" b="b"/>
              <a:pathLst>
                <a:path w="2769" h="2770" fill="none" extrusionOk="0">
                  <a:moveTo>
                    <a:pt x="2769" y="1368"/>
                  </a:moveTo>
                  <a:cubicBezTo>
                    <a:pt x="2769" y="2169"/>
                    <a:pt x="2169" y="2769"/>
                    <a:pt x="1401" y="2769"/>
                  </a:cubicBezTo>
                  <a:cubicBezTo>
                    <a:pt x="601" y="2769"/>
                    <a:pt x="0" y="2169"/>
                    <a:pt x="0" y="1368"/>
                  </a:cubicBezTo>
                  <a:cubicBezTo>
                    <a:pt x="0" y="601"/>
                    <a:pt x="601" y="1"/>
                    <a:pt x="1401" y="1"/>
                  </a:cubicBezTo>
                  <a:cubicBezTo>
                    <a:pt x="2169" y="1"/>
                    <a:pt x="2769" y="601"/>
                    <a:pt x="2769" y="1368"/>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48"/>
            <p:cNvSpPr/>
            <p:nvPr/>
          </p:nvSpPr>
          <p:spPr>
            <a:xfrm>
              <a:off x="5564086" y="3008460"/>
              <a:ext cx="321060" cy="40198"/>
            </a:xfrm>
            <a:custGeom>
              <a:avLst/>
              <a:gdLst/>
              <a:ahLst/>
              <a:cxnLst/>
              <a:rect l="l" t="t" r="r" b="b"/>
              <a:pathLst>
                <a:path w="20515" h="2569" extrusionOk="0">
                  <a:moveTo>
                    <a:pt x="0" y="0"/>
                  </a:moveTo>
                  <a:lnTo>
                    <a:pt x="0" y="2569"/>
                  </a:lnTo>
                  <a:lnTo>
                    <a:pt x="20515" y="2569"/>
                  </a:lnTo>
                  <a:lnTo>
                    <a:pt x="2051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48"/>
            <p:cNvSpPr/>
            <p:nvPr/>
          </p:nvSpPr>
          <p:spPr>
            <a:xfrm>
              <a:off x="5461774" y="3178624"/>
              <a:ext cx="43335" cy="43344"/>
            </a:xfrm>
            <a:custGeom>
              <a:avLst/>
              <a:gdLst/>
              <a:ahLst/>
              <a:cxnLst/>
              <a:rect l="l" t="t" r="r" b="b"/>
              <a:pathLst>
                <a:path w="2769" h="2770" fill="none" extrusionOk="0">
                  <a:moveTo>
                    <a:pt x="2769" y="1368"/>
                  </a:moveTo>
                  <a:cubicBezTo>
                    <a:pt x="2769" y="2169"/>
                    <a:pt x="2169" y="2769"/>
                    <a:pt x="1401" y="2769"/>
                  </a:cubicBezTo>
                  <a:cubicBezTo>
                    <a:pt x="601" y="2769"/>
                    <a:pt x="0" y="2169"/>
                    <a:pt x="0" y="1368"/>
                  </a:cubicBezTo>
                  <a:cubicBezTo>
                    <a:pt x="0" y="601"/>
                    <a:pt x="601" y="1"/>
                    <a:pt x="1401" y="1"/>
                  </a:cubicBezTo>
                  <a:cubicBezTo>
                    <a:pt x="2169" y="1"/>
                    <a:pt x="2769" y="601"/>
                    <a:pt x="2769" y="1368"/>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48"/>
            <p:cNvSpPr/>
            <p:nvPr/>
          </p:nvSpPr>
          <p:spPr>
            <a:xfrm>
              <a:off x="5564086" y="3180189"/>
              <a:ext cx="321060" cy="40214"/>
            </a:xfrm>
            <a:custGeom>
              <a:avLst/>
              <a:gdLst/>
              <a:ahLst/>
              <a:cxnLst/>
              <a:rect l="l" t="t" r="r" b="b"/>
              <a:pathLst>
                <a:path w="20515" h="2570" extrusionOk="0">
                  <a:moveTo>
                    <a:pt x="0" y="1"/>
                  </a:moveTo>
                  <a:lnTo>
                    <a:pt x="0" y="2569"/>
                  </a:lnTo>
                  <a:lnTo>
                    <a:pt x="20515" y="2569"/>
                  </a:lnTo>
                  <a:lnTo>
                    <a:pt x="20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48"/>
            <p:cNvSpPr/>
            <p:nvPr/>
          </p:nvSpPr>
          <p:spPr>
            <a:xfrm>
              <a:off x="5897123" y="2309510"/>
              <a:ext cx="424944" cy="597124"/>
            </a:xfrm>
            <a:custGeom>
              <a:avLst/>
              <a:gdLst/>
              <a:ahLst/>
              <a:cxnLst/>
              <a:rect l="l" t="t" r="r" b="b"/>
              <a:pathLst>
                <a:path w="27153" h="38161" extrusionOk="0">
                  <a:moveTo>
                    <a:pt x="1268" y="0"/>
                  </a:moveTo>
                  <a:lnTo>
                    <a:pt x="0" y="37260"/>
                  </a:lnTo>
                  <a:lnTo>
                    <a:pt x="25852" y="38161"/>
                  </a:lnTo>
                  <a:lnTo>
                    <a:pt x="27153" y="867"/>
                  </a:lnTo>
                  <a:lnTo>
                    <a:pt x="1268" y="0"/>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48"/>
            <p:cNvSpPr/>
            <p:nvPr/>
          </p:nvSpPr>
          <p:spPr>
            <a:xfrm>
              <a:off x="5915918" y="2336128"/>
              <a:ext cx="386837" cy="543375"/>
            </a:xfrm>
            <a:custGeom>
              <a:avLst/>
              <a:gdLst/>
              <a:ahLst/>
              <a:cxnLst/>
              <a:rect l="l" t="t" r="r" b="b"/>
              <a:pathLst>
                <a:path w="24718" h="34726" extrusionOk="0">
                  <a:moveTo>
                    <a:pt x="1201" y="0"/>
                  </a:moveTo>
                  <a:lnTo>
                    <a:pt x="0" y="33925"/>
                  </a:lnTo>
                  <a:lnTo>
                    <a:pt x="23550" y="34725"/>
                  </a:lnTo>
                  <a:lnTo>
                    <a:pt x="24718" y="834"/>
                  </a:lnTo>
                  <a:lnTo>
                    <a:pt x="120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48"/>
            <p:cNvSpPr/>
            <p:nvPr/>
          </p:nvSpPr>
          <p:spPr>
            <a:xfrm>
              <a:off x="5897123" y="2323077"/>
              <a:ext cx="424944" cy="569475"/>
            </a:xfrm>
            <a:custGeom>
              <a:avLst/>
              <a:gdLst/>
              <a:ahLst/>
              <a:cxnLst/>
              <a:rect l="l" t="t" r="r" b="b"/>
              <a:pathLst>
                <a:path w="27153" h="36394" extrusionOk="0">
                  <a:moveTo>
                    <a:pt x="27153" y="0"/>
                  </a:moveTo>
                  <a:lnTo>
                    <a:pt x="0" y="36393"/>
                  </a:ln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48"/>
            <p:cNvSpPr/>
            <p:nvPr/>
          </p:nvSpPr>
          <p:spPr>
            <a:xfrm>
              <a:off x="5918515" y="2308461"/>
              <a:ext cx="382157" cy="599221"/>
            </a:xfrm>
            <a:custGeom>
              <a:avLst/>
              <a:gdLst/>
              <a:ahLst/>
              <a:cxnLst/>
              <a:rect l="l" t="t" r="r" b="b"/>
              <a:pathLst>
                <a:path w="24419" h="38295" extrusionOk="0">
                  <a:moveTo>
                    <a:pt x="1" y="0"/>
                  </a:moveTo>
                  <a:lnTo>
                    <a:pt x="24418" y="38294"/>
                  </a:lnTo>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48"/>
            <p:cNvSpPr/>
            <p:nvPr/>
          </p:nvSpPr>
          <p:spPr>
            <a:xfrm>
              <a:off x="5266539" y="1975425"/>
              <a:ext cx="60049" cy="79348"/>
            </a:xfrm>
            <a:custGeom>
              <a:avLst/>
              <a:gdLst/>
              <a:ahLst/>
              <a:cxnLst/>
              <a:rect l="l" t="t" r="r" b="b"/>
              <a:pathLst>
                <a:path w="3837" h="5071" fill="none" extrusionOk="0">
                  <a:moveTo>
                    <a:pt x="3837" y="0"/>
                  </a:moveTo>
                  <a:lnTo>
                    <a:pt x="1" y="2736"/>
                  </a:lnTo>
                  <a:lnTo>
                    <a:pt x="3603" y="50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48"/>
            <p:cNvSpPr/>
            <p:nvPr/>
          </p:nvSpPr>
          <p:spPr>
            <a:xfrm>
              <a:off x="5817768" y="1975425"/>
              <a:ext cx="60049" cy="79348"/>
            </a:xfrm>
            <a:custGeom>
              <a:avLst/>
              <a:gdLst/>
              <a:ahLst/>
              <a:cxnLst/>
              <a:rect l="l" t="t" r="r" b="b"/>
              <a:pathLst>
                <a:path w="3837" h="5071" fill="none" extrusionOk="0">
                  <a:moveTo>
                    <a:pt x="3837" y="0"/>
                  </a:moveTo>
                  <a:lnTo>
                    <a:pt x="1" y="2736"/>
                  </a:lnTo>
                  <a:lnTo>
                    <a:pt x="3603" y="50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48"/>
            <p:cNvSpPr/>
            <p:nvPr/>
          </p:nvSpPr>
          <p:spPr>
            <a:xfrm>
              <a:off x="5366238" y="2000478"/>
              <a:ext cx="73101" cy="16"/>
            </a:xfrm>
            <a:custGeom>
              <a:avLst/>
              <a:gdLst/>
              <a:ahLst/>
              <a:cxnLst/>
              <a:rect l="l" t="t" r="r" b="b"/>
              <a:pathLst>
                <a:path w="4671" h="1" fill="none" extrusionOk="0">
                  <a:moveTo>
                    <a:pt x="1" y="1"/>
                  </a:moveTo>
                  <a:lnTo>
                    <a:pt x="4671"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48"/>
            <p:cNvSpPr/>
            <p:nvPr/>
          </p:nvSpPr>
          <p:spPr>
            <a:xfrm>
              <a:off x="5366238" y="2029710"/>
              <a:ext cx="73101" cy="16"/>
            </a:xfrm>
            <a:custGeom>
              <a:avLst/>
              <a:gdLst/>
              <a:ahLst/>
              <a:cxnLst/>
              <a:rect l="l" t="t" r="r" b="b"/>
              <a:pathLst>
                <a:path w="4671" h="1" fill="none" extrusionOk="0">
                  <a:moveTo>
                    <a:pt x="1" y="1"/>
                  </a:moveTo>
                  <a:lnTo>
                    <a:pt x="4671" y="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48"/>
            <p:cNvSpPr/>
            <p:nvPr/>
          </p:nvSpPr>
          <p:spPr>
            <a:xfrm>
              <a:off x="5479003" y="1978555"/>
              <a:ext cx="26636" cy="73089"/>
            </a:xfrm>
            <a:custGeom>
              <a:avLst/>
              <a:gdLst/>
              <a:ahLst/>
              <a:cxnLst/>
              <a:rect l="l" t="t" r="r" b="b"/>
              <a:pathLst>
                <a:path w="1702" h="4671" fill="none" extrusionOk="0">
                  <a:moveTo>
                    <a:pt x="1701" y="1"/>
                  </a:moveTo>
                  <a:lnTo>
                    <a:pt x="0" y="46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48"/>
            <p:cNvSpPr/>
            <p:nvPr/>
          </p:nvSpPr>
          <p:spPr>
            <a:xfrm>
              <a:off x="5518673" y="1978555"/>
              <a:ext cx="26636" cy="73089"/>
            </a:xfrm>
            <a:custGeom>
              <a:avLst/>
              <a:gdLst/>
              <a:ahLst/>
              <a:cxnLst/>
              <a:rect l="l" t="t" r="r" b="b"/>
              <a:pathLst>
                <a:path w="1702" h="4671" fill="none" extrusionOk="0">
                  <a:moveTo>
                    <a:pt x="1701" y="1"/>
                  </a:moveTo>
                  <a:lnTo>
                    <a:pt x="0" y="46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48"/>
            <p:cNvSpPr/>
            <p:nvPr/>
          </p:nvSpPr>
          <p:spPr>
            <a:xfrm>
              <a:off x="5924258" y="1978555"/>
              <a:ext cx="26636" cy="73089"/>
            </a:xfrm>
            <a:custGeom>
              <a:avLst/>
              <a:gdLst/>
              <a:ahLst/>
              <a:cxnLst/>
              <a:rect l="l" t="t" r="r" b="b"/>
              <a:pathLst>
                <a:path w="1702" h="4671" fill="none" extrusionOk="0">
                  <a:moveTo>
                    <a:pt x="1702" y="1"/>
                  </a:moveTo>
                  <a:lnTo>
                    <a:pt x="1" y="46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48"/>
            <p:cNvSpPr/>
            <p:nvPr/>
          </p:nvSpPr>
          <p:spPr>
            <a:xfrm>
              <a:off x="5963928" y="1978555"/>
              <a:ext cx="26652" cy="73089"/>
            </a:xfrm>
            <a:custGeom>
              <a:avLst/>
              <a:gdLst/>
              <a:ahLst/>
              <a:cxnLst/>
              <a:rect l="l" t="t" r="r" b="b"/>
              <a:pathLst>
                <a:path w="1703" h="4671" fill="none" extrusionOk="0">
                  <a:moveTo>
                    <a:pt x="1702" y="1"/>
                  </a:moveTo>
                  <a:lnTo>
                    <a:pt x="1" y="4671"/>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48"/>
            <p:cNvSpPr/>
            <p:nvPr/>
          </p:nvSpPr>
          <p:spPr>
            <a:xfrm>
              <a:off x="5581831" y="1991606"/>
              <a:ext cx="13584" cy="13582"/>
            </a:xfrm>
            <a:custGeom>
              <a:avLst/>
              <a:gdLst/>
              <a:ahLst/>
              <a:cxnLst/>
              <a:rect l="l" t="t" r="r" b="b"/>
              <a:pathLst>
                <a:path w="868" h="868" fill="none" extrusionOk="0">
                  <a:moveTo>
                    <a:pt x="868" y="434"/>
                  </a:moveTo>
                  <a:cubicBezTo>
                    <a:pt x="868" y="668"/>
                    <a:pt x="668" y="868"/>
                    <a:pt x="434" y="868"/>
                  </a:cubicBezTo>
                  <a:cubicBezTo>
                    <a:pt x="201" y="868"/>
                    <a:pt x="0" y="668"/>
                    <a:pt x="0" y="434"/>
                  </a:cubicBezTo>
                  <a:cubicBezTo>
                    <a:pt x="0" y="201"/>
                    <a:pt x="201" y="1"/>
                    <a:pt x="434" y="1"/>
                  </a:cubicBezTo>
                  <a:cubicBezTo>
                    <a:pt x="668" y="1"/>
                    <a:pt x="868" y="201"/>
                    <a:pt x="868" y="434"/>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48"/>
            <p:cNvSpPr/>
            <p:nvPr/>
          </p:nvSpPr>
          <p:spPr>
            <a:xfrm>
              <a:off x="5581831" y="2025016"/>
              <a:ext cx="13584" cy="13066"/>
            </a:xfrm>
            <a:custGeom>
              <a:avLst/>
              <a:gdLst/>
              <a:ahLst/>
              <a:cxnLst/>
              <a:rect l="l" t="t" r="r" b="b"/>
              <a:pathLst>
                <a:path w="868" h="835" fill="none" extrusionOk="0">
                  <a:moveTo>
                    <a:pt x="868" y="434"/>
                  </a:moveTo>
                  <a:cubicBezTo>
                    <a:pt x="868" y="668"/>
                    <a:pt x="668" y="834"/>
                    <a:pt x="434" y="834"/>
                  </a:cubicBezTo>
                  <a:cubicBezTo>
                    <a:pt x="201" y="834"/>
                    <a:pt x="0" y="668"/>
                    <a:pt x="0" y="434"/>
                  </a:cubicBezTo>
                  <a:cubicBezTo>
                    <a:pt x="0" y="201"/>
                    <a:pt x="201" y="0"/>
                    <a:pt x="434" y="0"/>
                  </a:cubicBezTo>
                  <a:cubicBezTo>
                    <a:pt x="668" y="0"/>
                    <a:pt x="868" y="201"/>
                    <a:pt x="868" y="434"/>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48"/>
            <p:cNvSpPr/>
            <p:nvPr/>
          </p:nvSpPr>
          <p:spPr>
            <a:xfrm>
              <a:off x="5638214" y="1971763"/>
              <a:ext cx="60049" cy="86672"/>
            </a:xfrm>
            <a:custGeom>
              <a:avLst/>
              <a:gdLst/>
              <a:ahLst/>
              <a:cxnLst/>
              <a:rect l="l" t="t" r="r" b="b"/>
              <a:pathLst>
                <a:path w="3837" h="5539" fill="none" extrusionOk="0">
                  <a:moveTo>
                    <a:pt x="3836" y="2770"/>
                  </a:moveTo>
                  <a:cubicBezTo>
                    <a:pt x="3836" y="4304"/>
                    <a:pt x="2969" y="5538"/>
                    <a:pt x="1935" y="5538"/>
                  </a:cubicBezTo>
                  <a:cubicBezTo>
                    <a:pt x="867" y="5538"/>
                    <a:pt x="0" y="4304"/>
                    <a:pt x="0" y="2770"/>
                  </a:cubicBezTo>
                  <a:cubicBezTo>
                    <a:pt x="0" y="1235"/>
                    <a:pt x="867" y="1"/>
                    <a:pt x="1935" y="1"/>
                  </a:cubicBezTo>
                  <a:cubicBezTo>
                    <a:pt x="2969" y="1"/>
                    <a:pt x="3836" y="1235"/>
                    <a:pt x="3836" y="277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48"/>
            <p:cNvSpPr/>
            <p:nvPr/>
          </p:nvSpPr>
          <p:spPr>
            <a:xfrm>
              <a:off x="5731637" y="1971763"/>
              <a:ext cx="59533" cy="86672"/>
            </a:xfrm>
            <a:custGeom>
              <a:avLst/>
              <a:gdLst/>
              <a:ahLst/>
              <a:cxnLst/>
              <a:rect l="l" t="t" r="r" b="b"/>
              <a:pathLst>
                <a:path w="3804" h="5539" fill="none" extrusionOk="0">
                  <a:moveTo>
                    <a:pt x="3804" y="2770"/>
                  </a:moveTo>
                  <a:cubicBezTo>
                    <a:pt x="3804" y="4304"/>
                    <a:pt x="2970" y="5538"/>
                    <a:pt x="1902" y="5538"/>
                  </a:cubicBezTo>
                  <a:cubicBezTo>
                    <a:pt x="835" y="5538"/>
                    <a:pt x="1" y="4304"/>
                    <a:pt x="1" y="2770"/>
                  </a:cubicBezTo>
                  <a:cubicBezTo>
                    <a:pt x="1" y="1235"/>
                    <a:pt x="835" y="1"/>
                    <a:pt x="1902" y="1"/>
                  </a:cubicBezTo>
                  <a:cubicBezTo>
                    <a:pt x="2970" y="1"/>
                    <a:pt x="3804" y="1235"/>
                    <a:pt x="3804" y="277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48"/>
            <p:cNvSpPr/>
            <p:nvPr/>
          </p:nvSpPr>
          <p:spPr>
            <a:xfrm>
              <a:off x="6338112" y="3427087"/>
              <a:ext cx="28362" cy="1077719"/>
            </a:xfrm>
            <a:custGeom>
              <a:avLst/>
              <a:gdLst/>
              <a:ahLst/>
              <a:cxnLst/>
              <a:rect l="l" t="t" r="r" b="b"/>
              <a:pathLst>
                <a:path w="1502" h="57075" fill="none" extrusionOk="0">
                  <a:moveTo>
                    <a:pt x="1501" y="1"/>
                  </a:moveTo>
                  <a:lnTo>
                    <a:pt x="0" y="57075"/>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48"/>
            <p:cNvSpPr/>
            <p:nvPr/>
          </p:nvSpPr>
          <p:spPr>
            <a:xfrm>
              <a:off x="6137755" y="3008460"/>
              <a:ext cx="321075" cy="40198"/>
            </a:xfrm>
            <a:custGeom>
              <a:avLst/>
              <a:gdLst/>
              <a:ahLst/>
              <a:cxnLst/>
              <a:rect l="l" t="t" r="r" b="b"/>
              <a:pathLst>
                <a:path w="20516" h="2569" extrusionOk="0">
                  <a:moveTo>
                    <a:pt x="1" y="0"/>
                  </a:moveTo>
                  <a:lnTo>
                    <a:pt x="1" y="2569"/>
                  </a:lnTo>
                  <a:lnTo>
                    <a:pt x="20515" y="2569"/>
                  </a:lnTo>
                  <a:lnTo>
                    <a:pt x="2051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48"/>
            <p:cNvSpPr/>
            <p:nvPr/>
          </p:nvSpPr>
          <p:spPr>
            <a:xfrm>
              <a:off x="6137755" y="3180189"/>
              <a:ext cx="321075" cy="40214"/>
            </a:xfrm>
            <a:custGeom>
              <a:avLst/>
              <a:gdLst/>
              <a:ahLst/>
              <a:cxnLst/>
              <a:rect l="l" t="t" r="r" b="b"/>
              <a:pathLst>
                <a:path w="20516" h="2570" extrusionOk="0">
                  <a:moveTo>
                    <a:pt x="1" y="1"/>
                  </a:moveTo>
                  <a:lnTo>
                    <a:pt x="1" y="2569"/>
                  </a:lnTo>
                  <a:lnTo>
                    <a:pt x="20515" y="2569"/>
                  </a:lnTo>
                  <a:lnTo>
                    <a:pt x="20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48"/>
            <p:cNvSpPr/>
            <p:nvPr/>
          </p:nvSpPr>
          <p:spPr>
            <a:xfrm>
              <a:off x="6522651" y="2894223"/>
              <a:ext cx="1244640" cy="88200"/>
            </a:xfrm>
            <a:custGeom>
              <a:avLst/>
              <a:gdLst/>
              <a:ahLst/>
              <a:cxnLst/>
              <a:rect l="l" t="t" r="r" b="b"/>
              <a:pathLst>
                <a:path w="65915" h="4671" extrusionOk="0">
                  <a:moveTo>
                    <a:pt x="1" y="0"/>
                  </a:moveTo>
                  <a:lnTo>
                    <a:pt x="1" y="4670"/>
                  </a:lnTo>
                  <a:lnTo>
                    <a:pt x="65914" y="4670"/>
                  </a:lnTo>
                  <a:lnTo>
                    <a:pt x="65914"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48"/>
            <p:cNvSpPr/>
            <p:nvPr/>
          </p:nvSpPr>
          <p:spPr>
            <a:xfrm>
              <a:off x="7258974" y="3781077"/>
              <a:ext cx="19" cy="623576"/>
            </a:xfrm>
            <a:custGeom>
              <a:avLst/>
              <a:gdLst/>
              <a:ahLst/>
              <a:cxnLst/>
              <a:rect l="l" t="t" r="r" b="b"/>
              <a:pathLst>
                <a:path w="1" h="33024" fill="none" extrusionOk="0">
                  <a:moveTo>
                    <a:pt x="0" y="0"/>
                  </a:moveTo>
                  <a:lnTo>
                    <a:pt x="0" y="33024"/>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48"/>
            <p:cNvSpPr/>
            <p:nvPr/>
          </p:nvSpPr>
          <p:spPr>
            <a:xfrm>
              <a:off x="7006401" y="4398346"/>
              <a:ext cx="515247" cy="19"/>
            </a:xfrm>
            <a:custGeom>
              <a:avLst/>
              <a:gdLst/>
              <a:ahLst/>
              <a:cxnLst/>
              <a:rect l="l" t="t" r="r" b="b"/>
              <a:pathLst>
                <a:path w="27287" h="1" fill="none" extrusionOk="0">
                  <a:moveTo>
                    <a:pt x="27286" y="0"/>
                  </a:moveTo>
                  <a:lnTo>
                    <a:pt x="0" y="0"/>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48"/>
            <p:cNvSpPr/>
            <p:nvPr/>
          </p:nvSpPr>
          <p:spPr>
            <a:xfrm>
              <a:off x="6790348" y="2747789"/>
              <a:ext cx="1012215" cy="1066616"/>
            </a:xfrm>
            <a:custGeom>
              <a:avLst/>
              <a:gdLst/>
              <a:ahLst/>
              <a:cxnLst/>
              <a:rect l="l" t="t" r="r" b="b"/>
              <a:pathLst>
                <a:path w="53606" h="56487" extrusionOk="0">
                  <a:moveTo>
                    <a:pt x="42718" y="0"/>
                  </a:moveTo>
                  <a:cubicBezTo>
                    <a:pt x="40129" y="0"/>
                    <a:pt x="37479" y="1135"/>
                    <a:pt x="35359" y="3486"/>
                  </a:cubicBezTo>
                  <a:cubicBezTo>
                    <a:pt x="31456" y="7822"/>
                    <a:pt x="30556" y="13760"/>
                    <a:pt x="29155" y="19197"/>
                  </a:cubicBezTo>
                  <a:cubicBezTo>
                    <a:pt x="27220" y="26636"/>
                    <a:pt x="25285" y="35609"/>
                    <a:pt x="17880" y="39611"/>
                  </a:cubicBezTo>
                  <a:cubicBezTo>
                    <a:pt x="14377" y="41513"/>
                    <a:pt x="10408" y="42147"/>
                    <a:pt x="6672" y="43481"/>
                  </a:cubicBezTo>
                  <a:cubicBezTo>
                    <a:pt x="2803" y="44915"/>
                    <a:pt x="1" y="49719"/>
                    <a:pt x="2769" y="53622"/>
                  </a:cubicBezTo>
                  <a:cubicBezTo>
                    <a:pt x="4337" y="55856"/>
                    <a:pt x="7473" y="56223"/>
                    <a:pt x="10208" y="56357"/>
                  </a:cubicBezTo>
                  <a:cubicBezTo>
                    <a:pt x="12550" y="56445"/>
                    <a:pt x="14892" y="56486"/>
                    <a:pt x="17229" y="56486"/>
                  </a:cubicBezTo>
                  <a:cubicBezTo>
                    <a:pt x="19319" y="56486"/>
                    <a:pt x="21405" y="56453"/>
                    <a:pt x="23484" y="56390"/>
                  </a:cubicBezTo>
                  <a:cubicBezTo>
                    <a:pt x="26519" y="56290"/>
                    <a:pt x="29588" y="56090"/>
                    <a:pt x="32524" y="55289"/>
                  </a:cubicBezTo>
                  <a:cubicBezTo>
                    <a:pt x="34959" y="54656"/>
                    <a:pt x="36660" y="53788"/>
                    <a:pt x="38628" y="52154"/>
                  </a:cubicBezTo>
                  <a:cubicBezTo>
                    <a:pt x="43198" y="48351"/>
                    <a:pt x="46033" y="43247"/>
                    <a:pt x="47901" y="37677"/>
                  </a:cubicBezTo>
                  <a:cubicBezTo>
                    <a:pt x="49669" y="32340"/>
                    <a:pt x="50837" y="26702"/>
                    <a:pt x="51404" y="21132"/>
                  </a:cubicBezTo>
                  <a:cubicBezTo>
                    <a:pt x="51904" y="16195"/>
                    <a:pt x="53605" y="10391"/>
                    <a:pt x="51270" y="5687"/>
                  </a:cubicBezTo>
                  <a:cubicBezTo>
                    <a:pt x="49415" y="1957"/>
                    <a:pt x="46119" y="0"/>
                    <a:pt x="42718" y="0"/>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48"/>
            <p:cNvSpPr/>
            <p:nvPr/>
          </p:nvSpPr>
          <p:spPr>
            <a:xfrm>
              <a:off x="6295909" y="3584737"/>
              <a:ext cx="336354" cy="449668"/>
            </a:xfrm>
            <a:custGeom>
              <a:avLst/>
              <a:gdLst/>
              <a:ahLst/>
              <a:cxnLst/>
              <a:rect l="l" t="t" r="r" b="b"/>
              <a:pathLst>
                <a:path w="17813" h="23814" extrusionOk="0">
                  <a:moveTo>
                    <a:pt x="12477" y="0"/>
                  </a:moveTo>
                  <a:cubicBezTo>
                    <a:pt x="12343" y="0"/>
                    <a:pt x="12209" y="8"/>
                    <a:pt x="12075" y="24"/>
                  </a:cubicBezTo>
                  <a:cubicBezTo>
                    <a:pt x="10207" y="258"/>
                    <a:pt x="9374" y="1359"/>
                    <a:pt x="8540" y="2860"/>
                  </a:cubicBezTo>
                  <a:cubicBezTo>
                    <a:pt x="7572" y="4527"/>
                    <a:pt x="6772" y="6262"/>
                    <a:pt x="6004" y="8063"/>
                  </a:cubicBezTo>
                  <a:cubicBezTo>
                    <a:pt x="4437" y="11599"/>
                    <a:pt x="3136" y="15268"/>
                    <a:pt x="1501" y="18771"/>
                  </a:cubicBezTo>
                  <a:cubicBezTo>
                    <a:pt x="1034" y="19805"/>
                    <a:pt x="0" y="21573"/>
                    <a:pt x="867" y="22640"/>
                  </a:cubicBezTo>
                  <a:cubicBezTo>
                    <a:pt x="1428" y="23353"/>
                    <a:pt x="2882" y="23814"/>
                    <a:pt x="4162" y="23814"/>
                  </a:cubicBezTo>
                  <a:cubicBezTo>
                    <a:pt x="4559" y="23814"/>
                    <a:pt x="4939" y="23769"/>
                    <a:pt x="5271" y="23674"/>
                  </a:cubicBezTo>
                  <a:cubicBezTo>
                    <a:pt x="6238" y="23374"/>
                    <a:pt x="7039" y="22107"/>
                    <a:pt x="7739" y="21406"/>
                  </a:cubicBezTo>
                  <a:cubicBezTo>
                    <a:pt x="8573" y="20472"/>
                    <a:pt x="9407" y="19538"/>
                    <a:pt x="10174" y="18604"/>
                  </a:cubicBezTo>
                  <a:cubicBezTo>
                    <a:pt x="11809" y="16636"/>
                    <a:pt x="13343" y="14601"/>
                    <a:pt x="14777" y="12500"/>
                  </a:cubicBezTo>
                  <a:cubicBezTo>
                    <a:pt x="16345" y="10198"/>
                    <a:pt x="17813" y="7530"/>
                    <a:pt x="17379" y="4761"/>
                  </a:cubicBezTo>
                  <a:cubicBezTo>
                    <a:pt x="17146" y="3293"/>
                    <a:pt x="16345" y="1959"/>
                    <a:pt x="15178" y="1025"/>
                  </a:cubicBezTo>
                  <a:cubicBezTo>
                    <a:pt x="14387" y="410"/>
                    <a:pt x="13441" y="0"/>
                    <a:pt x="12477"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48"/>
            <p:cNvSpPr/>
            <p:nvPr/>
          </p:nvSpPr>
          <p:spPr>
            <a:xfrm>
              <a:off x="6089939" y="3928096"/>
              <a:ext cx="342661" cy="169980"/>
            </a:xfrm>
            <a:custGeom>
              <a:avLst/>
              <a:gdLst/>
              <a:ahLst/>
              <a:cxnLst/>
              <a:rect l="l" t="t" r="r" b="b"/>
              <a:pathLst>
                <a:path w="18147" h="9002" extrusionOk="0">
                  <a:moveTo>
                    <a:pt x="2978" y="0"/>
                  </a:moveTo>
                  <a:cubicBezTo>
                    <a:pt x="2064" y="0"/>
                    <a:pt x="1230" y="235"/>
                    <a:pt x="601" y="921"/>
                  </a:cubicBezTo>
                  <a:cubicBezTo>
                    <a:pt x="201" y="1321"/>
                    <a:pt x="0" y="1955"/>
                    <a:pt x="234" y="2455"/>
                  </a:cubicBezTo>
                  <a:cubicBezTo>
                    <a:pt x="467" y="2889"/>
                    <a:pt x="934" y="3155"/>
                    <a:pt x="1368" y="3356"/>
                  </a:cubicBezTo>
                  <a:cubicBezTo>
                    <a:pt x="5404" y="5290"/>
                    <a:pt x="9541" y="6992"/>
                    <a:pt x="13677" y="8693"/>
                  </a:cubicBezTo>
                  <a:cubicBezTo>
                    <a:pt x="14155" y="8879"/>
                    <a:pt x="14596" y="9001"/>
                    <a:pt x="14979" y="9001"/>
                  </a:cubicBezTo>
                  <a:cubicBezTo>
                    <a:pt x="15558" y="9001"/>
                    <a:pt x="16004" y="8722"/>
                    <a:pt x="16245" y="7959"/>
                  </a:cubicBezTo>
                  <a:cubicBezTo>
                    <a:pt x="16646" y="6558"/>
                    <a:pt x="17480" y="5224"/>
                    <a:pt x="18147" y="3923"/>
                  </a:cubicBezTo>
                  <a:cubicBezTo>
                    <a:pt x="16946" y="3823"/>
                    <a:pt x="15778" y="3589"/>
                    <a:pt x="14678" y="3122"/>
                  </a:cubicBezTo>
                  <a:cubicBezTo>
                    <a:pt x="13543" y="2588"/>
                    <a:pt x="12676" y="1821"/>
                    <a:pt x="12109" y="820"/>
                  </a:cubicBezTo>
                  <a:cubicBezTo>
                    <a:pt x="11642" y="954"/>
                    <a:pt x="11108" y="1187"/>
                    <a:pt x="10775" y="1221"/>
                  </a:cubicBezTo>
                  <a:cubicBezTo>
                    <a:pt x="10594" y="1236"/>
                    <a:pt x="10414" y="1242"/>
                    <a:pt x="10233" y="1242"/>
                  </a:cubicBezTo>
                  <a:cubicBezTo>
                    <a:pt x="9613" y="1242"/>
                    <a:pt x="8993" y="1165"/>
                    <a:pt x="8373" y="1087"/>
                  </a:cubicBezTo>
                  <a:cubicBezTo>
                    <a:pt x="6891" y="910"/>
                    <a:pt x="4778" y="0"/>
                    <a:pt x="297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48"/>
            <p:cNvSpPr/>
            <p:nvPr/>
          </p:nvSpPr>
          <p:spPr>
            <a:xfrm>
              <a:off x="6684530" y="4016315"/>
              <a:ext cx="220472" cy="417945"/>
            </a:xfrm>
            <a:custGeom>
              <a:avLst/>
              <a:gdLst/>
              <a:ahLst/>
              <a:cxnLst/>
              <a:rect l="l" t="t" r="r" b="b"/>
              <a:pathLst>
                <a:path w="11676" h="22134" extrusionOk="0">
                  <a:moveTo>
                    <a:pt x="8858" y="1"/>
                  </a:moveTo>
                  <a:cubicBezTo>
                    <a:pt x="8383" y="1"/>
                    <a:pt x="7885" y="162"/>
                    <a:pt x="7439" y="385"/>
                  </a:cubicBezTo>
                  <a:cubicBezTo>
                    <a:pt x="6639" y="785"/>
                    <a:pt x="5971" y="1452"/>
                    <a:pt x="5371" y="2153"/>
                  </a:cubicBezTo>
                  <a:cubicBezTo>
                    <a:pt x="3403" y="4588"/>
                    <a:pt x="2436" y="7723"/>
                    <a:pt x="1935" y="10826"/>
                  </a:cubicBezTo>
                  <a:cubicBezTo>
                    <a:pt x="1568" y="13027"/>
                    <a:pt x="1402" y="15195"/>
                    <a:pt x="1168" y="17397"/>
                  </a:cubicBezTo>
                  <a:cubicBezTo>
                    <a:pt x="1001" y="18931"/>
                    <a:pt x="1" y="21133"/>
                    <a:pt x="1869" y="21900"/>
                  </a:cubicBezTo>
                  <a:cubicBezTo>
                    <a:pt x="2248" y="22064"/>
                    <a:pt x="2644" y="22134"/>
                    <a:pt x="3043" y="22134"/>
                  </a:cubicBezTo>
                  <a:cubicBezTo>
                    <a:pt x="3940" y="22134"/>
                    <a:pt x="4853" y="21782"/>
                    <a:pt x="5638" y="21367"/>
                  </a:cubicBezTo>
                  <a:cubicBezTo>
                    <a:pt x="6172" y="21066"/>
                    <a:pt x="6705" y="20733"/>
                    <a:pt x="7106" y="20299"/>
                  </a:cubicBezTo>
                  <a:cubicBezTo>
                    <a:pt x="7139" y="20266"/>
                    <a:pt x="7139" y="20266"/>
                    <a:pt x="7139" y="20266"/>
                  </a:cubicBezTo>
                  <a:cubicBezTo>
                    <a:pt x="7806" y="19499"/>
                    <a:pt x="8140" y="18464"/>
                    <a:pt x="8440" y="17530"/>
                  </a:cubicBezTo>
                  <a:cubicBezTo>
                    <a:pt x="8807" y="16430"/>
                    <a:pt x="9240" y="15396"/>
                    <a:pt x="9607" y="14328"/>
                  </a:cubicBezTo>
                  <a:cubicBezTo>
                    <a:pt x="10408" y="12027"/>
                    <a:pt x="10975" y="9625"/>
                    <a:pt x="11375" y="7223"/>
                  </a:cubicBezTo>
                  <a:cubicBezTo>
                    <a:pt x="11542" y="6022"/>
                    <a:pt x="11676" y="4788"/>
                    <a:pt x="11475" y="3620"/>
                  </a:cubicBezTo>
                  <a:cubicBezTo>
                    <a:pt x="11275" y="2586"/>
                    <a:pt x="10775" y="1319"/>
                    <a:pt x="10074" y="518"/>
                  </a:cubicBezTo>
                  <a:cubicBezTo>
                    <a:pt x="9734" y="145"/>
                    <a:pt x="9306" y="1"/>
                    <a:pt x="8858"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48"/>
            <p:cNvSpPr/>
            <p:nvPr/>
          </p:nvSpPr>
          <p:spPr>
            <a:xfrm>
              <a:off x="6602656" y="3399367"/>
              <a:ext cx="568779" cy="867991"/>
            </a:xfrm>
            <a:custGeom>
              <a:avLst/>
              <a:gdLst/>
              <a:ahLst/>
              <a:cxnLst/>
              <a:rect l="l" t="t" r="r" b="b"/>
              <a:pathLst>
                <a:path w="30122" h="45968" fill="none" extrusionOk="0">
                  <a:moveTo>
                    <a:pt x="30122" y="15612"/>
                  </a:moveTo>
                  <a:cubicBezTo>
                    <a:pt x="28854" y="13978"/>
                    <a:pt x="27853" y="12110"/>
                    <a:pt x="26486" y="10642"/>
                  </a:cubicBezTo>
                  <a:cubicBezTo>
                    <a:pt x="25418" y="9508"/>
                    <a:pt x="24418" y="8340"/>
                    <a:pt x="23317" y="7273"/>
                  </a:cubicBezTo>
                  <a:cubicBezTo>
                    <a:pt x="21149" y="5104"/>
                    <a:pt x="18680" y="2769"/>
                    <a:pt x="15745" y="1769"/>
                  </a:cubicBezTo>
                  <a:cubicBezTo>
                    <a:pt x="10641" y="1"/>
                    <a:pt x="7639" y="4437"/>
                    <a:pt x="6738" y="8774"/>
                  </a:cubicBezTo>
                  <a:lnTo>
                    <a:pt x="2869" y="27420"/>
                  </a:lnTo>
                  <a:cubicBezTo>
                    <a:pt x="1768" y="32691"/>
                    <a:pt x="967" y="38061"/>
                    <a:pt x="33" y="43365"/>
                  </a:cubicBezTo>
                  <a:lnTo>
                    <a:pt x="0" y="43399"/>
                  </a:lnTo>
                  <a:cubicBezTo>
                    <a:pt x="534" y="43632"/>
                    <a:pt x="1068" y="43766"/>
                    <a:pt x="1635" y="43932"/>
                  </a:cubicBezTo>
                  <a:cubicBezTo>
                    <a:pt x="2902" y="44299"/>
                    <a:pt x="4236" y="44599"/>
                    <a:pt x="5537" y="44866"/>
                  </a:cubicBezTo>
                  <a:cubicBezTo>
                    <a:pt x="6471" y="45066"/>
                    <a:pt x="7405" y="45267"/>
                    <a:pt x="8339" y="45367"/>
                  </a:cubicBezTo>
                  <a:cubicBezTo>
                    <a:pt x="9574" y="45500"/>
                    <a:pt x="16712" y="45967"/>
                    <a:pt x="16946" y="44533"/>
                  </a:cubicBezTo>
                  <a:cubicBezTo>
                    <a:pt x="18246" y="36894"/>
                    <a:pt x="18680" y="29088"/>
                    <a:pt x="19714" y="21416"/>
                  </a:cubicBezTo>
                  <a:cubicBezTo>
                    <a:pt x="19881" y="20182"/>
                    <a:pt x="20048" y="18881"/>
                    <a:pt x="20748" y="17847"/>
                  </a:cubicBezTo>
                  <a:cubicBezTo>
                    <a:pt x="22349" y="15412"/>
                    <a:pt x="27320" y="15912"/>
                    <a:pt x="29755" y="16212"/>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48"/>
            <p:cNvSpPr/>
            <p:nvPr/>
          </p:nvSpPr>
          <p:spPr>
            <a:xfrm>
              <a:off x="6515721" y="4354879"/>
              <a:ext cx="331331" cy="184067"/>
            </a:xfrm>
            <a:custGeom>
              <a:avLst/>
              <a:gdLst/>
              <a:ahLst/>
              <a:cxnLst/>
              <a:rect l="l" t="t" r="r" b="b"/>
              <a:pathLst>
                <a:path w="17547" h="9748" extrusionOk="0">
                  <a:moveTo>
                    <a:pt x="17547" y="1"/>
                  </a:moveTo>
                  <a:lnTo>
                    <a:pt x="17547" y="1"/>
                  </a:lnTo>
                  <a:cubicBezTo>
                    <a:pt x="16373" y="757"/>
                    <a:pt x="14523" y="1216"/>
                    <a:pt x="12775" y="1216"/>
                  </a:cubicBezTo>
                  <a:cubicBezTo>
                    <a:pt x="11592" y="1216"/>
                    <a:pt x="10456" y="1006"/>
                    <a:pt x="9608" y="534"/>
                  </a:cubicBezTo>
                  <a:cubicBezTo>
                    <a:pt x="8640" y="2436"/>
                    <a:pt x="6505" y="3437"/>
                    <a:pt x="4504" y="4204"/>
                  </a:cubicBezTo>
                  <a:cubicBezTo>
                    <a:pt x="3437" y="4637"/>
                    <a:pt x="2336" y="5038"/>
                    <a:pt x="1435" y="5738"/>
                  </a:cubicBezTo>
                  <a:cubicBezTo>
                    <a:pt x="1102" y="6005"/>
                    <a:pt x="768" y="6305"/>
                    <a:pt x="535" y="6672"/>
                  </a:cubicBezTo>
                  <a:cubicBezTo>
                    <a:pt x="168" y="7306"/>
                    <a:pt x="1" y="8006"/>
                    <a:pt x="334" y="8640"/>
                  </a:cubicBezTo>
                  <a:cubicBezTo>
                    <a:pt x="701" y="9307"/>
                    <a:pt x="1469" y="9608"/>
                    <a:pt x="2236" y="9708"/>
                  </a:cubicBezTo>
                  <a:cubicBezTo>
                    <a:pt x="2491" y="9735"/>
                    <a:pt x="2747" y="9747"/>
                    <a:pt x="3003" y="9747"/>
                  </a:cubicBezTo>
                  <a:cubicBezTo>
                    <a:pt x="3980" y="9747"/>
                    <a:pt x="4953" y="9573"/>
                    <a:pt x="5905" y="9441"/>
                  </a:cubicBezTo>
                  <a:cubicBezTo>
                    <a:pt x="7740" y="9174"/>
                    <a:pt x="9374" y="8574"/>
                    <a:pt x="11109" y="8040"/>
                  </a:cubicBezTo>
                  <a:cubicBezTo>
                    <a:pt x="13010" y="7439"/>
                    <a:pt x="14945" y="6872"/>
                    <a:pt x="16880" y="6272"/>
                  </a:cubicBezTo>
                  <a:cubicBezTo>
                    <a:pt x="16980" y="6239"/>
                    <a:pt x="17080" y="6205"/>
                    <a:pt x="17146" y="6138"/>
                  </a:cubicBezTo>
                  <a:cubicBezTo>
                    <a:pt x="17180" y="6072"/>
                    <a:pt x="17213" y="5972"/>
                    <a:pt x="17213" y="5872"/>
                  </a:cubicBezTo>
                  <a:cubicBezTo>
                    <a:pt x="17347" y="3904"/>
                    <a:pt x="17313" y="1902"/>
                    <a:pt x="1754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48"/>
            <p:cNvSpPr/>
            <p:nvPr/>
          </p:nvSpPr>
          <p:spPr>
            <a:xfrm>
              <a:off x="6221588" y="2468460"/>
              <a:ext cx="741988" cy="479540"/>
            </a:xfrm>
            <a:custGeom>
              <a:avLst/>
              <a:gdLst/>
              <a:ahLst/>
              <a:cxnLst/>
              <a:rect l="l" t="t" r="r" b="b"/>
              <a:pathLst>
                <a:path w="39295" h="25396" extrusionOk="0">
                  <a:moveTo>
                    <a:pt x="3123" y="1"/>
                  </a:moveTo>
                  <a:cubicBezTo>
                    <a:pt x="2418" y="1"/>
                    <a:pt x="1730" y="173"/>
                    <a:pt x="1134" y="566"/>
                  </a:cubicBezTo>
                  <a:cubicBezTo>
                    <a:pt x="667" y="866"/>
                    <a:pt x="267" y="1333"/>
                    <a:pt x="167" y="1867"/>
                  </a:cubicBezTo>
                  <a:cubicBezTo>
                    <a:pt x="0" y="2734"/>
                    <a:pt x="600" y="3601"/>
                    <a:pt x="1401" y="4002"/>
                  </a:cubicBezTo>
                  <a:cubicBezTo>
                    <a:pt x="1911" y="4257"/>
                    <a:pt x="2583" y="4480"/>
                    <a:pt x="3214" y="4480"/>
                  </a:cubicBezTo>
                  <a:cubicBezTo>
                    <a:pt x="3490" y="4480"/>
                    <a:pt x="3759" y="4437"/>
                    <a:pt x="4003" y="4335"/>
                  </a:cubicBezTo>
                  <a:cubicBezTo>
                    <a:pt x="4003" y="4369"/>
                    <a:pt x="4036" y="4402"/>
                    <a:pt x="4036" y="4435"/>
                  </a:cubicBezTo>
                  <a:cubicBezTo>
                    <a:pt x="5004" y="6504"/>
                    <a:pt x="5604" y="8839"/>
                    <a:pt x="6338" y="11007"/>
                  </a:cubicBezTo>
                  <a:cubicBezTo>
                    <a:pt x="7372" y="13909"/>
                    <a:pt x="8406" y="16878"/>
                    <a:pt x="10174" y="19413"/>
                  </a:cubicBezTo>
                  <a:cubicBezTo>
                    <a:pt x="12476" y="22782"/>
                    <a:pt x="15878" y="24750"/>
                    <a:pt x="19948" y="25017"/>
                  </a:cubicBezTo>
                  <a:cubicBezTo>
                    <a:pt x="22119" y="25167"/>
                    <a:pt x="24492" y="25396"/>
                    <a:pt x="26856" y="25396"/>
                  </a:cubicBezTo>
                  <a:cubicBezTo>
                    <a:pt x="30265" y="25396"/>
                    <a:pt x="33655" y="24920"/>
                    <a:pt x="36393" y="23049"/>
                  </a:cubicBezTo>
                  <a:cubicBezTo>
                    <a:pt x="37427" y="22348"/>
                    <a:pt x="38361" y="21448"/>
                    <a:pt x="38828" y="20313"/>
                  </a:cubicBezTo>
                  <a:cubicBezTo>
                    <a:pt x="39295" y="19146"/>
                    <a:pt x="39161" y="17712"/>
                    <a:pt x="38294" y="16811"/>
                  </a:cubicBezTo>
                  <a:cubicBezTo>
                    <a:pt x="37594" y="16110"/>
                    <a:pt x="36559" y="15844"/>
                    <a:pt x="35592" y="15677"/>
                  </a:cubicBezTo>
                  <a:cubicBezTo>
                    <a:pt x="30889" y="14910"/>
                    <a:pt x="26085" y="14876"/>
                    <a:pt x="21315" y="14676"/>
                  </a:cubicBezTo>
                  <a:cubicBezTo>
                    <a:pt x="19981" y="14609"/>
                    <a:pt x="18647" y="14576"/>
                    <a:pt x="17412" y="14109"/>
                  </a:cubicBezTo>
                  <a:cubicBezTo>
                    <a:pt x="14744" y="13142"/>
                    <a:pt x="13043" y="10606"/>
                    <a:pt x="11508" y="8205"/>
                  </a:cubicBezTo>
                  <a:cubicBezTo>
                    <a:pt x="10808" y="7137"/>
                    <a:pt x="10141" y="6070"/>
                    <a:pt x="9440" y="4969"/>
                  </a:cubicBezTo>
                  <a:cubicBezTo>
                    <a:pt x="8506" y="3501"/>
                    <a:pt x="7505" y="1967"/>
                    <a:pt x="6071" y="966"/>
                  </a:cubicBezTo>
                  <a:cubicBezTo>
                    <a:pt x="5219" y="372"/>
                    <a:pt x="4154" y="1"/>
                    <a:pt x="3123"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48"/>
            <p:cNvSpPr/>
            <p:nvPr/>
          </p:nvSpPr>
          <p:spPr>
            <a:xfrm>
              <a:off x="6925773" y="2364399"/>
              <a:ext cx="260144" cy="377008"/>
            </a:xfrm>
            <a:custGeom>
              <a:avLst/>
              <a:gdLst/>
              <a:ahLst/>
              <a:cxnLst/>
              <a:rect l="l" t="t" r="r" b="b"/>
              <a:pathLst>
                <a:path w="13777" h="19966" extrusionOk="0">
                  <a:moveTo>
                    <a:pt x="5876" y="0"/>
                  </a:moveTo>
                  <a:cubicBezTo>
                    <a:pt x="5538" y="0"/>
                    <a:pt x="5184" y="56"/>
                    <a:pt x="4770" y="173"/>
                  </a:cubicBezTo>
                  <a:cubicBezTo>
                    <a:pt x="3803" y="440"/>
                    <a:pt x="3069" y="273"/>
                    <a:pt x="2202" y="873"/>
                  </a:cubicBezTo>
                  <a:cubicBezTo>
                    <a:pt x="734" y="1907"/>
                    <a:pt x="200" y="3508"/>
                    <a:pt x="134" y="5210"/>
                  </a:cubicBezTo>
                  <a:cubicBezTo>
                    <a:pt x="34" y="7378"/>
                    <a:pt x="0" y="9913"/>
                    <a:pt x="934" y="11948"/>
                  </a:cubicBezTo>
                  <a:cubicBezTo>
                    <a:pt x="1235" y="12582"/>
                    <a:pt x="1702" y="13182"/>
                    <a:pt x="2302" y="13516"/>
                  </a:cubicBezTo>
                  <a:cubicBezTo>
                    <a:pt x="2836" y="13849"/>
                    <a:pt x="3603" y="14049"/>
                    <a:pt x="3970" y="14583"/>
                  </a:cubicBezTo>
                  <a:cubicBezTo>
                    <a:pt x="4437" y="15250"/>
                    <a:pt x="4270" y="16451"/>
                    <a:pt x="3936" y="17118"/>
                  </a:cubicBezTo>
                  <a:cubicBezTo>
                    <a:pt x="3836" y="17318"/>
                    <a:pt x="3670" y="17552"/>
                    <a:pt x="3469" y="17685"/>
                  </a:cubicBezTo>
                  <a:cubicBezTo>
                    <a:pt x="4103" y="18352"/>
                    <a:pt x="4837" y="18919"/>
                    <a:pt x="5671" y="19320"/>
                  </a:cubicBezTo>
                  <a:cubicBezTo>
                    <a:pt x="6577" y="19758"/>
                    <a:pt x="7611" y="19966"/>
                    <a:pt x="8638" y="19966"/>
                  </a:cubicBezTo>
                  <a:cubicBezTo>
                    <a:pt x="8783" y="19966"/>
                    <a:pt x="8929" y="19962"/>
                    <a:pt x="9073" y="19954"/>
                  </a:cubicBezTo>
                  <a:cubicBezTo>
                    <a:pt x="10741" y="19853"/>
                    <a:pt x="12409" y="19253"/>
                    <a:pt x="13710" y="18186"/>
                  </a:cubicBezTo>
                  <a:cubicBezTo>
                    <a:pt x="12943" y="18019"/>
                    <a:pt x="12276" y="17385"/>
                    <a:pt x="11942" y="16651"/>
                  </a:cubicBezTo>
                  <a:cubicBezTo>
                    <a:pt x="11575" y="15817"/>
                    <a:pt x="11542" y="14883"/>
                    <a:pt x="11642" y="13983"/>
                  </a:cubicBezTo>
                  <a:cubicBezTo>
                    <a:pt x="12009" y="10046"/>
                    <a:pt x="13777" y="5110"/>
                    <a:pt x="10141" y="2107"/>
                  </a:cubicBezTo>
                  <a:cubicBezTo>
                    <a:pt x="9340" y="1440"/>
                    <a:pt x="8473" y="840"/>
                    <a:pt x="7539" y="406"/>
                  </a:cubicBezTo>
                  <a:cubicBezTo>
                    <a:pt x="6906" y="141"/>
                    <a:pt x="6410" y="0"/>
                    <a:pt x="5876" y="0"/>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48"/>
            <p:cNvSpPr/>
            <p:nvPr/>
          </p:nvSpPr>
          <p:spPr>
            <a:xfrm>
              <a:off x="6867823" y="2294817"/>
              <a:ext cx="340772" cy="293585"/>
            </a:xfrm>
            <a:custGeom>
              <a:avLst/>
              <a:gdLst/>
              <a:ahLst/>
              <a:cxnLst/>
              <a:rect l="l" t="t" r="r" b="b"/>
              <a:pathLst>
                <a:path w="18047" h="15548" extrusionOk="0">
                  <a:moveTo>
                    <a:pt x="10012" y="0"/>
                  </a:moveTo>
                  <a:cubicBezTo>
                    <a:pt x="9825" y="0"/>
                    <a:pt x="9641" y="38"/>
                    <a:pt x="9474" y="122"/>
                  </a:cubicBezTo>
                  <a:cubicBezTo>
                    <a:pt x="9240" y="255"/>
                    <a:pt x="9007" y="455"/>
                    <a:pt x="8740" y="555"/>
                  </a:cubicBezTo>
                  <a:cubicBezTo>
                    <a:pt x="8597" y="614"/>
                    <a:pt x="8447" y="637"/>
                    <a:pt x="8293" y="637"/>
                  </a:cubicBezTo>
                  <a:cubicBezTo>
                    <a:pt x="7840" y="637"/>
                    <a:pt x="7354" y="438"/>
                    <a:pt x="6905" y="389"/>
                  </a:cubicBezTo>
                  <a:cubicBezTo>
                    <a:pt x="6834" y="382"/>
                    <a:pt x="6762" y="378"/>
                    <a:pt x="6691" y="378"/>
                  </a:cubicBezTo>
                  <a:cubicBezTo>
                    <a:pt x="6064" y="378"/>
                    <a:pt x="5453" y="636"/>
                    <a:pt x="5004" y="1056"/>
                  </a:cubicBezTo>
                  <a:cubicBezTo>
                    <a:pt x="4637" y="1456"/>
                    <a:pt x="4404" y="1956"/>
                    <a:pt x="3937" y="2223"/>
                  </a:cubicBezTo>
                  <a:cubicBezTo>
                    <a:pt x="3470" y="2523"/>
                    <a:pt x="2869" y="2490"/>
                    <a:pt x="2302" y="2624"/>
                  </a:cubicBezTo>
                  <a:cubicBezTo>
                    <a:pt x="901" y="2990"/>
                    <a:pt x="0" y="4725"/>
                    <a:pt x="534" y="6126"/>
                  </a:cubicBezTo>
                  <a:cubicBezTo>
                    <a:pt x="930" y="7208"/>
                    <a:pt x="2078" y="7914"/>
                    <a:pt x="3233" y="7914"/>
                  </a:cubicBezTo>
                  <a:cubicBezTo>
                    <a:pt x="3538" y="7914"/>
                    <a:pt x="3844" y="7865"/>
                    <a:pt x="4137" y="7761"/>
                  </a:cubicBezTo>
                  <a:cubicBezTo>
                    <a:pt x="4437" y="7660"/>
                    <a:pt x="4737" y="7494"/>
                    <a:pt x="5037" y="7327"/>
                  </a:cubicBezTo>
                  <a:cubicBezTo>
                    <a:pt x="5404" y="7093"/>
                    <a:pt x="5771" y="6860"/>
                    <a:pt x="6172" y="6760"/>
                  </a:cubicBezTo>
                  <a:cubicBezTo>
                    <a:pt x="6328" y="6703"/>
                    <a:pt x="6550" y="6664"/>
                    <a:pt x="6777" y="6664"/>
                  </a:cubicBezTo>
                  <a:cubicBezTo>
                    <a:pt x="7084" y="6664"/>
                    <a:pt x="7400" y="6735"/>
                    <a:pt x="7573" y="6927"/>
                  </a:cubicBezTo>
                  <a:cubicBezTo>
                    <a:pt x="7806" y="7193"/>
                    <a:pt x="7639" y="7427"/>
                    <a:pt x="7639" y="7727"/>
                  </a:cubicBezTo>
                  <a:cubicBezTo>
                    <a:pt x="7589" y="8433"/>
                    <a:pt x="7881" y="8872"/>
                    <a:pt x="8430" y="8872"/>
                  </a:cubicBezTo>
                  <a:cubicBezTo>
                    <a:pt x="8607" y="8872"/>
                    <a:pt x="8812" y="8826"/>
                    <a:pt x="9040" y="8728"/>
                  </a:cubicBezTo>
                  <a:cubicBezTo>
                    <a:pt x="9367" y="8588"/>
                    <a:pt x="9726" y="8415"/>
                    <a:pt x="10060" y="8415"/>
                  </a:cubicBezTo>
                  <a:cubicBezTo>
                    <a:pt x="10205" y="8415"/>
                    <a:pt x="10344" y="8447"/>
                    <a:pt x="10475" y="8528"/>
                  </a:cubicBezTo>
                  <a:cubicBezTo>
                    <a:pt x="11108" y="8895"/>
                    <a:pt x="10675" y="9562"/>
                    <a:pt x="10775" y="10096"/>
                  </a:cubicBezTo>
                  <a:cubicBezTo>
                    <a:pt x="10908" y="10863"/>
                    <a:pt x="11309" y="11763"/>
                    <a:pt x="11675" y="12431"/>
                  </a:cubicBezTo>
                  <a:cubicBezTo>
                    <a:pt x="12209" y="13331"/>
                    <a:pt x="12810" y="14365"/>
                    <a:pt x="13644" y="15032"/>
                  </a:cubicBezTo>
                  <a:cubicBezTo>
                    <a:pt x="14112" y="15394"/>
                    <a:pt x="14502" y="15547"/>
                    <a:pt x="14830" y="15547"/>
                  </a:cubicBezTo>
                  <a:cubicBezTo>
                    <a:pt x="16347" y="15547"/>
                    <a:pt x="16555" y="12278"/>
                    <a:pt x="17213" y="11263"/>
                  </a:cubicBezTo>
                  <a:cubicBezTo>
                    <a:pt x="17413" y="10896"/>
                    <a:pt x="17680" y="10563"/>
                    <a:pt x="17780" y="10162"/>
                  </a:cubicBezTo>
                  <a:cubicBezTo>
                    <a:pt x="18047" y="9228"/>
                    <a:pt x="17380" y="8394"/>
                    <a:pt x="16712" y="7660"/>
                  </a:cubicBezTo>
                  <a:cubicBezTo>
                    <a:pt x="16612" y="7527"/>
                    <a:pt x="16512" y="7427"/>
                    <a:pt x="16412" y="7294"/>
                  </a:cubicBezTo>
                  <a:cubicBezTo>
                    <a:pt x="16312" y="7193"/>
                    <a:pt x="16245" y="7093"/>
                    <a:pt x="16212" y="6960"/>
                  </a:cubicBezTo>
                  <a:cubicBezTo>
                    <a:pt x="16145" y="6593"/>
                    <a:pt x="16846" y="5926"/>
                    <a:pt x="16946" y="5459"/>
                  </a:cubicBezTo>
                  <a:cubicBezTo>
                    <a:pt x="17113" y="4658"/>
                    <a:pt x="16746" y="3691"/>
                    <a:pt x="16212" y="3091"/>
                  </a:cubicBezTo>
                  <a:cubicBezTo>
                    <a:pt x="15616" y="2381"/>
                    <a:pt x="14707" y="1986"/>
                    <a:pt x="13792" y="1986"/>
                  </a:cubicBezTo>
                  <a:cubicBezTo>
                    <a:pt x="13631" y="1986"/>
                    <a:pt x="13470" y="1998"/>
                    <a:pt x="13310" y="2023"/>
                  </a:cubicBezTo>
                  <a:cubicBezTo>
                    <a:pt x="13017" y="2086"/>
                    <a:pt x="12711" y="2175"/>
                    <a:pt x="12425" y="2175"/>
                  </a:cubicBezTo>
                  <a:cubicBezTo>
                    <a:pt x="12255" y="2175"/>
                    <a:pt x="12092" y="2143"/>
                    <a:pt x="11942" y="2056"/>
                  </a:cubicBezTo>
                  <a:cubicBezTo>
                    <a:pt x="11342" y="1690"/>
                    <a:pt x="11609" y="956"/>
                    <a:pt x="11142" y="455"/>
                  </a:cubicBezTo>
                  <a:cubicBezTo>
                    <a:pt x="10844" y="181"/>
                    <a:pt x="10421" y="0"/>
                    <a:pt x="1001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48"/>
            <p:cNvSpPr/>
            <p:nvPr/>
          </p:nvSpPr>
          <p:spPr>
            <a:xfrm>
              <a:off x="7056780" y="2481168"/>
              <a:ext cx="77494" cy="80496"/>
            </a:xfrm>
            <a:custGeom>
              <a:avLst/>
              <a:gdLst/>
              <a:ahLst/>
              <a:cxnLst/>
              <a:rect l="l" t="t" r="r" b="b"/>
              <a:pathLst>
                <a:path w="4104" h="4263" extrusionOk="0">
                  <a:moveTo>
                    <a:pt x="1732" y="0"/>
                  </a:moveTo>
                  <a:cubicBezTo>
                    <a:pt x="1338" y="0"/>
                    <a:pt x="952" y="120"/>
                    <a:pt x="634" y="393"/>
                  </a:cubicBezTo>
                  <a:cubicBezTo>
                    <a:pt x="368" y="627"/>
                    <a:pt x="167" y="927"/>
                    <a:pt x="1" y="1261"/>
                  </a:cubicBezTo>
                  <a:lnTo>
                    <a:pt x="2703" y="4263"/>
                  </a:lnTo>
                  <a:cubicBezTo>
                    <a:pt x="3303" y="4063"/>
                    <a:pt x="3770" y="3496"/>
                    <a:pt x="3937" y="2895"/>
                  </a:cubicBezTo>
                  <a:cubicBezTo>
                    <a:pt x="4104" y="2295"/>
                    <a:pt x="4003" y="1694"/>
                    <a:pt x="3737" y="1194"/>
                  </a:cubicBezTo>
                  <a:cubicBezTo>
                    <a:pt x="3378" y="499"/>
                    <a:pt x="2538" y="0"/>
                    <a:pt x="173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48"/>
            <p:cNvSpPr/>
            <p:nvPr/>
          </p:nvSpPr>
          <p:spPr>
            <a:xfrm>
              <a:off x="7056780" y="2472841"/>
              <a:ext cx="77494" cy="88823"/>
            </a:xfrm>
            <a:custGeom>
              <a:avLst/>
              <a:gdLst/>
              <a:ahLst/>
              <a:cxnLst/>
              <a:rect l="l" t="t" r="r" b="b"/>
              <a:pathLst>
                <a:path w="4104" h="4704" fill="none" extrusionOk="0">
                  <a:moveTo>
                    <a:pt x="1" y="1702"/>
                  </a:moveTo>
                  <a:cubicBezTo>
                    <a:pt x="167" y="1368"/>
                    <a:pt x="368" y="1068"/>
                    <a:pt x="634" y="834"/>
                  </a:cubicBezTo>
                  <a:cubicBezTo>
                    <a:pt x="1602" y="0"/>
                    <a:pt x="3203" y="601"/>
                    <a:pt x="3737" y="1635"/>
                  </a:cubicBezTo>
                  <a:cubicBezTo>
                    <a:pt x="4003" y="2135"/>
                    <a:pt x="4104" y="2736"/>
                    <a:pt x="3937" y="3336"/>
                  </a:cubicBezTo>
                  <a:cubicBezTo>
                    <a:pt x="3770" y="3937"/>
                    <a:pt x="3303" y="4504"/>
                    <a:pt x="2703" y="4704"/>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48"/>
            <p:cNvSpPr/>
            <p:nvPr/>
          </p:nvSpPr>
          <p:spPr>
            <a:xfrm>
              <a:off x="7291716" y="3035313"/>
              <a:ext cx="51681" cy="97641"/>
            </a:xfrm>
            <a:custGeom>
              <a:avLst/>
              <a:gdLst/>
              <a:ahLst/>
              <a:cxnLst/>
              <a:rect l="l" t="t" r="r" b="b"/>
              <a:pathLst>
                <a:path w="2737" h="5171" fill="none" extrusionOk="0">
                  <a:moveTo>
                    <a:pt x="2736" y="5171"/>
                  </a:moveTo>
                  <a:cubicBezTo>
                    <a:pt x="1769" y="3236"/>
                    <a:pt x="901" y="2002"/>
                    <a:pt x="1" y="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48"/>
            <p:cNvSpPr/>
            <p:nvPr/>
          </p:nvSpPr>
          <p:spPr>
            <a:xfrm>
              <a:off x="6965445" y="2561645"/>
              <a:ext cx="35933" cy="10725"/>
            </a:xfrm>
            <a:custGeom>
              <a:avLst/>
              <a:gdLst/>
              <a:ahLst/>
              <a:cxnLst/>
              <a:rect l="l" t="t" r="r" b="b"/>
              <a:pathLst>
                <a:path w="1903" h="568" fill="none" extrusionOk="0">
                  <a:moveTo>
                    <a:pt x="1" y="501"/>
                  </a:moveTo>
                  <a:cubicBezTo>
                    <a:pt x="668" y="568"/>
                    <a:pt x="1335" y="368"/>
                    <a:pt x="1902" y="1"/>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48"/>
            <p:cNvSpPr/>
            <p:nvPr/>
          </p:nvSpPr>
          <p:spPr>
            <a:xfrm>
              <a:off x="7068751" y="2497407"/>
              <a:ext cx="49774" cy="23943"/>
            </a:xfrm>
            <a:custGeom>
              <a:avLst/>
              <a:gdLst/>
              <a:ahLst/>
              <a:cxnLst/>
              <a:rect l="l" t="t" r="r" b="b"/>
              <a:pathLst>
                <a:path w="2636" h="1268" fill="none" extrusionOk="0">
                  <a:moveTo>
                    <a:pt x="2636" y="1268"/>
                  </a:moveTo>
                  <a:cubicBezTo>
                    <a:pt x="2369" y="501"/>
                    <a:pt x="1535" y="0"/>
                    <a:pt x="768" y="134"/>
                  </a:cubicBezTo>
                  <a:cubicBezTo>
                    <a:pt x="434" y="200"/>
                    <a:pt x="100" y="367"/>
                    <a:pt x="0" y="667"/>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48"/>
            <p:cNvSpPr/>
            <p:nvPr/>
          </p:nvSpPr>
          <p:spPr>
            <a:xfrm>
              <a:off x="7090787" y="2500560"/>
              <a:ext cx="11990" cy="27720"/>
            </a:xfrm>
            <a:custGeom>
              <a:avLst/>
              <a:gdLst/>
              <a:ahLst/>
              <a:cxnLst/>
              <a:rect l="l" t="t" r="r" b="b"/>
              <a:pathLst>
                <a:path w="635" h="1468" fill="none" extrusionOk="0">
                  <a:moveTo>
                    <a:pt x="1" y="0"/>
                  </a:moveTo>
                  <a:cubicBezTo>
                    <a:pt x="468" y="300"/>
                    <a:pt x="635" y="1001"/>
                    <a:pt x="334" y="1468"/>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48"/>
            <p:cNvSpPr/>
            <p:nvPr/>
          </p:nvSpPr>
          <p:spPr>
            <a:xfrm>
              <a:off x="6928284" y="3118453"/>
              <a:ext cx="822635" cy="709246"/>
            </a:xfrm>
            <a:custGeom>
              <a:avLst/>
              <a:gdLst/>
              <a:ahLst/>
              <a:cxnLst/>
              <a:rect l="l" t="t" r="r" b="b"/>
              <a:pathLst>
                <a:path w="43566" h="37561" fill="none" extrusionOk="0">
                  <a:moveTo>
                    <a:pt x="43565" y="10808"/>
                  </a:moveTo>
                  <a:cubicBezTo>
                    <a:pt x="24885" y="1"/>
                    <a:pt x="1" y="19414"/>
                    <a:pt x="10008" y="37561"/>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48"/>
            <p:cNvSpPr/>
            <p:nvPr/>
          </p:nvSpPr>
          <p:spPr>
            <a:xfrm>
              <a:off x="7742082" y="3427087"/>
              <a:ext cx="28362" cy="1077719"/>
            </a:xfrm>
            <a:custGeom>
              <a:avLst/>
              <a:gdLst/>
              <a:ahLst/>
              <a:cxnLst/>
              <a:rect l="l" t="t" r="r" b="b"/>
              <a:pathLst>
                <a:path w="1502" h="57075" fill="none" extrusionOk="0">
                  <a:moveTo>
                    <a:pt x="0" y="1"/>
                  </a:moveTo>
                  <a:lnTo>
                    <a:pt x="1501" y="57075"/>
                  </a:ln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48"/>
            <p:cNvSpPr/>
            <p:nvPr/>
          </p:nvSpPr>
          <p:spPr>
            <a:xfrm>
              <a:off x="6501238" y="3359053"/>
              <a:ext cx="680280" cy="30892"/>
            </a:xfrm>
            <a:custGeom>
              <a:avLst/>
              <a:gdLst/>
              <a:ahLst/>
              <a:cxnLst/>
              <a:rect l="l" t="t" r="r" b="b"/>
              <a:pathLst>
                <a:path w="36027" h="1636" extrusionOk="0">
                  <a:moveTo>
                    <a:pt x="835" y="1"/>
                  </a:moveTo>
                  <a:cubicBezTo>
                    <a:pt x="368" y="1"/>
                    <a:pt x="1" y="368"/>
                    <a:pt x="1" y="802"/>
                  </a:cubicBezTo>
                  <a:cubicBezTo>
                    <a:pt x="1" y="1269"/>
                    <a:pt x="368" y="1635"/>
                    <a:pt x="835" y="1635"/>
                  </a:cubicBezTo>
                  <a:lnTo>
                    <a:pt x="35226" y="1635"/>
                  </a:lnTo>
                  <a:cubicBezTo>
                    <a:pt x="35659" y="1635"/>
                    <a:pt x="36026" y="1269"/>
                    <a:pt x="36026" y="802"/>
                  </a:cubicBezTo>
                  <a:cubicBezTo>
                    <a:pt x="36026" y="368"/>
                    <a:pt x="35659" y="1"/>
                    <a:pt x="3522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48"/>
            <p:cNvSpPr/>
            <p:nvPr/>
          </p:nvSpPr>
          <p:spPr>
            <a:xfrm>
              <a:off x="6214016" y="2516308"/>
              <a:ext cx="84424" cy="36783"/>
            </a:xfrm>
            <a:custGeom>
              <a:avLst/>
              <a:gdLst/>
              <a:ahLst/>
              <a:cxnLst/>
              <a:rect l="l" t="t" r="r" b="b"/>
              <a:pathLst>
                <a:path w="4471" h="1948" extrusionOk="0">
                  <a:moveTo>
                    <a:pt x="3803" y="0"/>
                  </a:moveTo>
                  <a:cubicBezTo>
                    <a:pt x="3023" y="510"/>
                    <a:pt x="2108" y="777"/>
                    <a:pt x="1204" y="777"/>
                  </a:cubicBezTo>
                  <a:cubicBezTo>
                    <a:pt x="1103" y="777"/>
                    <a:pt x="1002" y="774"/>
                    <a:pt x="901" y="767"/>
                  </a:cubicBezTo>
                  <a:cubicBezTo>
                    <a:pt x="842" y="767"/>
                    <a:pt x="780" y="766"/>
                    <a:pt x="717" y="766"/>
                  </a:cubicBezTo>
                  <a:cubicBezTo>
                    <a:pt x="496" y="766"/>
                    <a:pt x="271" y="786"/>
                    <a:pt x="168" y="967"/>
                  </a:cubicBezTo>
                  <a:cubicBezTo>
                    <a:pt x="1" y="1134"/>
                    <a:pt x="101" y="1434"/>
                    <a:pt x="268" y="1601"/>
                  </a:cubicBezTo>
                  <a:cubicBezTo>
                    <a:pt x="468" y="1768"/>
                    <a:pt x="701" y="1801"/>
                    <a:pt x="935" y="1835"/>
                  </a:cubicBezTo>
                  <a:cubicBezTo>
                    <a:pt x="1410" y="1916"/>
                    <a:pt x="1890" y="1948"/>
                    <a:pt x="2372" y="1948"/>
                  </a:cubicBezTo>
                  <a:cubicBezTo>
                    <a:pt x="3074" y="1948"/>
                    <a:pt x="3778" y="1880"/>
                    <a:pt x="4471" y="1801"/>
                  </a:cubicBezTo>
                  <a:lnTo>
                    <a:pt x="380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48"/>
            <p:cNvSpPr/>
            <p:nvPr/>
          </p:nvSpPr>
          <p:spPr>
            <a:xfrm>
              <a:off x="6214016" y="2516308"/>
              <a:ext cx="84424" cy="38426"/>
            </a:xfrm>
            <a:custGeom>
              <a:avLst/>
              <a:gdLst/>
              <a:ahLst/>
              <a:cxnLst/>
              <a:rect l="l" t="t" r="r" b="b"/>
              <a:pathLst>
                <a:path w="4471" h="2035" fill="none" extrusionOk="0">
                  <a:moveTo>
                    <a:pt x="4471" y="1801"/>
                  </a:moveTo>
                  <a:cubicBezTo>
                    <a:pt x="3303" y="1935"/>
                    <a:pt x="2102" y="2035"/>
                    <a:pt x="935" y="1835"/>
                  </a:cubicBezTo>
                  <a:cubicBezTo>
                    <a:pt x="701" y="1801"/>
                    <a:pt x="468" y="1768"/>
                    <a:pt x="268" y="1601"/>
                  </a:cubicBezTo>
                  <a:cubicBezTo>
                    <a:pt x="101" y="1434"/>
                    <a:pt x="1" y="1134"/>
                    <a:pt x="168" y="967"/>
                  </a:cubicBezTo>
                  <a:cubicBezTo>
                    <a:pt x="301" y="734"/>
                    <a:pt x="635" y="767"/>
                    <a:pt x="901" y="767"/>
                  </a:cubicBezTo>
                  <a:cubicBezTo>
                    <a:pt x="1902" y="834"/>
                    <a:pt x="2936" y="567"/>
                    <a:pt x="3803" y="0"/>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48"/>
            <p:cNvSpPr/>
            <p:nvPr/>
          </p:nvSpPr>
          <p:spPr>
            <a:xfrm>
              <a:off x="7090164" y="3088845"/>
              <a:ext cx="527841" cy="331954"/>
            </a:xfrm>
            <a:custGeom>
              <a:avLst/>
              <a:gdLst/>
              <a:ahLst/>
              <a:cxnLst/>
              <a:rect l="l" t="t" r="r" b="b"/>
              <a:pathLst>
                <a:path w="27954" h="17580" fill="none" extrusionOk="0">
                  <a:moveTo>
                    <a:pt x="18747" y="5671"/>
                  </a:moveTo>
                  <a:cubicBezTo>
                    <a:pt x="15979" y="4671"/>
                    <a:pt x="13243" y="3703"/>
                    <a:pt x="10475" y="2736"/>
                  </a:cubicBezTo>
                  <a:cubicBezTo>
                    <a:pt x="8940" y="2169"/>
                    <a:pt x="7406" y="1569"/>
                    <a:pt x="5871" y="1068"/>
                  </a:cubicBezTo>
                  <a:cubicBezTo>
                    <a:pt x="4370" y="568"/>
                    <a:pt x="2836" y="1"/>
                    <a:pt x="1268" y="468"/>
                  </a:cubicBezTo>
                  <a:cubicBezTo>
                    <a:pt x="1001" y="568"/>
                    <a:pt x="734" y="701"/>
                    <a:pt x="534" y="935"/>
                  </a:cubicBezTo>
                  <a:cubicBezTo>
                    <a:pt x="1" y="1635"/>
                    <a:pt x="901" y="1802"/>
                    <a:pt x="1402" y="1869"/>
                  </a:cubicBezTo>
                  <a:cubicBezTo>
                    <a:pt x="1001" y="1835"/>
                    <a:pt x="668" y="2269"/>
                    <a:pt x="768" y="2669"/>
                  </a:cubicBezTo>
                  <a:cubicBezTo>
                    <a:pt x="868" y="3036"/>
                    <a:pt x="1301" y="3270"/>
                    <a:pt x="1702" y="3170"/>
                  </a:cubicBezTo>
                  <a:cubicBezTo>
                    <a:pt x="1468" y="3303"/>
                    <a:pt x="1201" y="3503"/>
                    <a:pt x="1235" y="3770"/>
                  </a:cubicBezTo>
                  <a:cubicBezTo>
                    <a:pt x="1268" y="4137"/>
                    <a:pt x="1702" y="4270"/>
                    <a:pt x="2069" y="4304"/>
                  </a:cubicBezTo>
                  <a:cubicBezTo>
                    <a:pt x="1668" y="4371"/>
                    <a:pt x="1535" y="4838"/>
                    <a:pt x="1735" y="5138"/>
                  </a:cubicBezTo>
                  <a:cubicBezTo>
                    <a:pt x="1969" y="5438"/>
                    <a:pt x="2402" y="5505"/>
                    <a:pt x="2736" y="5538"/>
                  </a:cubicBezTo>
                  <a:cubicBezTo>
                    <a:pt x="3903" y="5671"/>
                    <a:pt x="5104" y="5738"/>
                    <a:pt x="6305" y="5671"/>
                  </a:cubicBezTo>
                  <a:cubicBezTo>
                    <a:pt x="6372" y="5671"/>
                    <a:pt x="6438" y="5671"/>
                    <a:pt x="6505" y="5705"/>
                  </a:cubicBezTo>
                  <a:cubicBezTo>
                    <a:pt x="6539" y="5705"/>
                    <a:pt x="6605" y="5738"/>
                    <a:pt x="6639" y="5805"/>
                  </a:cubicBezTo>
                  <a:cubicBezTo>
                    <a:pt x="7573" y="6572"/>
                    <a:pt x="8540" y="7339"/>
                    <a:pt x="9541" y="8073"/>
                  </a:cubicBezTo>
                  <a:cubicBezTo>
                    <a:pt x="10441" y="8740"/>
                    <a:pt x="11242" y="9708"/>
                    <a:pt x="12076" y="10508"/>
                  </a:cubicBezTo>
                  <a:cubicBezTo>
                    <a:pt x="13477" y="11843"/>
                    <a:pt x="14844" y="13277"/>
                    <a:pt x="16346" y="14444"/>
                  </a:cubicBezTo>
                  <a:cubicBezTo>
                    <a:pt x="16546" y="14611"/>
                    <a:pt x="16746" y="14778"/>
                    <a:pt x="16946" y="14945"/>
                  </a:cubicBezTo>
                  <a:cubicBezTo>
                    <a:pt x="18647" y="16212"/>
                    <a:pt x="20749" y="17213"/>
                    <a:pt x="22884" y="17413"/>
                  </a:cubicBezTo>
                  <a:cubicBezTo>
                    <a:pt x="24952" y="17580"/>
                    <a:pt x="27487" y="16513"/>
                    <a:pt x="27854" y="14211"/>
                  </a:cubicBezTo>
                  <a:cubicBezTo>
                    <a:pt x="27954" y="13544"/>
                    <a:pt x="27854" y="12877"/>
                    <a:pt x="27754" y="12209"/>
                  </a:cubicBezTo>
                  <a:cubicBezTo>
                    <a:pt x="27587" y="11376"/>
                    <a:pt x="27353" y="10542"/>
                    <a:pt x="27087" y="9708"/>
                  </a:cubicBezTo>
                  <a:cubicBezTo>
                    <a:pt x="26986" y="9441"/>
                    <a:pt x="26886" y="9174"/>
                    <a:pt x="26720" y="8940"/>
                  </a:cubicBezTo>
                  <a:cubicBezTo>
                    <a:pt x="26419" y="8540"/>
                    <a:pt x="25919" y="8340"/>
                    <a:pt x="25452" y="8173"/>
                  </a:cubicBezTo>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48"/>
            <p:cNvSpPr/>
            <p:nvPr/>
          </p:nvSpPr>
          <p:spPr>
            <a:xfrm>
              <a:off x="6360148" y="3242265"/>
              <a:ext cx="1142448" cy="694404"/>
            </a:xfrm>
            <a:custGeom>
              <a:avLst/>
              <a:gdLst/>
              <a:ahLst/>
              <a:cxnLst/>
              <a:rect l="l" t="t" r="r" b="b"/>
              <a:pathLst>
                <a:path w="60503" h="36775" extrusionOk="0">
                  <a:moveTo>
                    <a:pt x="22986" y="1"/>
                  </a:moveTo>
                  <a:cubicBezTo>
                    <a:pt x="18737" y="1"/>
                    <a:pt x="14905" y="1327"/>
                    <a:pt x="12276" y="5485"/>
                  </a:cubicBezTo>
                  <a:cubicBezTo>
                    <a:pt x="8673" y="11156"/>
                    <a:pt x="5104" y="16827"/>
                    <a:pt x="2602" y="23065"/>
                  </a:cubicBezTo>
                  <a:cubicBezTo>
                    <a:pt x="1802" y="25133"/>
                    <a:pt x="1068" y="27301"/>
                    <a:pt x="1" y="29269"/>
                  </a:cubicBezTo>
                  <a:cubicBezTo>
                    <a:pt x="267" y="29436"/>
                    <a:pt x="534" y="29603"/>
                    <a:pt x="801" y="29770"/>
                  </a:cubicBezTo>
                  <a:cubicBezTo>
                    <a:pt x="3670" y="31571"/>
                    <a:pt x="6272" y="33806"/>
                    <a:pt x="9407" y="35173"/>
                  </a:cubicBezTo>
                  <a:cubicBezTo>
                    <a:pt x="10975" y="35874"/>
                    <a:pt x="12576" y="36374"/>
                    <a:pt x="14211" y="36775"/>
                  </a:cubicBezTo>
                  <a:cubicBezTo>
                    <a:pt x="14744" y="35907"/>
                    <a:pt x="15245" y="35040"/>
                    <a:pt x="15745" y="34173"/>
                  </a:cubicBezTo>
                  <a:cubicBezTo>
                    <a:pt x="18847" y="28402"/>
                    <a:pt x="20882" y="21931"/>
                    <a:pt x="23818" y="16060"/>
                  </a:cubicBezTo>
                  <a:cubicBezTo>
                    <a:pt x="24706" y="14274"/>
                    <a:pt x="25841" y="13572"/>
                    <a:pt x="27078" y="13572"/>
                  </a:cubicBezTo>
                  <a:cubicBezTo>
                    <a:pt x="30853" y="13572"/>
                    <a:pt x="35577" y="20111"/>
                    <a:pt x="37160" y="22298"/>
                  </a:cubicBezTo>
                  <a:cubicBezTo>
                    <a:pt x="38551" y="23507"/>
                    <a:pt x="42961" y="25090"/>
                    <a:pt x="47236" y="25090"/>
                  </a:cubicBezTo>
                  <a:cubicBezTo>
                    <a:pt x="54040" y="25090"/>
                    <a:pt x="60502" y="21082"/>
                    <a:pt x="53906" y="5185"/>
                  </a:cubicBezTo>
                  <a:lnTo>
                    <a:pt x="53906" y="5185"/>
                  </a:lnTo>
                  <a:cubicBezTo>
                    <a:pt x="52941" y="5981"/>
                    <a:pt x="51909" y="6278"/>
                    <a:pt x="50832" y="6278"/>
                  </a:cubicBezTo>
                  <a:cubicBezTo>
                    <a:pt x="48075" y="6278"/>
                    <a:pt x="45034" y="4331"/>
                    <a:pt x="42131" y="3851"/>
                  </a:cubicBezTo>
                  <a:cubicBezTo>
                    <a:pt x="36546" y="2934"/>
                    <a:pt x="29305" y="1"/>
                    <a:pt x="22986"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48"/>
            <p:cNvSpPr/>
            <p:nvPr/>
          </p:nvSpPr>
          <p:spPr>
            <a:xfrm>
              <a:off x="6602656" y="3425236"/>
              <a:ext cx="568779" cy="834172"/>
            </a:xfrm>
            <a:custGeom>
              <a:avLst/>
              <a:gdLst/>
              <a:ahLst/>
              <a:cxnLst/>
              <a:rect l="l" t="t" r="r" b="b"/>
              <a:pathLst>
                <a:path w="30122" h="44177" extrusionOk="0">
                  <a:moveTo>
                    <a:pt x="13528" y="0"/>
                  </a:moveTo>
                  <a:cubicBezTo>
                    <a:pt x="9763" y="0"/>
                    <a:pt x="7500" y="3738"/>
                    <a:pt x="6738" y="7404"/>
                  </a:cubicBezTo>
                  <a:lnTo>
                    <a:pt x="2869" y="26050"/>
                  </a:lnTo>
                  <a:cubicBezTo>
                    <a:pt x="1768" y="31321"/>
                    <a:pt x="967" y="36691"/>
                    <a:pt x="33" y="41995"/>
                  </a:cubicBezTo>
                  <a:lnTo>
                    <a:pt x="0" y="42029"/>
                  </a:lnTo>
                  <a:cubicBezTo>
                    <a:pt x="534" y="42262"/>
                    <a:pt x="1068" y="42396"/>
                    <a:pt x="1635" y="42562"/>
                  </a:cubicBezTo>
                  <a:cubicBezTo>
                    <a:pt x="2902" y="42929"/>
                    <a:pt x="4236" y="43229"/>
                    <a:pt x="5537" y="43496"/>
                  </a:cubicBezTo>
                  <a:cubicBezTo>
                    <a:pt x="6471" y="43696"/>
                    <a:pt x="7405" y="43897"/>
                    <a:pt x="8339" y="43997"/>
                  </a:cubicBezTo>
                  <a:cubicBezTo>
                    <a:pt x="8877" y="44055"/>
                    <a:pt x="10535" y="44176"/>
                    <a:pt x="12254" y="44176"/>
                  </a:cubicBezTo>
                  <a:cubicBezTo>
                    <a:pt x="14482" y="44176"/>
                    <a:pt x="16814" y="43972"/>
                    <a:pt x="16946" y="43163"/>
                  </a:cubicBezTo>
                  <a:cubicBezTo>
                    <a:pt x="18246" y="35524"/>
                    <a:pt x="18680" y="27718"/>
                    <a:pt x="19714" y="20046"/>
                  </a:cubicBezTo>
                  <a:cubicBezTo>
                    <a:pt x="19881" y="18812"/>
                    <a:pt x="20048" y="17511"/>
                    <a:pt x="20748" y="16477"/>
                  </a:cubicBezTo>
                  <a:cubicBezTo>
                    <a:pt x="21741" y="14967"/>
                    <a:pt x="24030" y="14586"/>
                    <a:pt x="26207" y="14586"/>
                  </a:cubicBezTo>
                  <a:cubicBezTo>
                    <a:pt x="27540" y="14586"/>
                    <a:pt x="28830" y="14728"/>
                    <a:pt x="29755" y="14842"/>
                  </a:cubicBezTo>
                  <a:lnTo>
                    <a:pt x="30122" y="14242"/>
                  </a:lnTo>
                  <a:cubicBezTo>
                    <a:pt x="28854" y="12608"/>
                    <a:pt x="27853" y="10740"/>
                    <a:pt x="26486" y="9272"/>
                  </a:cubicBezTo>
                  <a:cubicBezTo>
                    <a:pt x="25418" y="8138"/>
                    <a:pt x="24418" y="6970"/>
                    <a:pt x="23317" y="5903"/>
                  </a:cubicBezTo>
                  <a:cubicBezTo>
                    <a:pt x="21149" y="3734"/>
                    <a:pt x="18680" y="1399"/>
                    <a:pt x="15745" y="399"/>
                  </a:cubicBezTo>
                  <a:cubicBezTo>
                    <a:pt x="14956" y="125"/>
                    <a:pt x="14217" y="0"/>
                    <a:pt x="1352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48"/>
            <p:cNvSpPr/>
            <p:nvPr/>
          </p:nvSpPr>
          <p:spPr>
            <a:xfrm>
              <a:off x="7241621" y="2887557"/>
              <a:ext cx="381068" cy="507920"/>
            </a:xfrm>
            <a:custGeom>
              <a:avLst/>
              <a:gdLst/>
              <a:ahLst/>
              <a:cxnLst/>
              <a:rect l="l" t="t" r="r" b="b"/>
              <a:pathLst>
                <a:path w="20181" h="26899" extrusionOk="0">
                  <a:moveTo>
                    <a:pt x="7075" y="1"/>
                  </a:moveTo>
                  <a:cubicBezTo>
                    <a:pt x="0" y="1"/>
                    <a:pt x="4503" y="23785"/>
                    <a:pt x="11927" y="26472"/>
                  </a:cubicBezTo>
                  <a:cubicBezTo>
                    <a:pt x="12806" y="26763"/>
                    <a:pt x="13635" y="26899"/>
                    <a:pt x="14396" y="26899"/>
                  </a:cubicBezTo>
                  <a:cubicBezTo>
                    <a:pt x="18084" y="26899"/>
                    <a:pt x="20180" y="23709"/>
                    <a:pt x="18632" y="19534"/>
                  </a:cubicBezTo>
                  <a:cubicBezTo>
                    <a:pt x="16897" y="14130"/>
                    <a:pt x="15330" y="8326"/>
                    <a:pt x="12928" y="3356"/>
                  </a:cubicBezTo>
                  <a:cubicBezTo>
                    <a:pt x="10445" y="992"/>
                    <a:pt x="8519" y="1"/>
                    <a:pt x="7075" y="1"/>
                  </a:cubicBezTo>
                  <a:close/>
                </a:path>
              </a:pathLst>
            </a:custGeom>
            <a:solidFill>
              <a:schemeClr val="dk1"/>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48"/>
            <p:cNvSpPr/>
            <p:nvPr/>
          </p:nvSpPr>
          <p:spPr>
            <a:xfrm>
              <a:off x="6705943" y="2698411"/>
              <a:ext cx="826411" cy="732868"/>
            </a:xfrm>
            <a:custGeom>
              <a:avLst/>
              <a:gdLst/>
              <a:ahLst/>
              <a:cxnLst/>
              <a:rect l="l" t="t" r="r" b="b"/>
              <a:pathLst>
                <a:path w="43766" h="38812" extrusionOk="0">
                  <a:moveTo>
                    <a:pt x="16612" y="1"/>
                  </a:moveTo>
                  <a:cubicBezTo>
                    <a:pt x="11063" y="1"/>
                    <a:pt x="5532" y="803"/>
                    <a:pt x="1" y="1497"/>
                  </a:cubicBezTo>
                  <a:cubicBezTo>
                    <a:pt x="1" y="6034"/>
                    <a:pt x="34" y="10570"/>
                    <a:pt x="34" y="15107"/>
                  </a:cubicBezTo>
                  <a:cubicBezTo>
                    <a:pt x="34" y="14907"/>
                    <a:pt x="5371" y="14707"/>
                    <a:pt x="5938" y="14607"/>
                  </a:cubicBezTo>
                  <a:cubicBezTo>
                    <a:pt x="6138" y="16808"/>
                    <a:pt x="6472" y="18910"/>
                    <a:pt x="6472" y="21078"/>
                  </a:cubicBezTo>
                  <a:cubicBezTo>
                    <a:pt x="6472" y="23446"/>
                    <a:pt x="6739" y="25848"/>
                    <a:pt x="7172" y="28183"/>
                  </a:cubicBezTo>
                  <a:cubicBezTo>
                    <a:pt x="7606" y="30551"/>
                    <a:pt x="7873" y="33220"/>
                    <a:pt x="9074" y="35388"/>
                  </a:cubicBezTo>
                  <a:cubicBezTo>
                    <a:pt x="10636" y="38179"/>
                    <a:pt x="13797" y="38811"/>
                    <a:pt x="16983" y="38811"/>
                  </a:cubicBezTo>
                  <a:cubicBezTo>
                    <a:pt x="18900" y="38811"/>
                    <a:pt x="20825" y="38582"/>
                    <a:pt x="22417" y="38457"/>
                  </a:cubicBezTo>
                  <a:cubicBezTo>
                    <a:pt x="24885" y="38257"/>
                    <a:pt x="27320" y="37990"/>
                    <a:pt x="29789" y="37923"/>
                  </a:cubicBezTo>
                  <a:cubicBezTo>
                    <a:pt x="31423" y="37857"/>
                    <a:pt x="33124" y="37923"/>
                    <a:pt x="34759" y="37657"/>
                  </a:cubicBezTo>
                  <a:cubicBezTo>
                    <a:pt x="35559" y="37523"/>
                    <a:pt x="36360" y="37256"/>
                    <a:pt x="36593" y="36389"/>
                  </a:cubicBezTo>
                  <a:cubicBezTo>
                    <a:pt x="36960" y="35188"/>
                    <a:pt x="36493" y="33687"/>
                    <a:pt x="36260" y="32520"/>
                  </a:cubicBezTo>
                  <a:cubicBezTo>
                    <a:pt x="35693" y="29918"/>
                    <a:pt x="35326" y="26782"/>
                    <a:pt x="34292" y="24214"/>
                  </a:cubicBezTo>
                  <a:cubicBezTo>
                    <a:pt x="34158" y="23880"/>
                    <a:pt x="33992" y="23513"/>
                    <a:pt x="33825" y="23180"/>
                  </a:cubicBezTo>
                  <a:cubicBezTo>
                    <a:pt x="35593" y="22246"/>
                    <a:pt x="37227" y="21145"/>
                    <a:pt x="38895" y="20044"/>
                  </a:cubicBezTo>
                  <a:cubicBezTo>
                    <a:pt x="39796" y="19477"/>
                    <a:pt x="40663" y="18876"/>
                    <a:pt x="41497" y="18243"/>
                  </a:cubicBezTo>
                  <a:cubicBezTo>
                    <a:pt x="41931" y="17909"/>
                    <a:pt x="42364" y="17642"/>
                    <a:pt x="42798" y="17309"/>
                  </a:cubicBezTo>
                  <a:cubicBezTo>
                    <a:pt x="43465" y="16775"/>
                    <a:pt x="43765" y="16642"/>
                    <a:pt x="43432" y="15774"/>
                  </a:cubicBezTo>
                  <a:cubicBezTo>
                    <a:pt x="42731" y="14140"/>
                    <a:pt x="41897" y="12539"/>
                    <a:pt x="40930" y="11037"/>
                  </a:cubicBezTo>
                  <a:cubicBezTo>
                    <a:pt x="38995" y="8035"/>
                    <a:pt x="36560" y="5367"/>
                    <a:pt x="33725" y="3165"/>
                  </a:cubicBezTo>
                  <a:cubicBezTo>
                    <a:pt x="31957" y="1798"/>
                    <a:pt x="29789" y="1297"/>
                    <a:pt x="27620" y="997"/>
                  </a:cubicBezTo>
                  <a:cubicBezTo>
                    <a:pt x="25319" y="663"/>
                    <a:pt x="23050" y="330"/>
                    <a:pt x="20749" y="163"/>
                  </a:cubicBezTo>
                  <a:cubicBezTo>
                    <a:pt x="19369" y="50"/>
                    <a:pt x="17990" y="1"/>
                    <a:pt x="16612" y="1"/>
                  </a:cubicBez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48"/>
            <p:cNvSpPr/>
            <p:nvPr/>
          </p:nvSpPr>
          <p:spPr>
            <a:xfrm>
              <a:off x="6447706" y="3035313"/>
              <a:ext cx="633036" cy="354632"/>
            </a:xfrm>
            <a:custGeom>
              <a:avLst/>
              <a:gdLst/>
              <a:ahLst/>
              <a:cxnLst/>
              <a:rect l="l" t="t" r="r" b="b"/>
              <a:pathLst>
                <a:path w="33525" h="18781" extrusionOk="0">
                  <a:moveTo>
                    <a:pt x="1268" y="0"/>
                  </a:moveTo>
                  <a:cubicBezTo>
                    <a:pt x="534" y="0"/>
                    <a:pt x="0" y="668"/>
                    <a:pt x="100" y="1401"/>
                  </a:cubicBezTo>
                  <a:lnTo>
                    <a:pt x="2736" y="18780"/>
                  </a:lnTo>
                  <a:lnTo>
                    <a:pt x="33524" y="18780"/>
                  </a:lnTo>
                  <a:lnTo>
                    <a:pt x="30856" y="1068"/>
                  </a:lnTo>
                  <a:cubicBezTo>
                    <a:pt x="30756" y="467"/>
                    <a:pt x="30222" y="0"/>
                    <a:pt x="2962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48"/>
            <p:cNvSpPr/>
            <p:nvPr/>
          </p:nvSpPr>
          <p:spPr>
            <a:xfrm>
              <a:off x="7090164" y="3094377"/>
              <a:ext cx="527841" cy="323608"/>
            </a:xfrm>
            <a:custGeom>
              <a:avLst/>
              <a:gdLst/>
              <a:ahLst/>
              <a:cxnLst/>
              <a:rect l="l" t="t" r="r" b="b"/>
              <a:pathLst>
                <a:path w="27954" h="17138" extrusionOk="0">
                  <a:moveTo>
                    <a:pt x="2496" y="1"/>
                  </a:moveTo>
                  <a:cubicBezTo>
                    <a:pt x="2089" y="1"/>
                    <a:pt x="1680" y="52"/>
                    <a:pt x="1268" y="175"/>
                  </a:cubicBezTo>
                  <a:cubicBezTo>
                    <a:pt x="1001" y="275"/>
                    <a:pt x="734" y="408"/>
                    <a:pt x="534" y="642"/>
                  </a:cubicBezTo>
                  <a:cubicBezTo>
                    <a:pt x="1" y="1342"/>
                    <a:pt x="901" y="1509"/>
                    <a:pt x="1402" y="1576"/>
                  </a:cubicBezTo>
                  <a:cubicBezTo>
                    <a:pt x="1387" y="1575"/>
                    <a:pt x="1372" y="1574"/>
                    <a:pt x="1358" y="1574"/>
                  </a:cubicBezTo>
                  <a:cubicBezTo>
                    <a:pt x="978" y="1574"/>
                    <a:pt x="671" y="1991"/>
                    <a:pt x="768" y="2376"/>
                  </a:cubicBezTo>
                  <a:cubicBezTo>
                    <a:pt x="852" y="2685"/>
                    <a:pt x="1173" y="2900"/>
                    <a:pt x="1512" y="2900"/>
                  </a:cubicBezTo>
                  <a:cubicBezTo>
                    <a:pt x="1575" y="2900"/>
                    <a:pt x="1639" y="2892"/>
                    <a:pt x="1702" y="2877"/>
                  </a:cubicBezTo>
                  <a:lnTo>
                    <a:pt x="1702" y="2877"/>
                  </a:lnTo>
                  <a:cubicBezTo>
                    <a:pt x="1468" y="3010"/>
                    <a:pt x="1201" y="3210"/>
                    <a:pt x="1235" y="3477"/>
                  </a:cubicBezTo>
                  <a:cubicBezTo>
                    <a:pt x="1268" y="3844"/>
                    <a:pt x="1702" y="3977"/>
                    <a:pt x="2069" y="4011"/>
                  </a:cubicBezTo>
                  <a:cubicBezTo>
                    <a:pt x="1668" y="4078"/>
                    <a:pt x="1535" y="4545"/>
                    <a:pt x="1735" y="4845"/>
                  </a:cubicBezTo>
                  <a:cubicBezTo>
                    <a:pt x="1969" y="5145"/>
                    <a:pt x="2402" y="5212"/>
                    <a:pt x="2736" y="5245"/>
                  </a:cubicBezTo>
                  <a:cubicBezTo>
                    <a:pt x="3591" y="5343"/>
                    <a:pt x="4463" y="5405"/>
                    <a:pt x="5340" y="5405"/>
                  </a:cubicBezTo>
                  <a:cubicBezTo>
                    <a:pt x="5662" y="5405"/>
                    <a:pt x="5983" y="5396"/>
                    <a:pt x="6305" y="5378"/>
                  </a:cubicBezTo>
                  <a:cubicBezTo>
                    <a:pt x="6372" y="5378"/>
                    <a:pt x="6438" y="5378"/>
                    <a:pt x="6505" y="5412"/>
                  </a:cubicBezTo>
                  <a:cubicBezTo>
                    <a:pt x="6539" y="5412"/>
                    <a:pt x="6605" y="5445"/>
                    <a:pt x="6639" y="5512"/>
                  </a:cubicBezTo>
                  <a:cubicBezTo>
                    <a:pt x="7573" y="6279"/>
                    <a:pt x="8540" y="7046"/>
                    <a:pt x="9541" y="7780"/>
                  </a:cubicBezTo>
                  <a:cubicBezTo>
                    <a:pt x="10441" y="8447"/>
                    <a:pt x="11242" y="9415"/>
                    <a:pt x="12076" y="10215"/>
                  </a:cubicBezTo>
                  <a:cubicBezTo>
                    <a:pt x="13477" y="11550"/>
                    <a:pt x="14844" y="12984"/>
                    <a:pt x="16346" y="14151"/>
                  </a:cubicBezTo>
                  <a:cubicBezTo>
                    <a:pt x="16546" y="14318"/>
                    <a:pt x="16746" y="14485"/>
                    <a:pt x="16946" y="14652"/>
                  </a:cubicBezTo>
                  <a:cubicBezTo>
                    <a:pt x="18647" y="15919"/>
                    <a:pt x="20749" y="16920"/>
                    <a:pt x="22884" y="17120"/>
                  </a:cubicBezTo>
                  <a:cubicBezTo>
                    <a:pt x="23023" y="17131"/>
                    <a:pt x="23165" y="17137"/>
                    <a:pt x="23308" y="17137"/>
                  </a:cubicBezTo>
                  <a:cubicBezTo>
                    <a:pt x="25284" y="17137"/>
                    <a:pt x="27512" y="16064"/>
                    <a:pt x="27854" y="13918"/>
                  </a:cubicBezTo>
                  <a:cubicBezTo>
                    <a:pt x="27954" y="13251"/>
                    <a:pt x="27854" y="12584"/>
                    <a:pt x="27754" y="11916"/>
                  </a:cubicBezTo>
                  <a:cubicBezTo>
                    <a:pt x="27587" y="11083"/>
                    <a:pt x="27353" y="10249"/>
                    <a:pt x="27087" y="9415"/>
                  </a:cubicBezTo>
                  <a:cubicBezTo>
                    <a:pt x="26986" y="9148"/>
                    <a:pt x="26886" y="8881"/>
                    <a:pt x="26720" y="8647"/>
                  </a:cubicBezTo>
                  <a:cubicBezTo>
                    <a:pt x="26419" y="8247"/>
                    <a:pt x="25919" y="8047"/>
                    <a:pt x="25452" y="7880"/>
                  </a:cubicBezTo>
                  <a:lnTo>
                    <a:pt x="18747" y="5378"/>
                  </a:lnTo>
                  <a:cubicBezTo>
                    <a:pt x="15979" y="4378"/>
                    <a:pt x="13243" y="3410"/>
                    <a:pt x="10475" y="2443"/>
                  </a:cubicBezTo>
                  <a:cubicBezTo>
                    <a:pt x="8940" y="1876"/>
                    <a:pt x="7406" y="1276"/>
                    <a:pt x="5871" y="775"/>
                  </a:cubicBezTo>
                  <a:cubicBezTo>
                    <a:pt x="4764" y="406"/>
                    <a:pt x="3639" y="1"/>
                    <a:pt x="2496"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48"/>
            <p:cNvSpPr/>
            <p:nvPr/>
          </p:nvSpPr>
          <p:spPr>
            <a:xfrm>
              <a:off x="6279519" y="3388661"/>
              <a:ext cx="1526197" cy="50416"/>
            </a:xfrm>
            <a:custGeom>
              <a:avLst/>
              <a:gdLst/>
              <a:ahLst/>
              <a:cxnLst/>
              <a:rect l="l" t="t" r="r" b="b"/>
              <a:pathLst>
                <a:path w="80826" h="2670" extrusionOk="0">
                  <a:moveTo>
                    <a:pt x="1" y="1"/>
                  </a:moveTo>
                  <a:lnTo>
                    <a:pt x="1" y="2669"/>
                  </a:lnTo>
                  <a:lnTo>
                    <a:pt x="80825" y="2669"/>
                  </a:lnTo>
                  <a:lnTo>
                    <a:pt x="80825" y="1"/>
                  </a:lnTo>
                  <a:close/>
                </a:path>
              </a:pathLst>
            </a:custGeom>
            <a:solidFill>
              <a:schemeClr val="dk2"/>
            </a:solidFill>
            <a:ln w="9525" cap="flat" cmpd="sng">
              <a:solidFill>
                <a:schemeClr val="dk1"/>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 name="Google Shape;664;p48"/>
          <p:cNvGrpSpPr/>
          <p:nvPr/>
        </p:nvGrpSpPr>
        <p:grpSpPr>
          <a:xfrm>
            <a:off x="7442550" y="2724493"/>
            <a:ext cx="1671184" cy="2440924"/>
            <a:chOff x="6795049" y="1179275"/>
            <a:chExt cx="1268451" cy="1852694"/>
          </a:xfrm>
        </p:grpSpPr>
        <p:sp>
          <p:nvSpPr>
            <p:cNvPr id="665" name="Google Shape;665;p48"/>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8"/>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8"/>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8"/>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8"/>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8"/>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48"/>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Subtitle 2">
            <a:extLst>
              <a:ext uri="{FF2B5EF4-FFF2-40B4-BE49-F238E27FC236}">
                <a16:creationId xmlns:a16="http://schemas.microsoft.com/office/drawing/2014/main" id="{6138AB4B-2A0E-B119-8FFB-A9DB17D1F83B}"/>
              </a:ext>
            </a:extLst>
          </p:cNvPr>
          <p:cNvSpPr>
            <a:spLocks noGrp="1"/>
          </p:cNvSpPr>
          <p:nvPr>
            <p:ph type="subTitle" idx="1"/>
          </p:nvPr>
        </p:nvSpPr>
        <p:spPr>
          <a:xfrm flipH="1">
            <a:off x="546456" y="1423610"/>
            <a:ext cx="3892725" cy="3477184"/>
          </a:xfrm>
        </p:spPr>
        <p:txBody>
          <a:bodyPr/>
          <a:lstStyle/>
          <a:p>
            <a:pPr marL="0" lvl="0" indent="0" rtl="0">
              <a:spcBef>
                <a:spcPts val="0"/>
              </a:spcBef>
              <a:spcAft>
                <a:spcPts val="0"/>
              </a:spcAft>
              <a:buNone/>
            </a:pPr>
            <a:r>
              <a:rPr lang="en-US" sz="6000" dirty="0"/>
              <a:t>Slider &amp; </a:t>
            </a:r>
            <a:r>
              <a:rPr lang="en-US" sz="6000" dirty="0">
                <a:latin typeface="El Messiri" panose="020B0604020202020204" charset="-78"/>
                <a:cs typeface="El Messiri" panose="020B0604020202020204" charset="-78"/>
              </a:rPr>
              <a:t>Volume</a:t>
            </a:r>
          </a:p>
          <a:p>
            <a:pPr marL="0" lvl="0" indent="0" rtl="0">
              <a:spcBef>
                <a:spcPts val="0"/>
              </a:spcBef>
              <a:spcAft>
                <a:spcPts val="0"/>
              </a:spcAft>
              <a:buNone/>
            </a:pPr>
            <a:r>
              <a:rPr lang="en-US" sz="6000" dirty="0"/>
              <a:t>Functions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Slider &amp; Volume Function</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a:t>def slide(x):</a:t>
            </a:r>
          </a:p>
          <a:p>
            <a:pPr marL="114300" indent="0">
              <a:buNone/>
            </a:pPr>
            <a:r>
              <a:rPr lang="en-US" sz="1200" dirty="0"/>
              <a:t>    song = </a:t>
            </a:r>
            <a:r>
              <a:rPr lang="en-US" sz="1200" dirty="0" err="1"/>
              <a:t>song_box.get</a:t>
            </a:r>
            <a:r>
              <a:rPr lang="en-US" sz="1200" dirty="0"/>
              <a:t>(ACTIVE)</a:t>
            </a:r>
          </a:p>
          <a:p>
            <a:pPr marL="114300" indent="0">
              <a:buNone/>
            </a:pPr>
            <a:r>
              <a:rPr lang="en-US" sz="1200" dirty="0"/>
              <a:t>    song = </a:t>
            </a:r>
            <a:r>
              <a:rPr lang="en-US" sz="1200" dirty="0" err="1"/>
              <a:t>f'C</a:t>
            </a:r>
            <a:r>
              <a:rPr lang="en-US" sz="1200" dirty="0"/>
              <a:t>:/Python Project/</a:t>
            </a:r>
            <a:r>
              <a:rPr lang="en-US" sz="1200" dirty="0" err="1"/>
              <a:t>musicplayer</a:t>
            </a:r>
            <a:r>
              <a:rPr lang="en-US" sz="1200" dirty="0"/>
              <a:t>-main/music/{song}.mp3'</a:t>
            </a:r>
          </a:p>
          <a:p>
            <a:pPr marL="114300" indent="0">
              <a:buNone/>
            </a:pPr>
            <a:endParaRPr lang="en-US" sz="1200" dirty="0"/>
          </a:p>
          <a:p>
            <a:pPr marL="114300" indent="0">
              <a:buNone/>
            </a:pPr>
            <a:r>
              <a:rPr lang="en-US" sz="1200" dirty="0"/>
              <a:t>    </a:t>
            </a:r>
            <a:r>
              <a:rPr lang="en-US" sz="1200" dirty="0" err="1"/>
              <a:t>pygame.mixer.music.load</a:t>
            </a:r>
            <a:r>
              <a:rPr lang="en-US" sz="1200" dirty="0"/>
              <a:t>(song)</a:t>
            </a:r>
          </a:p>
          <a:p>
            <a:pPr marL="114300" indent="0">
              <a:buNone/>
            </a:pPr>
            <a:r>
              <a:rPr lang="en-US" sz="1200" dirty="0"/>
              <a:t>    </a:t>
            </a:r>
            <a:r>
              <a:rPr lang="en-US" sz="1200" dirty="0" err="1"/>
              <a:t>pygame.mixer.music.play</a:t>
            </a:r>
            <a:r>
              <a:rPr lang="en-US" sz="1200" dirty="0"/>
              <a:t>(loops=0, start=int(</a:t>
            </a:r>
            <a:r>
              <a:rPr lang="en-US" sz="1200" dirty="0" err="1"/>
              <a:t>my_slider.get</a:t>
            </a:r>
            <a:r>
              <a:rPr lang="en-US" sz="1200" dirty="0"/>
              <a:t>()))</a:t>
            </a:r>
          </a:p>
          <a:p>
            <a:pPr marL="114300" indent="0">
              <a:buNone/>
            </a:pPr>
            <a:endParaRPr lang="en-US" sz="1200" dirty="0"/>
          </a:p>
          <a:p>
            <a:pPr marL="114300" indent="0">
              <a:buNone/>
            </a:pPr>
            <a:endParaRPr lang="en-US" sz="1200" dirty="0"/>
          </a:p>
          <a:p>
            <a:pPr marL="114300" indent="0">
              <a:buNone/>
            </a:pPr>
            <a:r>
              <a:rPr lang="en-US" sz="1200" dirty="0"/>
              <a:t>def volume(x):</a:t>
            </a:r>
          </a:p>
          <a:p>
            <a:pPr marL="114300" indent="0">
              <a:buNone/>
            </a:pPr>
            <a:r>
              <a:rPr lang="en-US" sz="1200" dirty="0"/>
              <a:t>    </a:t>
            </a:r>
            <a:r>
              <a:rPr lang="en-US" sz="1200" dirty="0" err="1"/>
              <a:t>pygame.mixer.music.set_volume</a:t>
            </a:r>
            <a:r>
              <a:rPr lang="en-US" sz="1200" dirty="0"/>
              <a:t>(</a:t>
            </a:r>
            <a:r>
              <a:rPr lang="en-US" sz="1200" dirty="0" err="1"/>
              <a:t>volume_slider.get</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slide function is to skip to any length in the song. The slide function need to make at least one parameter so here ‘x’ is passed but it is not used.</a:t>
            </a:r>
          </a:p>
          <a:p>
            <a:pPr marL="114300" indent="0">
              <a:buNone/>
            </a:pPr>
            <a:endParaRPr lang="en-US" sz="1400" dirty="0"/>
          </a:p>
          <a:p>
            <a:pPr marL="114300" indent="0">
              <a:buNone/>
            </a:pPr>
            <a:r>
              <a:rPr lang="en-US" sz="1400" dirty="0"/>
              <a:t>The active song  is selected from the song box and is added to it path and is loaded.</a:t>
            </a:r>
          </a:p>
          <a:p>
            <a:pPr marL="114300" indent="0">
              <a:buNone/>
            </a:pPr>
            <a:endParaRPr lang="en-US" sz="1400" dirty="0"/>
          </a:p>
          <a:p>
            <a:pPr marL="114300" indent="0">
              <a:buNone/>
            </a:pPr>
            <a:r>
              <a:rPr lang="en-US" sz="1400" dirty="0"/>
              <a:t>When playing two parameters are passed one is loop which is set to 0, and second is the start which means the Strat position in the song which is set the position of slider which is in float and converted into integer.</a:t>
            </a:r>
          </a:p>
        </p:txBody>
      </p:sp>
    </p:spTree>
    <p:extLst>
      <p:ext uri="{BB962C8B-B14F-4D97-AF65-F5344CB8AC3E}">
        <p14:creationId xmlns:p14="http://schemas.microsoft.com/office/powerpoint/2010/main" val="7100175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619D-4963-8547-93AF-3127CD39B0B1}"/>
              </a:ext>
            </a:extLst>
          </p:cNvPr>
          <p:cNvSpPr>
            <a:spLocks noGrp="1"/>
          </p:cNvSpPr>
          <p:nvPr>
            <p:ph type="title"/>
          </p:nvPr>
        </p:nvSpPr>
        <p:spPr/>
        <p:txBody>
          <a:bodyPr/>
          <a:lstStyle/>
          <a:p>
            <a:r>
              <a:rPr lang="en-US" dirty="0"/>
              <a:t>Continued..</a:t>
            </a:r>
          </a:p>
        </p:txBody>
      </p:sp>
      <p:sp>
        <p:nvSpPr>
          <p:cNvPr id="34" name="Subtitle 33">
            <a:extLst>
              <a:ext uri="{FF2B5EF4-FFF2-40B4-BE49-F238E27FC236}">
                <a16:creationId xmlns:a16="http://schemas.microsoft.com/office/drawing/2014/main" id="{574ED7E8-2DBC-54FD-C77E-AD654500A84C}"/>
              </a:ext>
            </a:extLst>
          </p:cNvPr>
          <p:cNvSpPr>
            <a:spLocks noGrp="1"/>
          </p:cNvSpPr>
          <p:nvPr>
            <p:ph type="subTitle" idx="1"/>
          </p:nvPr>
        </p:nvSpPr>
        <p:spPr>
          <a:xfrm>
            <a:off x="713100" y="1072200"/>
            <a:ext cx="7717925" cy="3460200"/>
          </a:xfrm>
          <a:custGeom>
            <a:avLst/>
            <a:gdLst>
              <a:gd name="connsiteX0" fmla="*/ 3859025 w 7717925"/>
              <a:gd name="connsiteY0" fmla="*/ 0 h 3460200"/>
              <a:gd name="connsiteX1" fmla="*/ 7717925 w 7717925"/>
              <a:gd name="connsiteY1" fmla="*/ 0 h 3460200"/>
              <a:gd name="connsiteX2" fmla="*/ 7717925 w 7717925"/>
              <a:gd name="connsiteY2" fmla="*/ 3460200 h 3460200"/>
              <a:gd name="connsiteX3" fmla="*/ 3859025 w 7717925"/>
              <a:gd name="connsiteY3" fmla="*/ 3460200 h 3460200"/>
              <a:gd name="connsiteX4" fmla="*/ 0 w 7717925"/>
              <a:gd name="connsiteY4" fmla="*/ 0 h 3460200"/>
              <a:gd name="connsiteX5" fmla="*/ 125 w 7717925"/>
              <a:gd name="connsiteY5" fmla="*/ 0 h 3460200"/>
              <a:gd name="connsiteX6" fmla="*/ 125 w 7717925"/>
              <a:gd name="connsiteY6" fmla="*/ 3460200 h 3460200"/>
              <a:gd name="connsiteX7" fmla="*/ 0 w 7717925"/>
              <a:gd name="connsiteY7" fmla="*/ 3460200 h 346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7925" h="3460200">
                <a:moveTo>
                  <a:pt x="3859025" y="0"/>
                </a:moveTo>
                <a:lnTo>
                  <a:pt x="7717925" y="0"/>
                </a:lnTo>
                <a:lnTo>
                  <a:pt x="7717925" y="3460200"/>
                </a:lnTo>
                <a:lnTo>
                  <a:pt x="3859025" y="3460200"/>
                </a:lnTo>
                <a:close/>
                <a:moveTo>
                  <a:pt x="0" y="0"/>
                </a:moveTo>
                <a:lnTo>
                  <a:pt x="125" y="0"/>
                </a:lnTo>
                <a:lnTo>
                  <a:pt x="125" y="3460200"/>
                </a:lnTo>
                <a:lnTo>
                  <a:pt x="0" y="3460200"/>
                </a:lnTo>
                <a:close/>
              </a:path>
            </a:pathLst>
          </a:custGeom>
          <a:noFill/>
          <a:ln>
            <a:noFill/>
          </a:ln>
        </p:spPr>
        <p:txBody>
          <a:bodyPr wrap="square">
            <a:noAutofit/>
          </a:bodyPr>
          <a:lstStyle/>
          <a:p>
            <a:pPr marL="114300" indent="0">
              <a:buNone/>
            </a:pPr>
            <a:r>
              <a:rPr lang="en-US" sz="1400" dirty="0"/>
              <a:t>The volume function sets the volume of the music.</a:t>
            </a:r>
          </a:p>
          <a:p>
            <a:pPr marL="114300" indent="0">
              <a:buNone/>
            </a:pPr>
            <a:endParaRPr lang="en-US" sz="1400" dirty="0"/>
          </a:p>
          <a:p>
            <a:pPr marL="114300" indent="0">
              <a:buNone/>
            </a:pPr>
            <a:r>
              <a:rPr lang="en-US" sz="1400" dirty="0"/>
              <a:t>The volume of music is set using ‘</a:t>
            </a:r>
            <a:r>
              <a:rPr lang="en-US" sz="1400" dirty="0" err="1"/>
              <a:t>pygame.mixer.set_volume</a:t>
            </a:r>
            <a:r>
              <a:rPr lang="en-US" sz="1400" dirty="0"/>
              <a:t>’ function. The function accepts one argument that is level of volume.</a:t>
            </a:r>
          </a:p>
          <a:p>
            <a:pPr marL="114300" indent="0">
              <a:buNone/>
            </a:pPr>
            <a:endParaRPr lang="en-US" sz="1400" dirty="0"/>
          </a:p>
          <a:p>
            <a:pPr marL="114300" indent="0">
              <a:buNone/>
            </a:pPr>
            <a:r>
              <a:rPr lang="en-US" sz="1400" dirty="0"/>
              <a:t>The volume is accepted in range between 0-1 i.e. the music can have max volume of 1 and least volume of 0.</a:t>
            </a:r>
          </a:p>
          <a:p>
            <a:pPr marL="114300" indent="0">
              <a:buNone/>
            </a:pPr>
            <a:endParaRPr lang="en-US" sz="1400" dirty="0"/>
          </a:p>
          <a:p>
            <a:pPr marL="114300" indent="0">
              <a:buNone/>
            </a:pPr>
            <a:r>
              <a:rPr lang="en-US" sz="1400" dirty="0"/>
              <a:t>The volume can be in a long float with a long precision.</a:t>
            </a:r>
          </a:p>
          <a:p>
            <a:pPr marL="114300" indent="0">
              <a:buNone/>
            </a:pPr>
            <a:endParaRPr lang="en-US" sz="1400" dirty="0"/>
          </a:p>
          <a:p>
            <a:pPr marL="114300" indent="0">
              <a:buNone/>
            </a:pPr>
            <a:r>
              <a:rPr lang="en-US" sz="1400" dirty="0"/>
              <a:t>The volume is determined by the position of the volume slider which is ideally set at 1 so the volume is also set at 1 which is highest.</a:t>
            </a:r>
          </a:p>
          <a:p>
            <a:pPr marL="114300" indent="0">
              <a:buNone/>
            </a:pPr>
            <a:endParaRPr lang="en-US" sz="1400" dirty="0"/>
          </a:p>
          <a:p>
            <a:pPr marL="114300" indent="0">
              <a:buNone/>
            </a:pPr>
            <a:r>
              <a:rPr lang="en-US" sz="1400" dirty="0"/>
              <a:t>When the position of the volume slider is changed the ‘.get’ method is used to get the current position of slider.</a:t>
            </a:r>
          </a:p>
          <a:p>
            <a:pPr marL="114300" indent="0">
              <a:buNone/>
            </a:pPr>
            <a:endParaRPr lang="en-US" sz="1200" dirty="0"/>
          </a:p>
          <a:p>
            <a:pPr marL="114300" indent="0">
              <a:buNone/>
            </a:pPr>
            <a:endParaRPr lang="en-US" sz="1200" dirty="0"/>
          </a:p>
        </p:txBody>
      </p:sp>
    </p:spTree>
    <p:extLst>
      <p:ext uri="{BB962C8B-B14F-4D97-AF65-F5344CB8AC3E}">
        <p14:creationId xmlns:p14="http://schemas.microsoft.com/office/powerpoint/2010/main" val="24523212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49"/>
          <p:cNvSpPr/>
          <p:nvPr/>
        </p:nvSpPr>
        <p:spPr>
          <a:xfrm>
            <a:off x="887100" y="184715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9"/>
          <p:cNvSpPr txBox="1">
            <a:spLocks noGrp="1"/>
          </p:cNvSpPr>
          <p:nvPr>
            <p:ph type="title"/>
          </p:nvPr>
        </p:nvSpPr>
        <p:spPr>
          <a:xfrm>
            <a:off x="4451926" y="676457"/>
            <a:ext cx="3457800" cy="120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8800" dirty="0">
                <a:solidFill>
                  <a:schemeClr val="tx2"/>
                </a:solidFill>
              </a:rPr>
              <a:t>09</a:t>
            </a:r>
            <a:br>
              <a:rPr lang="en-IN" sz="8800" dirty="0">
                <a:solidFill>
                  <a:schemeClr val="tx2"/>
                </a:solidFill>
              </a:rPr>
            </a:br>
            <a:endParaRPr lang="en-IN" sz="8800" dirty="0">
              <a:solidFill>
                <a:schemeClr val="tx2"/>
              </a:solidFill>
            </a:endParaRPr>
          </a:p>
        </p:txBody>
      </p:sp>
      <p:sp>
        <p:nvSpPr>
          <p:cNvPr id="678" name="Google Shape;678;p49"/>
          <p:cNvSpPr txBox="1">
            <a:spLocks noGrp="1"/>
          </p:cNvSpPr>
          <p:nvPr>
            <p:ph type="subTitle" idx="1"/>
          </p:nvPr>
        </p:nvSpPr>
        <p:spPr>
          <a:xfrm>
            <a:off x="4438625" y="1956324"/>
            <a:ext cx="3992100" cy="2851883"/>
          </a:xfrm>
          <a:prstGeom prst="rect">
            <a:avLst/>
          </a:prstGeom>
        </p:spPr>
        <p:txBody>
          <a:bodyPr spcFirstLastPara="1" wrap="square" lIns="91425" tIns="91425" rIns="91425" bIns="91425" anchor="t" anchorCtr="0">
            <a:noAutofit/>
          </a:bodyPr>
          <a:lstStyle/>
          <a:p>
            <a:pPr marL="0" indent="0">
              <a:buClr>
                <a:srgbClr val="1A1A1A"/>
              </a:buClr>
              <a:buSzPts val="1100"/>
              <a:buNone/>
            </a:pPr>
            <a:r>
              <a:rPr lang="en-IN" sz="5400" dirty="0" err="1">
                <a:latin typeface="El Messiri" panose="020B0604020202020204" charset="-78"/>
                <a:cs typeface="El Messiri" panose="020B0604020202020204" charset="-78"/>
              </a:rPr>
              <a:t>Tkinter</a:t>
            </a:r>
            <a:endParaRPr lang="en-IN" sz="5400" dirty="0">
              <a:latin typeface="El Messiri" panose="020B0604020202020204" charset="-78"/>
              <a:cs typeface="El Messiri" panose="020B0604020202020204" charset="-78"/>
            </a:endParaRPr>
          </a:p>
          <a:p>
            <a:pPr marL="0" indent="0">
              <a:buClr>
                <a:srgbClr val="1A1A1A"/>
              </a:buClr>
              <a:buSzPts val="1100"/>
              <a:buNone/>
            </a:pPr>
            <a:r>
              <a:rPr lang="en-US" sz="5400" dirty="0">
                <a:latin typeface="El Messiri" panose="020B0604020202020204" charset="-78"/>
                <a:cs typeface="El Messiri" panose="020B0604020202020204" charset="-78"/>
              </a:rPr>
              <a:t>List Box &amp; </a:t>
            </a:r>
            <a:r>
              <a:rPr lang="en-US" sz="5400" dirty="0" err="1">
                <a:latin typeface="El Messiri" panose="020B0604020202020204" charset="-78"/>
                <a:cs typeface="El Messiri" panose="020B0604020202020204" charset="-78"/>
              </a:rPr>
              <a:t>CTk</a:t>
            </a:r>
            <a:r>
              <a:rPr lang="en-US" sz="5400" dirty="0">
                <a:latin typeface="El Messiri" panose="020B0604020202020204" charset="-78"/>
                <a:cs typeface="El Messiri" panose="020B0604020202020204" charset="-78"/>
              </a:rPr>
              <a:t> Frames</a:t>
            </a:r>
          </a:p>
          <a:p>
            <a:pPr marL="0" lvl="0" indent="0" algn="l" rtl="0">
              <a:spcBef>
                <a:spcPts val="0"/>
              </a:spcBef>
              <a:spcAft>
                <a:spcPts val="0"/>
              </a:spcAft>
              <a:buClr>
                <a:srgbClr val="1A1A1A"/>
              </a:buClr>
              <a:buSzPts val="1100"/>
              <a:buFont typeface="Arial"/>
              <a:buNone/>
            </a:pPr>
            <a:endParaRPr sz="5400" dirty="0">
              <a:latin typeface="El Messiri" panose="020B0604020202020204" charset="-78"/>
              <a:cs typeface="El Messiri" panose="020B0604020202020204" charset="-78"/>
            </a:endParaRPr>
          </a:p>
        </p:txBody>
      </p:sp>
      <p:grpSp>
        <p:nvGrpSpPr>
          <p:cNvPr id="679" name="Google Shape;679;p49"/>
          <p:cNvGrpSpPr/>
          <p:nvPr/>
        </p:nvGrpSpPr>
        <p:grpSpPr>
          <a:xfrm>
            <a:off x="1351240" y="1411690"/>
            <a:ext cx="2625203" cy="2874889"/>
            <a:chOff x="5807650" y="1609575"/>
            <a:chExt cx="2505443" cy="2743738"/>
          </a:xfrm>
        </p:grpSpPr>
        <p:sp>
          <p:nvSpPr>
            <p:cNvPr id="680" name="Google Shape;680;p49"/>
            <p:cNvSpPr/>
            <p:nvPr/>
          </p:nvSpPr>
          <p:spPr>
            <a:xfrm>
              <a:off x="6742830" y="3258654"/>
              <a:ext cx="693129" cy="962729"/>
            </a:xfrm>
            <a:custGeom>
              <a:avLst/>
              <a:gdLst/>
              <a:ahLst/>
              <a:cxnLst/>
              <a:rect l="l" t="t" r="r" b="b"/>
              <a:pathLst>
                <a:path w="14531" h="20183" fill="none" extrusionOk="0">
                  <a:moveTo>
                    <a:pt x="14530" y="20183"/>
                  </a:moveTo>
                  <a:lnTo>
                    <a:pt x="10609" y="0"/>
                  </a:lnTo>
                  <a:lnTo>
                    <a:pt x="5594" y="0"/>
                  </a:lnTo>
                  <a:lnTo>
                    <a:pt x="1" y="20183"/>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9"/>
            <p:cNvSpPr/>
            <p:nvPr/>
          </p:nvSpPr>
          <p:spPr>
            <a:xfrm>
              <a:off x="6512338" y="2147550"/>
              <a:ext cx="1259948" cy="1249025"/>
            </a:xfrm>
            <a:custGeom>
              <a:avLst/>
              <a:gdLst/>
              <a:ahLst/>
              <a:cxnLst/>
              <a:rect l="l" t="t" r="r" b="b"/>
              <a:pathLst>
                <a:path w="26414" h="26185" extrusionOk="0">
                  <a:moveTo>
                    <a:pt x="20094" y="1"/>
                  </a:moveTo>
                  <a:cubicBezTo>
                    <a:pt x="19455" y="1"/>
                    <a:pt x="18807" y="132"/>
                    <a:pt x="18177" y="405"/>
                  </a:cubicBezTo>
                  <a:cubicBezTo>
                    <a:pt x="16323" y="1165"/>
                    <a:pt x="15654" y="2898"/>
                    <a:pt x="15380" y="4782"/>
                  </a:cubicBezTo>
                  <a:cubicBezTo>
                    <a:pt x="15137" y="6484"/>
                    <a:pt x="14803" y="8217"/>
                    <a:pt x="14408" y="9919"/>
                  </a:cubicBezTo>
                  <a:cubicBezTo>
                    <a:pt x="13921" y="11865"/>
                    <a:pt x="13344" y="13840"/>
                    <a:pt x="12158" y="15482"/>
                  </a:cubicBezTo>
                  <a:cubicBezTo>
                    <a:pt x="11034" y="17062"/>
                    <a:pt x="9605" y="17822"/>
                    <a:pt x="7751" y="18308"/>
                  </a:cubicBezTo>
                  <a:cubicBezTo>
                    <a:pt x="5927" y="18795"/>
                    <a:pt x="3830" y="19585"/>
                    <a:pt x="2128" y="20497"/>
                  </a:cubicBezTo>
                  <a:cubicBezTo>
                    <a:pt x="0" y="21652"/>
                    <a:pt x="456" y="23415"/>
                    <a:pt x="2371" y="24661"/>
                  </a:cubicBezTo>
                  <a:cubicBezTo>
                    <a:pt x="3344" y="25299"/>
                    <a:pt x="4499" y="25603"/>
                    <a:pt x="5654" y="25816"/>
                  </a:cubicBezTo>
                  <a:cubicBezTo>
                    <a:pt x="6995" y="26063"/>
                    <a:pt x="8356" y="26184"/>
                    <a:pt x="9717" y="26184"/>
                  </a:cubicBezTo>
                  <a:cubicBezTo>
                    <a:pt x="12548" y="26184"/>
                    <a:pt x="15376" y="25657"/>
                    <a:pt x="18025" y="24631"/>
                  </a:cubicBezTo>
                  <a:cubicBezTo>
                    <a:pt x="19696" y="23962"/>
                    <a:pt x="21368" y="23080"/>
                    <a:pt x="22554" y="21713"/>
                  </a:cubicBezTo>
                  <a:cubicBezTo>
                    <a:pt x="23648" y="20436"/>
                    <a:pt x="24499" y="18825"/>
                    <a:pt x="25076" y="17062"/>
                  </a:cubicBezTo>
                  <a:cubicBezTo>
                    <a:pt x="26201" y="13627"/>
                    <a:pt x="26414" y="9615"/>
                    <a:pt x="25867" y="6545"/>
                  </a:cubicBezTo>
                  <a:cubicBezTo>
                    <a:pt x="25532" y="4630"/>
                    <a:pt x="24894" y="2655"/>
                    <a:pt x="23435" y="1348"/>
                  </a:cubicBezTo>
                  <a:cubicBezTo>
                    <a:pt x="22480" y="472"/>
                    <a:pt x="21304" y="1"/>
                    <a:pt x="2009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9"/>
            <p:cNvSpPr/>
            <p:nvPr/>
          </p:nvSpPr>
          <p:spPr>
            <a:xfrm>
              <a:off x="6953096" y="1629800"/>
              <a:ext cx="519071" cy="369150"/>
            </a:xfrm>
            <a:custGeom>
              <a:avLst/>
              <a:gdLst/>
              <a:ahLst/>
              <a:cxnLst/>
              <a:rect l="l" t="t" r="r" b="b"/>
              <a:pathLst>
                <a:path w="10882" h="7739" extrusionOk="0">
                  <a:moveTo>
                    <a:pt x="3576" y="0"/>
                  </a:moveTo>
                  <a:cubicBezTo>
                    <a:pt x="3470" y="0"/>
                    <a:pt x="3369" y="22"/>
                    <a:pt x="3283" y="43"/>
                  </a:cubicBezTo>
                  <a:cubicBezTo>
                    <a:pt x="2676" y="195"/>
                    <a:pt x="2251" y="1014"/>
                    <a:pt x="2280" y="1622"/>
                  </a:cubicBezTo>
                  <a:lnTo>
                    <a:pt x="2280" y="1622"/>
                  </a:lnTo>
                  <a:cubicBezTo>
                    <a:pt x="2279" y="1610"/>
                    <a:pt x="2269" y="1605"/>
                    <a:pt x="2252" y="1605"/>
                  </a:cubicBezTo>
                  <a:cubicBezTo>
                    <a:pt x="2143" y="1605"/>
                    <a:pt x="1759" y="1811"/>
                    <a:pt x="1733" y="1837"/>
                  </a:cubicBezTo>
                  <a:cubicBezTo>
                    <a:pt x="1520" y="2019"/>
                    <a:pt x="1399" y="2232"/>
                    <a:pt x="1338" y="2505"/>
                  </a:cubicBezTo>
                  <a:cubicBezTo>
                    <a:pt x="1216" y="3053"/>
                    <a:pt x="1277" y="3721"/>
                    <a:pt x="1490" y="4208"/>
                  </a:cubicBezTo>
                  <a:cubicBezTo>
                    <a:pt x="426" y="4967"/>
                    <a:pt x="0" y="6578"/>
                    <a:pt x="1247" y="7430"/>
                  </a:cubicBezTo>
                  <a:cubicBezTo>
                    <a:pt x="1542" y="7639"/>
                    <a:pt x="1902" y="7738"/>
                    <a:pt x="2265" y="7738"/>
                  </a:cubicBezTo>
                  <a:cubicBezTo>
                    <a:pt x="2797" y="7738"/>
                    <a:pt x="3335" y="7523"/>
                    <a:pt x="3678" y="7126"/>
                  </a:cubicBezTo>
                  <a:cubicBezTo>
                    <a:pt x="4195" y="7490"/>
                    <a:pt x="4864" y="7612"/>
                    <a:pt x="5502" y="7673"/>
                  </a:cubicBezTo>
                  <a:cubicBezTo>
                    <a:pt x="5863" y="7704"/>
                    <a:pt x="6224" y="7719"/>
                    <a:pt x="6585" y="7719"/>
                  </a:cubicBezTo>
                  <a:cubicBezTo>
                    <a:pt x="7621" y="7719"/>
                    <a:pt x="8652" y="7594"/>
                    <a:pt x="9666" y="7369"/>
                  </a:cubicBezTo>
                  <a:cubicBezTo>
                    <a:pt x="10001" y="7278"/>
                    <a:pt x="10365" y="7217"/>
                    <a:pt x="10578" y="6943"/>
                  </a:cubicBezTo>
                  <a:cubicBezTo>
                    <a:pt x="10791" y="6670"/>
                    <a:pt x="10882" y="6305"/>
                    <a:pt x="10791" y="5971"/>
                  </a:cubicBezTo>
                  <a:cubicBezTo>
                    <a:pt x="10669" y="5636"/>
                    <a:pt x="10335" y="5363"/>
                    <a:pt x="9970" y="5302"/>
                  </a:cubicBezTo>
                  <a:cubicBezTo>
                    <a:pt x="10335" y="4937"/>
                    <a:pt x="10396" y="4329"/>
                    <a:pt x="10153" y="3904"/>
                  </a:cubicBezTo>
                  <a:cubicBezTo>
                    <a:pt x="9930" y="3533"/>
                    <a:pt x="9526" y="3323"/>
                    <a:pt x="9122" y="3323"/>
                  </a:cubicBezTo>
                  <a:cubicBezTo>
                    <a:pt x="9029" y="3323"/>
                    <a:pt x="8936" y="3334"/>
                    <a:pt x="8845" y="3357"/>
                  </a:cubicBezTo>
                  <a:cubicBezTo>
                    <a:pt x="9058" y="2992"/>
                    <a:pt x="9301" y="2566"/>
                    <a:pt x="9149" y="2171"/>
                  </a:cubicBezTo>
                  <a:cubicBezTo>
                    <a:pt x="9058" y="1898"/>
                    <a:pt x="8845" y="1715"/>
                    <a:pt x="8633" y="1594"/>
                  </a:cubicBezTo>
                  <a:cubicBezTo>
                    <a:pt x="8390" y="1442"/>
                    <a:pt x="8146" y="1320"/>
                    <a:pt x="7873" y="1320"/>
                  </a:cubicBezTo>
                  <a:cubicBezTo>
                    <a:pt x="7842" y="1316"/>
                    <a:pt x="7812" y="1314"/>
                    <a:pt x="7780" y="1314"/>
                  </a:cubicBezTo>
                  <a:cubicBezTo>
                    <a:pt x="7563" y="1314"/>
                    <a:pt x="7333" y="1407"/>
                    <a:pt x="7174" y="1594"/>
                  </a:cubicBezTo>
                  <a:cubicBezTo>
                    <a:pt x="7083" y="1229"/>
                    <a:pt x="6839" y="925"/>
                    <a:pt x="6535" y="682"/>
                  </a:cubicBezTo>
                  <a:cubicBezTo>
                    <a:pt x="6231" y="469"/>
                    <a:pt x="5867" y="347"/>
                    <a:pt x="5502" y="226"/>
                  </a:cubicBezTo>
                  <a:cubicBezTo>
                    <a:pt x="5076" y="135"/>
                    <a:pt x="4651" y="43"/>
                    <a:pt x="4225" y="43"/>
                  </a:cubicBezTo>
                  <a:cubicBezTo>
                    <a:pt x="4073" y="43"/>
                    <a:pt x="3891" y="13"/>
                    <a:pt x="3709" y="13"/>
                  </a:cubicBezTo>
                  <a:cubicBezTo>
                    <a:pt x="3664" y="4"/>
                    <a:pt x="3620" y="0"/>
                    <a:pt x="357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9"/>
            <p:cNvSpPr/>
            <p:nvPr/>
          </p:nvSpPr>
          <p:spPr>
            <a:xfrm>
              <a:off x="6966119" y="2008405"/>
              <a:ext cx="417613" cy="890893"/>
            </a:xfrm>
            <a:custGeom>
              <a:avLst/>
              <a:gdLst/>
              <a:ahLst/>
              <a:cxnLst/>
              <a:rect l="l" t="t" r="r" b="b"/>
              <a:pathLst>
                <a:path w="8755" h="18677" extrusionOk="0">
                  <a:moveTo>
                    <a:pt x="4379" y="1"/>
                  </a:moveTo>
                  <a:cubicBezTo>
                    <a:pt x="4298" y="1"/>
                    <a:pt x="4216" y="3"/>
                    <a:pt x="4135" y="9"/>
                  </a:cubicBezTo>
                  <a:cubicBezTo>
                    <a:pt x="3344" y="100"/>
                    <a:pt x="2585" y="222"/>
                    <a:pt x="1794" y="374"/>
                  </a:cubicBezTo>
                  <a:cubicBezTo>
                    <a:pt x="1673" y="404"/>
                    <a:pt x="1521" y="435"/>
                    <a:pt x="1429" y="526"/>
                  </a:cubicBezTo>
                  <a:cubicBezTo>
                    <a:pt x="1126" y="800"/>
                    <a:pt x="1278" y="1255"/>
                    <a:pt x="1247" y="1590"/>
                  </a:cubicBezTo>
                  <a:cubicBezTo>
                    <a:pt x="1217" y="2046"/>
                    <a:pt x="1034" y="2471"/>
                    <a:pt x="913" y="2897"/>
                  </a:cubicBezTo>
                  <a:cubicBezTo>
                    <a:pt x="609" y="4143"/>
                    <a:pt x="700" y="5450"/>
                    <a:pt x="670" y="6727"/>
                  </a:cubicBezTo>
                  <a:cubicBezTo>
                    <a:pt x="578" y="8642"/>
                    <a:pt x="122" y="10496"/>
                    <a:pt x="31" y="12380"/>
                  </a:cubicBezTo>
                  <a:cubicBezTo>
                    <a:pt x="1" y="12867"/>
                    <a:pt x="1" y="13353"/>
                    <a:pt x="62" y="13809"/>
                  </a:cubicBezTo>
                  <a:cubicBezTo>
                    <a:pt x="92" y="14447"/>
                    <a:pt x="214" y="15055"/>
                    <a:pt x="335" y="15663"/>
                  </a:cubicBezTo>
                  <a:cubicBezTo>
                    <a:pt x="426" y="16180"/>
                    <a:pt x="548" y="16727"/>
                    <a:pt x="822" y="17213"/>
                  </a:cubicBezTo>
                  <a:cubicBezTo>
                    <a:pt x="1217" y="17943"/>
                    <a:pt x="1885" y="18034"/>
                    <a:pt x="2554" y="18399"/>
                  </a:cubicBezTo>
                  <a:cubicBezTo>
                    <a:pt x="2884" y="18582"/>
                    <a:pt x="3246" y="18677"/>
                    <a:pt x="3609" y="18677"/>
                  </a:cubicBezTo>
                  <a:cubicBezTo>
                    <a:pt x="3848" y="18677"/>
                    <a:pt x="4087" y="18635"/>
                    <a:pt x="4317" y="18551"/>
                  </a:cubicBezTo>
                  <a:cubicBezTo>
                    <a:pt x="4803" y="18399"/>
                    <a:pt x="5199" y="18125"/>
                    <a:pt x="5594" y="17821"/>
                  </a:cubicBezTo>
                  <a:cubicBezTo>
                    <a:pt x="5867" y="17608"/>
                    <a:pt x="6110" y="17365"/>
                    <a:pt x="6323" y="17092"/>
                  </a:cubicBezTo>
                  <a:cubicBezTo>
                    <a:pt x="6566" y="16727"/>
                    <a:pt x="6718" y="16301"/>
                    <a:pt x="6870" y="15906"/>
                  </a:cubicBezTo>
                  <a:cubicBezTo>
                    <a:pt x="7235" y="14690"/>
                    <a:pt x="7630" y="13505"/>
                    <a:pt x="7934" y="12259"/>
                  </a:cubicBezTo>
                  <a:cubicBezTo>
                    <a:pt x="8512" y="9705"/>
                    <a:pt x="8572" y="7061"/>
                    <a:pt x="8633" y="4417"/>
                  </a:cubicBezTo>
                  <a:cubicBezTo>
                    <a:pt x="8664" y="3596"/>
                    <a:pt x="8755" y="2562"/>
                    <a:pt x="8451" y="1772"/>
                  </a:cubicBezTo>
                  <a:cubicBezTo>
                    <a:pt x="8177" y="982"/>
                    <a:pt x="7387" y="739"/>
                    <a:pt x="6597" y="465"/>
                  </a:cubicBezTo>
                  <a:cubicBezTo>
                    <a:pt x="5882" y="245"/>
                    <a:pt x="5143" y="1"/>
                    <a:pt x="437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9"/>
            <p:cNvSpPr/>
            <p:nvPr/>
          </p:nvSpPr>
          <p:spPr>
            <a:xfrm>
              <a:off x="6716737" y="2027676"/>
              <a:ext cx="381362" cy="830839"/>
            </a:xfrm>
            <a:custGeom>
              <a:avLst/>
              <a:gdLst/>
              <a:ahLst/>
              <a:cxnLst/>
              <a:rect l="l" t="t" r="r" b="b"/>
              <a:pathLst>
                <a:path w="7995" h="17418" extrusionOk="0">
                  <a:moveTo>
                    <a:pt x="7022" y="0"/>
                  </a:moveTo>
                  <a:cubicBezTo>
                    <a:pt x="6171" y="31"/>
                    <a:pt x="5047" y="335"/>
                    <a:pt x="4317" y="821"/>
                  </a:cubicBezTo>
                  <a:cubicBezTo>
                    <a:pt x="2949" y="1733"/>
                    <a:pt x="2341" y="3465"/>
                    <a:pt x="1855" y="5046"/>
                  </a:cubicBezTo>
                  <a:cubicBezTo>
                    <a:pt x="1612" y="5806"/>
                    <a:pt x="1308" y="6596"/>
                    <a:pt x="1065" y="7417"/>
                  </a:cubicBezTo>
                  <a:cubicBezTo>
                    <a:pt x="822" y="8146"/>
                    <a:pt x="578" y="8876"/>
                    <a:pt x="487" y="9605"/>
                  </a:cubicBezTo>
                  <a:cubicBezTo>
                    <a:pt x="335" y="10426"/>
                    <a:pt x="366" y="11308"/>
                    <a:pt x="305" y="12159"/>
                  </a:cubicBezTo>
                  <a:cubicBezTo>
                    <a:pt x="305" y="12615"/>
                    <a:pt x="1" y="14256"/>
                    <a:pt x="274" y="14590"/>
                  </a:cubicBezTo>
                  <a:cubicBezTo>
                    <a:pt x="457" y="14803"/>
                    <a:pt x="609" y="14712"/>
                    <a:pt x="791" y="14925"/>
                  </a:cubicBezTo>
                  <a:cubicBezTo>
                    <a:pt x="2797" y="15685"/>
                    <a:pt x="4803" y="16475"/>
                    <a:pt x="6718" y="17417"/>
                  </a:cubicBezTo>
                  <a:cubicBezTo>
                    <a:pt x="6688" y="17204"/>
                    <a:pt x="6657" y="16992"/>
                    <a:pt x="6657" y="16779"/>
                  </a:cubicBezTo>
                  <a:cubicBezTo>
                    <a:pt x="6475" y="14317"/>
                    <a:pt x="6657" y="11794"/>
                    <a:pt x="7235" y="9332"/>
                  </a:cubicBezTo>
                  <a:cubicBezTo>
                    <a:pt x="7539" y="7994"/>
                    <a:pt x="7995" y="6627"/>
                    <a:pt x="7995" y="5228"/>
                  </a:cubicBezTo>
                  <a:cubicBezTo>
                    <a:pt x="7995" y="4438"/>
                    <a:pt x="7873" y="3678"/>
                    <a:pt x="7691" y="2918"/>
                  </a:cubicBezTo>
                  <a:cubicBezTo>
                    <a:pt x="7509" y="1946"/>
                    <a:pt x="7265" y="973"/>
                    <a:pt x="702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9"/>
            <p:cNvSpPr/>
            <p:nvPr/>
          </p:nvSpPr>
          <p:spPr>
            <a:xfrm>
              <a:off x="7174906" y="2024433"/>
              <a:ext cx="359610" cy="1102586"/>
            </a:xfrm>
            <a:custGeom>
              <a:avLst/>
              <a:gdLst/>
              <a:ahLst/>
              <a:cxnLst/>
              <a:rect l="l" t="t" r="r" b="b"/>
              <a:pathLst>
                <a:path w="7539" h="23115" extrusionOk="0">
                  <a:moveTo>
                    <a:pt x="3150" y="0"/>
                  </a:moveTo>
                  <a:cubicBezTo>
                    <a:pt x="3028" y="0"/>
                    <a:pt x="2918" y="31"/>
                    <a:pt x="2828" y="99"/>
                  </a:cubicBezTo>
                  <a:cubicBezTo>
                    <a:pt x="2463" y="372"/>
                    <a:pt x="2250" y="1771"/>
                    <a:pt x="2068" y="2196"/>
                  </a:cubicBezTo>
                  <a:cubicBezTo>
                    <a:pt x="1764" y="2956"/>
                    <a:pt x="1429" y="3716"/>
                    <a:pt x="1065" y="4445"/>
                  </a:cubicBezTo>
                  <a:cubicBezTo>
                    <a:pt x="882" y="4810"/>
                    <a:pt x="670" y="5175"/>
                    <a:pt x="609" y="5600"/>
                  </a:cubicBezTo>
                  <a:cubicBezTo>
                    <a:pt x="548" y="5874"/>
                    <a:pt x="548" y="6178"/>
                    <a:pt x="548" y="6482"/>
                  </a:cubicBezTo>
                  <a:cubicBezTo>
                    <a:pt x="548" y="8306"/>
                    <a:pt x="518" y="10129"/>
                    <a:pt x="518" y="11953"/>
                  </a:cubicBezTo>
                  <a:cubicBezTo>
                    <a:pt x="518" y="13594"/>
                    <a:pt x="670" y="15236"/>
                    <a:pt x="426" y="16877"/>
                  </a:cubicBezTo>
                  <a:cubicBezTo>
                    <a:pt x="305" y="17667"/>
                    <a:pt x="153" y="18458"/>
                    <a:pt x="1" y="19248"/>
                  </a:cubicBezTo>
                  <a:cubicBezTo>
                    <a:pt x="1217" y="20160"/>
                    <a:pt x="2463" y="21193"/>
                    <a:pt x="3436" y="22348"/>
                  </a:cubicBezTo>
                  <a:cubicBezTo>
                    <a:pt x="3817" y="22813"/>
                    <a:pt x="4317" y="23115"/>
                    <a:pt x="4825" y="23115"/>
                  </a:cubicBezTo>
                  <a:cubicBezTo>
                    <a:pt x="5248" y="23115"/>
                    <a:pt x="5677" y="22906"/>
                    <a:pt x="6050" y="22409"/>
                  </a:cubicBezTo>
                  <a:cubicBezTo>
                    <a:pt x="6475" y="21862"/>
                    <a:pt x="6566" y="21133"/>
                    <a:pt x="6627" y="20464"/>
                  </a:cubicBezTo>
                  <a:cubicBezTo>
                    <a:pt x="7113" y="15327"/>
                    <a:pt x="7539" y="10160"/>
                    <a:pt x="6779" y="5053"/>
                  </a:cubicBezTo>
                  <a:cubicBezTo>
                    <a:pt x="6627" y="3989"/>
                    <a:pt x="6414" y="2895"/>
                    <a:pt x="5837" y="2014"/>
                  </a:cubicBezTo>
                  <a:cubicBezTo>
                    <a:pt x="5517" y="1508"/>
                    <a:pt x="4010" y="0"/>
                    <a:pt x="315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9"/>
            <p:cNvSpPr/>
            <p:nvPr/>
          </p:nvSpPr>
          <p:spPr>
            <a:xfrm>
              <a:off x="6312232" y="3252978"/>
              <a:ext cx="215365" cy="416039"/>
            </a:xfrm>
            <a:custGeom>
              <a:avLst/>
              <a:gdLst/>
              <a:ahLst/>
              <a:cxnLst/>
              <a:rect l="l" t="t" r="r" b="b"/>
              <a:pathLst>
                <a:path w="4515" h="8722" extrusionOk="0">
                  <a:moveTo>
                    <a:pt x="2670" y="1"/>
                  </a:moveTo>
                  <a:cubicBezTo>
                    <a:pt x="2430" y="1"/>
                    <a:pt x="2175" y="56"/>
                    <a:pt x="1915" y="180"/>
                  </a:cubicBezTo>
                  <a:cubicBezTo>
                    <a:pt x="1368" y="423"/>
                    <a:pt x="1095" y="636"/>
                    <a:pt x="943" y="1213"/>
                  </a:cubicBezTo>
                  <a:cubicBezTo>
                    <a:pt x="669" y="2338"/>
                    <a:pt x="456" y="3493"/>
                    <a:pt x="335" y="4679"/>
                  </a:cubicBezTo>
                  <a:cubicBezTo>
                    <a:pt x="244" y="5256"/>
                    <a:pt x="183" y="5834"/>
                    <a:pt x="152" y="6442"/>
                  </a:cubicBezTo>
                  <a:cubicBezTo>
                    <a:pt x="92" y="7110"/>
                    <a:pt x="0" y="7536"/>
                    <a:pt x="396" y="8144"/>
                  </a:cubicBezTo>
                  <a:cubicBezTo>
                    <a:pt x="608" y="8448"/>
                    <a:pt x="973" y="8691"/>
                    <a:pt x="1338" y="8721"/>
                  </a:cubicBezTo>
                  <a:cubicBezTo>
                    <a:pt x="1581" y="8721"/>
                    <a:pt x="1794" y="8630"/>
                    <a:pt x="1976" y="8478"/>
                  </a:cubicBezTo>
                  <a:cubicBezTo>
                    <a:pt x="2159" y="8356"/>
                    <a:pt x="2311" y="8144"/>
                    <a:pt x="2432" y="7961"/>
                  </a:cubicBezTo>
                  <a:cubicBezTo>
                    <a:pt x="2888" y="7201"/>
                    <a:pt x="3101" y="6107"/>
                    <a:pt x="3344" y="5317"/>
                  </a:cubicBezTo>
                  <a:cubicBezTo>
                    <a:pt x="3739" y="4223"/>
                    <a:pt x="4073" y="3128"/>
                    <a:pt x="4317" y="1973"/>
                  </a:cubicBezTo>
                  <a:cubicBezTo>
                    <a:pt x="4515" y="1058"/>
                    <a:pt x="3725" y="1"/>
                    <a:pt x="2670"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9"/>
            <p:cNvSpPr/>
            <p:nvPr/>
          </p:nvSpPr>
          <p:spPr>
            <a:xfrm>
              <a:off x="6094763" y="3587793"/>
              <a:ext cx="350881" cy="213171"/>
            </a:xfrm>
            <a:custGeom>
              <a:avLst/>
              <a:gdLst/>
              <a:ahLst/>
              <a:cxnLst/>
              <a:rect l="l" t="t" r="r" b="b"/>
              <a:pathLst>
                <a:path w="7356" h="4469" extrusionOk="0">
                  <a:moveTo>
                    <a:pt x="4681" y="0"/>
                  </a:moveTo>
                  <a:cubicBezTo>
                    <a:pt x="4590" y="0"/>
                    <a:pt x="4529" y="0"/>
                    <a:pt x="4438" y="30"/>
                  </a:cubicBezTo>
                  <a:cubicBezTo>
                    <a:pt x="4377" y="61"/>
                    <a:pt x="4286" y="122"/>
                    <a:pt x="4225" y="182"/>
                  </a:cubicBezTo>
                  <a:cubicBezTo>
                    <a:pt x="3769" y="669"/>
                    <a:pt x="3252" y="1125"/>
                    <a:pt x="2675" y="1429"/>
                  </a:cubicBezTo>
                  <a:cubicBezTo>
                    <a:pt x="2067" y="1763"/>
                    <a:pt x="1429" y="2006"/>
                    <a:pt x="882" y="2432"/>
                  </a:cubicBezTo>
                  <a:cubicBezTo>
                    <a:pt x="365" y="2857"/>
                    <a:pt x="30" y="3830"/>
                    <a:pt x="0" y="4468"/>
                  </a:cubicBezTo>
                  <a:cubicBezTo>
                    <a:pt x="0" y="4438"/>
                    <a:pt x="2097" y="4073"/>
                    <a:pt x="2280" y="4043"/>
                  </a:cubicBezTo>
                  <a:cubicBezTo>
                    <a:pt x="3070" y="3830"/>
                    <a:pt x="3860" y="3617"/>
                    <a:pt x="4651" y="3344"/>
                  </a:cubicBezTo>
                  <a:cubicBezTo>
                    <a:pt x="5015" y="3222"/>
                    <a:pt x="5411" y="3070"/>
                    <a:pt x="5775" y="2918"/>
                  </a:cubicBezTo>
                  <a:cubicBezTo>
                    <a:pt x="6079" y="2796"/>
                    <a:pt x="6657" y="2675"/>
                    <a:pt x="6870" y="2432"/>
                  </a:cubicBezTo>
                  <a:cubicBezTo>
                    <a:pt x="7082" y="2219"/>
                    <a:pt x="7113" y="1733"/>
                    <a:pt x="7173" y="1459"/>
                  </a:cubicBezTo>
                  <a:cubicBezTo>
                    <a:pt x="7265" y="1003"/>
                    <a:pt x="7325" y="578"/>
                    <a:pt x="7356" y="122"/>
                  </a:cubicBezTo>
                  <a:cubicBezTo>
                    <a:pt x="6961" y="0"/>
                    <a:pt x="6566" y="0"/>
                    <a:pt x="61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9"/>
            <p:cNvSpPr/>
            <p:nvPr/>
          </p:nvSpPr>
          <p:spPr>
            <a:xfrm>
              <a:off x="6309322" y="2691057"/>
              <a:ext cx="1104875" cy="795254"/>
            </a:xfrm>
            <a:custGeom>
              <a:avLst/>
              <a:gdLst/>
              <a:ahLst/>
              <a:cxnLst/>
              <a:rect l="l" t="t" r="r" b="b"/>
              <a:pathLst>
                <a:path w="23163" h="16672" extrusionOk="0">
                  <a:moveTo>
                    <a:pt x="5082" y="1"/>
                  </a:moveTo>
                  <a:cubicBezTo>
                    <a:pt x="4243" y="1"/>
                    <a:pt x="3445" y="170"/>
                    <a:pt x="2797" y="926"/>
                  </a:cubicBezTo>
                  <a:cubicBezTo>
                    <a:pt x="1581" y="2355"/>
                    <a:pt x="1551" y="4513"/>
                    <a:pt x="1308" y="6276"/>
                  </a:cubicBezTo>
                  <a:cubicBezTo>
                    <a:pt x="1004" y="8465"/>
                    <a:pt x="1" y="14392"/>
                    <a:pt x="1" y="15212"/>
                  </a:cubicBezTo>
                  <a:cubicBezTo>
                    <a:pt x="700" y="15547"/>
                    <a:pt x="1399" y="15911"/>
                    <a:pt x="2159" y="16155"/>
                  </a:cubicBezTo>
                  <a:cubicBezTo>
                    <a:pt x="2858" y="16337"/>
                    <a:pt x="3557" y="16459"/>
                    <a:pt x="4226" y="16671"/>
                  </a:cubicBezTo>
                  <a:cubicBezTo>
                    <a:pt x="4469" y="15942"/>
                    <a:pt x="4773" y="14696"/>
                    <a:pt x="4834" y="14209"/>
                  </a:cubicBezTo>
                  <a:cubicBezTo>
                    <a:pt x="5046" y="12386"/>
                    <a:pt x="5563" y="10775"/>
                    <a:pt x="5867" y="8981"/>
                  </a:cubicBezTo>
                  <a:cubicBezTo>
                    <a:pt x="6019" y="8221"/>
                    <a:pt x="6232" y="7006"/>
                    <a:pt x="6992" y="6519"/>
                  </a:cubicBezTo>
                  <a:cubicBezTo>
                    <a:pt x="7221" y="6374"/>
                    <a:pt x="7458" y="6313"/>
                    <a:pt x="7699" y="6313"/>
                  </a:cubicBezTo>
                  <a:cubicBezTo>
                    <a:pt x="8670" y="6313"/>
                    <a:pt x="9689" y="7309"/>
                    <a:pt x="10396" y="7796"/>
                  </a:cubicBezTo>
                  <a:cubicBezTo>
                    <a:pt x="12037" y="8951"/>
                    <a:pt x="11490" y="10319"/>
                    <a:pt x="13405" y="11018"/>
                  </a:cubicBezTo>
                  <a:cubicBezTo>
                    <a:pt x="14220" y="11307"/>
                    <a:pt x="15502" y="11454"/>
                    <a:pt x="16841" y="11454"/>
                  </a:cubicBezTo>
                  <a:cubicBezTo>
                    <a:pt x="18598" y="11454"/>
                    <a:pt x="20455" y="11201"/>
                    <a:pt x="21490" y="10683"/>
                  </a:cubicBezTo>
                  <a:cubicBezTo>
                    <a:pt x="22585" y="10167"/>
                    <a:pt x="23162" y="8981"/>
                    <a:pt x="23101" y="7735"/>
                  </a:cubicBezTo>
                  <a:cubicBezTo>
                    <a:pt x="23041" y="6519"/>
                    <a:pt x="22372" y="5395"/>
                    <a:pt x="21460" y="4604"/>
                  </a:cubicBezTo>
                  <a:cubicBezTo>
                    <a:pt x="20548" y="3784"/>
                    <a:pt x="19423" y="3267"/>
                    <a:pt x="18268" y="2811"/>
                  </a:cubicBezTo>
                  <a:cubicBezTo>
                    <a:pt x="16293" y="2051"/>
                    <a:pt x="14226" y="1504"/>
                    <a:pt x="12159" y="1018"/>
                  </a:cubicBezTo>
                  <a:cubicBezTo>
                    <a:pt x="10396" y="592"/>
                    <a:pt x="8633" y="227"/>
                    <a:pt x="6840" y="106"/>
                  </a:cubicBezTo>
                  <a:cubicBezTo>
                    <a:pt x="6257" y="81"/>
                    <a:pt x="5660" y="1"/>
                    <a:pt x="508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9"/>
            <p:cNvSpPr/>
            <p:nvPr/>
          </p:nvSpPr>
          <p:spPr>
            <a:xfrm>
              <a:off x="6874771" y="2217623"/>
              <a:ext cx="68211" cy="520550"/>
            </a:xfrm>
            <a:custGeom>
              <a:avLst/>
              <a:gdLst/>
              <a:ahLst/>
              <a:cxnLst/>
              <a:rect l="l" t="t" r="r" b="b"/>
              <a:pathLst>
                <a:path w="1430" h="10913" fill="none" extrusionOk="0">
                  <a:moveTo>
                    <a:pt x="366" y="0"/>
                  </a:moveTo>
                  <a:cubicBezTo>
                    <a:pt x="1430" y="1155"/>
                    <a:pt x="761" y="3678"/>
                    <a:pt x="639" y="5076"/>
                  </a:cubicBezTo>
                  <a:cubicBezTo>
                    <a:pt x="487" y="7022"/>
                    <a:pt x="275" y="8967"/>
                    <a:pt x="1" y="1091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9"/>
            <p:cNvSpPr/>
            <p:nvPr/>
          </p:nvSpPr>
          <p:spPr>
            <a:xfrm>
              <a:off x="7069058" y="1800857"/>
              <a:ext cx="211740" cy="258582"/>
            </a:xfrm>
            <a:custGeom>
              <a:avLst/>
              <a:gdLst/>
              <a:ahLst/>
              <a:cxnLst/>
              <a:rect l="l" t="t" r="r" b="b"/>
              <a:pathLst>
                <a:path w="4439" h="5421" extrusionOk="0">
                  <a:moveTo>
                    <a:pt x="1793" y="0"/>
                  </a:moveTo>
                  <a:cubicBezTo>
                    <a:pt x="1683" y="0"/>
                    <a:pt x="1571" y="14"/>
                    <a:pt x="1460" y="44"/>
                  </a:cubicBezTo>
                  <a:cubicBezTo>
                    <a:pt x="366" y="378"/>
                    <a:pt x="518" y="1503"/>
                    <a:pt x="548" y="2385"/>
                  </a:cubicBezTo>
                  <a:cubicBezTo>
                    <a:pt x="579" y="2871"/>
                    <a:pt x="518" y="3357"/>
                    <a:pt x="487" y="3874"/>
                  </a:cubicBezTo>
                  <a:cubicBezTo>
                    <a:pt x="487" y="4239"/>
                    <a:pt x="305" y="4543"/>
                    <a:pt x="1" y="4725"/>
                  </a:cubicBezTo>
                  <a:cubicBezTo>
                    <a:pt x="519" y="5243"/>
                    <a:pt x="1277" y="5421"/>
                    <a:pt x="1999" y="5421"/>
                  </a:cubicBezTo>
                  <a:cubicBezTo>
                    <a:pt x="2167" y="5421"/>
                    <a:pt x="2333" y="5411"/>
                    <a:pt x="2493" y="5394"/>
                  </a:cubicBezTo>
                  <a:cubicBezTo>
                    <a:pt x="3162" y="5333"/>
                    <a:pt x="3831" y="5151"/>
                    <a:pt x="4439" y="4847"/>
                  </a:cubicBezTo>
                  <a:cubicBezTo>
                    <a:pt x="3952" y="4178"/>
                    <a:pt x="4013" y="3327"/>
                    <a:pt x="3952" y="2537"/>
                  </a:cubicBezTo>
                  <a:cubicBezTo>
                    <a:pt x="3922" y="1837"/>
                    <a:pt x="3740" y="1138"/>
                    <a:pt x="3284" y="622"/>
                  </a:cubicBezTo>
                  <a:cubicBezTo>
                    <a:pt x="3071" y="348"/>
                    <a:pt x="2737" y="226"/>
                    <a:pt x="2433" y="135"/>
                  </a:cubicBezTo>
                  <a:cubicBezTo>
                    <a:pt x="2230" y="54"/>
                    <a:pt x="2014" y="0"/>
                    <a:pt x="179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9"/>
            <p:cNvSpPr/>
            <p:nvPr/>
          </p:nvSpPr>
          <p:spPr>
            <a:xfrm>
              <a:off x="7071968" y="1929078"/>
              <a:ext cx="110235" cy="49322"/>
            </a:xfrm>
            <a:custGeom>
              <a:avLst/>
              <a:gdLst/>
              <a:ahLst/>
              <a:cxnLst/>
              <a:rect l="l" t="t" r="r" b="b"/>
              <a:pathLst>
                <a:path w="2311" h="1034" extrusionOk="0">
                  <a:moveTo>
                    <a:pt x="92" y="0"/>
                  </a:moveTo>
                  <a:cubicBezTo>
                    <a:pt x="92" y="1"/>
                    <a:pt x="92" y="31"/>
                    <a:pt x="122" y="31"/>
                  </a:cubicBezTo>
                  <a:lnTo>
                    <a:pt x="1" y="1034"/>
                  </a:lnTo>
                  <a:cubicBezTo>
                    <a:pt x="821" y="973"/>
                    <a:pt x="1612" y="700"/>
                    <a:pt x="2311" y="213"/>
                  </a:cubicBezTo>
                  <a:lnTo>
                    <a:pt x="2311" y="213"/>
                  </a:lnTo>
                  <a:cubicBezTo>
                    <a:pt x="2101" y="266"/>
                    <a:pt x="1886" y="288"/>
                    <a:pt x="1669" y="288"/>
                  </a:cubicBezTo>
                  <a:cubicBezTo>
                    <a:pt x="1134" y="288"/>
                    <a:pt x="590" y="152"/>
                    <a:pt x="9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9"/>
            <p:cNvSpPr/>
            <p:nvPr/>
          </p:nvSpPr>
          <p:spPr>
            <a:xfrm>
              <a:off x="7048785" y="1647784"/>
              <a:ext cx="253764" cy="317587"/>
            </a:xfrm>
            <a:custGeom>
              <a:avLst/>
              <a:gdLst/>
              <a:ahLst/>
              <a:cxnLst/>
              <a:rect l="l" t="t" r="r" b="b"/>
              <a:pathLst>
                <a:path w="5320" h="6658" extrusionOk="0">
                  <a:moveTo>
                    <a:pt x="2797" y="1"/>
                  </a:moveTo>
                  <a:cubicBezTo>
                    <a:pt x="1946" y="1"/>
                    <a:pt x="791" y="548"/>
                    <a:pt x="426" y="1369"/>
                  </a:cubicBezTo>
                  <a:cubicBezTo>
                    <a:pt x="365" y="1429"/>
                    <a:pt x="365" y="1521"/>
                    <a:pt x="335" y="1612"/>
                  </a:cubicBezTo>
                  <a:cubicBezTo>
                    <a:pt x="152" y="2524"/>
                    <a:pt x="0" y="3314"/>
                    <a:pt x="183" y="4226"/>
                  </a:cubicBezTo>
                  <a:cubicBezTo>
                    <a:pt x="335" y="5107"/>
                    <a:pt x="396" y="5897"/>
                    <a:pt x="1277" y="6353"/>
                  </a:cubicBezTo>
                  <a:cubicBezTo>
                    <a:pt x="1703" y="6566"/>
                    <a:pt x="2159" y="6657"/>
                    <a:pt x="2614" y="6657"/>
                  </a:cubicBezTo>
                  <a:cubicBezTo>
                    <a:pt x="2918" y="6657"/>
                    <a:pt x="3192" y="6657"/>
                    <a:pt x="3496" y="6566"/>
                  </a:cubicBezTo>
                  <a:cubicBezTo>
                    <a:pt x="4225" y="6353"/>
                    <a:pt x="4803" y="5715"/>
                    <a:pt x="5046" y="4986"/>
                  </a:cubicBezTo>
                  <a:cubicBezTo>
                    <a:pt x="5320" y="4256"/>
                    <a:pt x="5289" y="3435"/>
                    <a:pt x="5168" y="2676"/>
                  </a:cubicBezTo>
                  <a:cubicBezTo>
                    <a:pt x="5046" y="2037"/>
                    <a:pt x="4833" y="1399"/>
                    <a:pt x="4438" y="882"/>
                  </a:cubicBezTo>
                  <a:cubicBezTo>
                    <a:pt x="4043" y="366"/>
                    <a:pt x="3435" y="1"/>
                    <a:pt x="279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9"/>
            <p:cNvSpPr/>
            <p:nvPr/>
          </p:nvSpPr>
          <p:spPr>
            <a:xfrm>
              <a:off x="6990780" y="1609575"/>
              <a:ext cx="355270" cy="242698"/>
            </a:xfrm>
            <a:custGeom>
              <a:avLst/>
              <a:gdLst/>
              <a:ahLst/>
              <a:cxnLst/>
              <a:rect l="l" t="t" r="r" b="b"/>
              <a:pathLst>
                <a:path w="7448" h="5088" extrusionOk="0">
                  <a:moveTo>
                    <a:pt x="3150" y="1"/>
                  </a:moveTo>
                  <a:cubicBezTo>
                    <a:pt x="2812" y="1"/>
                    <a:pt x="2478" y="75"/>
                    <a:pt x="2159" y="224"/>
                  </a:cubicBezTo>
                  <a:cubicBezTo>
                    <a:pt x="1490" y="589"/>
                    <a:pt x="1095" y="1318"/>
                    <a:pt x="1186" y="2018"/>
                  </a:cubicBezTo>
                  <a:cubicBezTo>
                    <a:pt x="609" y="2230"/>
                    <a:pt x="183" y="2747"/>
                    <a:pt x="92" y="3355"/>
                  </a:cubicBezTo>
                  <a:cubicBezTo>
                    <a:pt x="1" y="4054"/>
                    <a:pt x="426" y="4784"/>
                    <a:pt x="1034" y="5088"/>
                  </a:cubicBezTo>
                  <a:cubicBezTo>
                    <a:pt x="1125" y="4692"/>
                    <a:pt x="1277" y="4328"/>
                    <a:pt x="1612" y="4115"/>
                  </a:cubicBezTo>
                  <a:cubicBezTo>
                    <a:pt x="1916" y="3902"/>
                    <a:pt x="2159" y="3629"/>
                    <a:pt x="2341" y="3294"/>
                  </a:cubicBezTo>
                  <a:cubicBezTo>
                    <a:pt x="2523" y="2900"/>
                    <a:pt x="2614" y="2477"/>
                    <a:pt x="2675" y="2053"/>
                  </a:cubicBezTo>
                  <a:lnTo>
                    <a:pt x="2675" y="2053"/>
                  </a:lnTo>
                  <a:cubicBezTo>
                    <a:pt x="2669" y="2184"/>
                    <a:pt x="3620" y="2748"/>
                    <a:pt x="3770" y="2838"/>
                  </a:cubicBezTo>
                  <a:cubicBezTo>
                    <a:pt x="4012" y="2960"/>
                    <a:pt x="4245" y="3031"/>
                    <a:pt x="4485" y="3031"/>
                  </a:cubicBezTo>
                  <a:cubicBezTo>
                    <a:pt x="4665" y="3031"/>
                    <a:pt x="4850" y="2991"/>
                    <a:pt x="5046" y="2899"/>
                  </a:cubicBezTo>
                  <a:cubicBezTo>
                    <a:pt x="5107" y="3264"/>
                    <a:pt x="5137" y="3507"/>
                    <a:pt x="5411" y="3781"/>
                  </a:cubicBezTo>
                  <a:cubicBezTo>
                    <a:pt x="5563" y="3963"/>
                    <a:pt x="5806" y="4115"/>
                    <a:pt x="6049" y="4145"/>
                  </a:cubicBezTo>
                  <a:cubicBezTo>
                    <a:pt x="6083" y="4151"/>
                    <a:pt x="6116" y="4153"/>
                    <a:pt x="6150" y="4153"/>
                  </a:cubicBezTo>
                  <a:cubicBezTo>
                    <a:pt x="6298" y="4153"/>
                    <a:pt x="6442" y="4104"/>
                    <a:pt x="6566" y="4054"/>
                  </a:cubicBezTo>
                  <a:cubicBezTo>
                    <a:pt x="6870" y="3932"/>
                    <a:pt x="7144" y="3750"/>
                    <a:pt x="7296" y="3477"/>
                  </a:cubicBezTo>
                  <a:cubicBezTo>
                    <a:pt x="7387" y="3264"/>
                    <a:pt x="7448" y="3021"/>
                    <a:pt x="7387" y="2777"/>
                  </a:cubicBezTo>
                  <a:cubicBezTo>
                    <a:pt x="7356" y="2717"/>
                    <a:pt x="7356" y="2625"/>
                    <a:pt x="7296" y="2565"/>
                  </a:cubicBezTo>
                  <a:cubicBezTo>
                    <a:pt x="7204" y="2352"/>
                    <a:pt x="6961" y="2200"/>
                    <a:pt x="6718" y="2200"/>
                  </a:cubicBezTo>
                  <a:cubicBezTo>
                    <a:pt x="6931" y="1683"/>
                    <a:pt x="6870" y="1075"/>
                    <a:pt x="6475" y="650"/>
                  </a:cubicBezTo>
                  <a:cubicBezTo>
                    <a:pt x="6130" y="286"/>
                    <a:pt x="5686" y="173"/>
                    <a:pt x="5230" y="173"/>
                  </a:cubicBezTo>
                  <a:cubicBezTo>
                    <a:pt x="4923" y="173"/>
                    <a:pt x="4610" y="224"/>
                    <a:pt x="4317" y="285"/>
                  </a:cubicBezTo>
                  <a:cubicBezTo>
                    <a:pt x="4104" y="163"/>
                    <a:pt x="3800" y="72"/>
                    <a:pt x="3587" y="42"/>
                  </a:cubicBezTo>
                  <a:cubicBezTo>
                    <a:pt x="3441" y="15"/>
                    <a:pt x="3296" y="1"/>
                    <a:pt x="315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49"/>
            <p:cNvSpPr/>
            <p:nvPr/>
          </p:nvSpPr>
          <p:spPr>
            <a:xfrm>
              <a:off x="6477516" y="3626574"/>
              <a:ext cx="242745" cy="464360"/>
            </a:xfrm>
            <a:custGeom>
              <a:avLst/>
              <a:gdLst/>
              <a:ahLst/>
              <a:cxnLst/>
              <a:rect l="l" t="t" r="r" b="b"/>
              <a:pathLst>
                <a:path w="5089" h="9735" extrusionOk="0">
                  <a:moveTo>
                    <a:pt x="3004" y="0"/>
                  </a:moveTo>
                  <a:cubicBezTo>
                    <a:pt x="2743" y="0"/>
                    <a:pt x="2469" y="58"/>
                    <a:pt x="2189" y="190"/>
                  </a:cubicBezTo>
                  <a:cubicBezTo>
                    <a:pt x="1581" y="494"/>
                    <a:pt x="1277" y="707"/>
                    <a:pt x="1095" y="1345"/>
                  </a:cubicBezTo>
                  <a:cubicBezTo>
                    <a:pt x="760" y="2622"/>
                    <a:pt x="548" y="3898"/>
                    <a:pt x="365" y="5205"/>
                  </a:cubicBezTo>
                  <a:cubicBezTo>
                    <a:pt x="274" y="5844"/>
                    <a:pt x="213" y="6512"/>
                    <a:pt x="153" y="7181"/>
                  </a:cubicBezTo>
                  <a:cubicBezTo>
                    <a:pt x="92" y="7911"/>
                    <a:pt x="1" y="8397"/>
                    <a:pt x="426" y="9096"/>
                  </a:cubicBezTo>
                  <a:cubicBezTo>
                    <a:pt x="639" y="9430"/>
                    <a:pt x="1064" y="9674"/>
                    <a:pt x="1490" y="9734"/>
                  </a:cubicBezTo>
                  <a:cubicBezTo>
                    <a:pt x="1733" y="9734"/>
                    <a:pt x="1976" y="9643"/>
                    <a:pt x="2159" y="9491"/>
                  </a:cubicBezTo>
                  <a:cubicBezTo>
                    <a:pt x="2371" y="9309"/>
                    <a:pt x="2554" y="9126"/>
                    <a:pt x="2675" y="8883"/>
                  </a:cubicBezTo>
                  <a:cubicBezTo>
                    <a:pt x="3222" y="8032"/>
                    <a:pt x="3435" y="6816"/>
                    <a:pt x="3739" y="5965"/>
                  </a:cubicBezTo>
                  <a:cubicBezTo>
                    <a:pt x="4165" y="4749"/>
                    <a:pt x="4590" y="3503"/>
                    <a:pt x="4864" y="2227"/>
                  </a:cubicBezTo>
                  <a:cubicBezTo>
                    <a:pt x="5088" y="1205"/>
                    <a:pt x="4189" y="0"/>
                    <a:pt x="300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49"/>
            <p:cNvSpPr/>
            <p:nvPr/>
          </p:nvSpPr>
          <p:spPr>
            <a:xfrm>
              <a:off x="6344144" y="2903185"/>
              <a:ext cx="695991" cy="938354"/>
            </a:xfrm>
            <a:custGeom>
              <a:avLst/>
              <a:gdLst/>
              <a:ahLst/>
              <a:cxnLst/>
              <a:rect l="l" t="t" r="r" b="b"/>
              <a:pathLst>
                <a:path w="14591" h="19672" extrusionOk="0">
                  <a:moveTo>
                    <a:pt x="6186" y="0"/>
                  </a:moveTo>
                  <a:cubicBezTo>
                    <a:pt x="5295" y="0"/>
                    <a:pt x="4535" y="332"/>
                    <a:pt x="4316" y="1282"/>
                  </a:cubicBezTo>
                  <a:cubicBezTo>
                    <a:pt x="3708" y="3835"/>
                    <a:pt x="3101" y="6388"/>
                    <a:pt x="2523" y="8942"/>
                  </a:cubicBezTo>
                  <a:cubicBezTo>
                    <a:pt x="1672" y="12498"/>
                    <a:pt x="851" y="16024"/>
                    <a:pt x="0" y="19580"/>
                  </a:cubicBezTo>
                  <a:lnTo>
                    <a:pt x="7113" y="19671"/>
                  </a:lnTo>
                  <a:cubicBezTo>
                    <a:pt x="7114" y="19671"/>
                    <a:pt x="7116" y="19671"/>
                    <a:pt x="7117" y="19671"/>
                  </a:cubicBezTo>
                  <a:cubicBezTo>
                    <a:pt x="7636" y="19671"/>
                    <a:pt x="8754" y="14229"/>
                    <a:pt x="8876" y="13623"/>
                  </a:cubicBezTo>
                  <a:cubicBezTo>
                    <a:pt x="9256" y="11846"/>
                    <a:pt x="9425" y="10111"/>
                    <a:pt x="9453" y="8330"/>
                  </a:cubicBezTo>
                  <a:lnTo>
                    <a:pt x="9453" y="8330"/>
                  </a:lnTo>
                  <a:cubicBezTo>
                    <a:pt x="9453" y="8331"/>
                    <a:pt x="9453" y="8333"/>
                    <a:pt x="9453" y="8334"/>
                  </a:cubicBezTo>
                  <a:lnTo>
                    <a:pt x="9453" y="8305"/>
                  </a:lnTo>
                  <a:lnTo>
                    <a:pt x="9453" y="8305"/>
                  </a:lnTo>
                  <a:cubicBezTo>
                    <a:pt x="9453" y="8314"/>
                    <a:pt x="9453" y="8322"/>
                    <a:pt x="9453" y="8330"/>
                  </a:cubicBezTo>
                  <a:lnTo>
                    <a:pt x="9453" y="8330"/>
                  </a:lnTo>
                  <a:cubicBezTo>
                    <a:pt x="9423" y="8058"/>
                    <a:pt x="9423" y="7755"/>
                    <a:pt x="9453" y="7452"/>
                  </a:cubicBezTo>
                  <a:lnTo>
                    <a:pt x="9453" y="8305"/>
                  </a:lnTo>
                  <a:lnTo>
                    <a:pt x="9453" y="8305"/>
                  </a:lnTo>
                  <a:cubicBezTo>
                    <a:pt x="9458" y="7962"/>
                    <a:pt x="9458" y="7617"/>
                    <a:pt x="9453" y="7270"/>
                  </a:cubicBezTo>
                  <a:cubicBezTo>
                    <a:pt x="9484" y="7179"/>
                    <a:pt x="9484" y="7087"/>
                    <a:pt x="9514" y="6966"/>
                  </a:cubicBezTo>
                  <a:cubicBezTo>
                    <a:pt x="9848" y="6936"/>
                    <a:pt x="10213" y="6905"/>
                    <a:pt x="10547" y="6905"/>
                  </a:cubicBezTo>
                  <a:cubicBezTo>
                    <a:pt x="11885" y="6875"/>
                    <a:pt x="13253" y="6844"/>
                    <a:pt x="14590" y="6814"/>
                  </a:cubicBezTo>
                  <a:lnTo>
                    <a:pt x="11794" y="3470"/>
                  </a:lnTo>
                  <a:cubicBezTo>
                    <a:pt x="11095" y="2619"/>
                    <a:pt x="10395" y="1768"/>
                    <a:pt x="9514" y="1130"/>
                  </a:cubicBezTo>
                  <a:cubicBezTo>
                    <a:pt x="8864" y="621"/>
                    <a:pt x="7403" y="0"/>
                    <a:pt x="618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9"/>
            <p:cNvSpPr/>
            <p:nvPr/>
          </p:nvSpPr>
          <p:spPr>
            <a:xfrm>
              <a:off x="6246739" y="3998071"/>
              <a:ext cx="387419" cy="225430"/>
            </a:xfrm>
            <a:custGeom>
              <a:avLst/>
              <a:gdLst/>
              <a:ahLst/>
              <a:cxnLst/>
              <a:rect l="l" t="t" r="r" b="b"/>
              <a:pathLst>
                <a:path w="8122" h="4726" extrusionOk="0">
                  <a:moveTo>
                    <a:pt x="5294" y="31"/>
                  </a:moveTo>
                  <a:cubicBezTo>
                    <a:pt x="5234" y="47"/>
                    <a:pt x="5165" y="47"/>
                    <a:pt x="5093" y="47"/>
                  </a:cubicBezTo>
                  <a:cubicBezTo>
                    <a:pt x="5021" y="47"/>
                    <a:pt x="4945" y="47"/>
                    <a:pt x="4869" y="62"/>
                  </a:cubicBezTo>
                  <a:cubicBezTo>
                    <a:pt x="4778" y="123"/>
                    <a:pt x="4717" y="183"/>
                    <a:pt x="4626" y="244"/>
                  </a:cubicBezTo>
                  <a:cubicBezTo>
                    <a:pt x="4109" y="761"/>
                    <a:pt x="3532" y="1247"/>
                    <a:pt x="2863" y="1612"/>
                  </a:cubicBezTo>
                  <a:cubicBezTo>
                    <a:pt x="2194" y="1977"/>
                    <a:pt x="1495" y="2250"/>
                    <a:pt x="887" y="2737"/>
                  </a:cubicBezTo>
                  <a:cubicBezTo>
                    <a:pt x="674" y="2889"/>
                    <a:pt x="462" y="3162"/>
                    <a:pt x="310" y="3436"/>
                  </a:cubicBezTo>
                  <a:cubicBezTo>
                    <a:pt x="0" y="4055"/>
                    <a:pt x="472" y="4726"/>
                    <a:pt x="1098" y="4726"/>
                  </a:cubicBezTo>
                  <a:cubicBezTo>
                    <a:pt x="1149" y="4726"/>
                    <a:pt x="1200" y="4721"/>
                    <a:pt x="1252" y="4712"/>
                  </a:cubicBezTo>
                  <a:cubicBezTo>
                    <a:pt x="1799" y="4621"/>
                    <a:pt x="2316" y="4530"/>
                    <a:pt x="2437" y="4500"/>
                  </a:cubicBezTo>
                  <a:cubicBezTo>
                    <a:pt x="3319" y="4317"/>
                    <a:pt x="4200" y="4074"/>
                    <a:pt x="5051" y="3770"/>
                  </a:cubicBezTo>
                  <a:cubicBezTo>
                    <a:pt x="5872" y="3496"/>
                    <a:pt x="6693" y="3193"/>
                    <a:pt x="7483" y="2828"/>
                  </a:cubicBezTo>
                  <a:cubicBezTo>
                    <a:pt x="7513" y="2797"/>
                    <a:pt x="7574" y="2767"/>
                    <a:pt x="7605" y="2737"/>
                  </a:cubicBezTo>
                  <a:cubicBezTo>
                    <a:pt x="7817" y="2493"/>
                    <a:pt x="7848" y="1977"/>
                    <a:pt x="7909" y="1673"/>
                  </a:cubicBezTo>
                  <a:cubicBezTo>
                    <a:pt x="8000" y="1186"/>
                    <a:pt x="8091" y="700"/>
                    <a:pt x="8121" y="214"/>
                  </a:cubicBezTo>
                  <a:cubicBezTo>
                    <a:pt x="7453" y="1"/>
                    <a:pt x="6693" y="92"/>
                    <a:pt x="6024" y="3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9"/>
            <p:cNvSpPr/>
            <p:nvPr/>
          </p:nvSpPr>
          <p:spPr>
            <a:xfrm>
              <a:off x="7259004" y="2368406"/>
              <a:ext cx="92872" cy="310288"/>
            </a:xfrm>
            <a:custGeom>
              <a:avLst/>
              <a:gdLst/>
              <a:ahLst/>
              <a:cxnLst/>
              <a:rect l="l" t="t" r="r" b="b"/>
              <a:pathLst>
                <a:path w="1947" h="6505" fill="none" extrusionOk="0">
                  <a:moveTo>
                    <a:pt x="1825" y="0"/>
                  </a:moveTo>
                  <a:cubicBezTo>
                    <a:pt x="1855" y="1672"/>
                    <a:pt x="1885" y="3313"/>
                    <a:pt x="1946" y="4955"/>
                  </a:cubicBezTo>
                  <a:cubicBezTo>
                    <a:pt x="1946" y="5046"/>
                    <a:pt x="1946" y="5137"/>
                    <a:pt x="1916" y="5198"/>
                  </a:cubicBezTo>
                  <a:cubicBezTo>
                    <a:pt x="1855" y="5289"/>
                    <a:pt x="1794" y="5350"/>
                    <a:pt x="1703" y="5411"/>
                  </a:cubicBezTo>
                  <a:cubicBezTo>
                    <a:pt x="1156" y="5806"/>
                    <a:pt x="578" y="6171"/>
                    <a:pt x="1" y="6505"/>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9"/>
            <p:cNvSpPr/>
            <p:nvPr/>
          </p:nvSpPr>
          <p:spPr>
            <a:xfrm>
              <a:off x="6863180" y="2639540"/>
              <a:ext cx="527801" cy="274084"/>
            </a:xfrm>
            <a:custGeom>
              <a:avLst/>
              <a:gdLst/>
              <a:ahLst/>
              <a:cxnLst/>
              <a:rect l="l" t="t" r="r" b="b"/>
              <a:pathLst>
                <a:path w="11065" h="5746" extrusionOk="0">
                  <a:moveTo>
                    <a:pt x="9575" y="0"/>
                  </a:moveTo>
                  <a:cubicBezTo>
                    <a:pt x="9363" y="31"/>
                    <a:pt x="9180" y="152"/>
                    <a:pt x="8998" y="274"/>
                  </a:cubicBezTo>
                  <a:cubicBezTo>
                    <a:pt x="7661" y="1095"/>
                    <a:pt x="6262" y="1915"/>
                    <a:pt x="4712" y="2250"/>
                  </a:cubicBezTo>
                  <a:cubicBezTo>
                    <a:pt x="3648" y="2523"/>
                    <a:pt x="2463" y="2554"/>
                    <a:pt x="1521" y="3161"/>
                  </a:cubicBezTo>
                  <a:cubicBezTo>
                    <a:pt x="609" y="3739"/>
                    <a:pt x="1" y="5715"/>
                    <a:pt x="1642" y="5745"/>
                  </a:cubicBezTo>
                  <a:cubicBezTo>
                    <a:pt x="1946" y="5745"/>
                    <a:pt x="2220" y="5654"/>
                    <a:pt x="2493" y="5532"/>
                  </a:cubicBezTo>
                  <a:cubicBezTo>
                    <a:pt x="3192" y="5289"/>
                    <a:pt x="3861" y="5046"/>
                    <a:pt x="4560" y="4803"/>
                  </a:cubicBezTo>
                  <a:cubicBezTo>
                    <a:pt x="4651" y="4772"/>
                    <a:pt x="4743" y="4712"/>
                    <a:pt x="4834" y="4712"/>
                  </a:cubicBezTo>
                  <a:cubicBezTo>
                    <a:pt x="4955" y="4681"/>
                    <a:pt x="5046" y="4651"/>
                    <a:pt x="5138" y="4620"/>
                  </a:cubicBezTo>
                  <a:lnTo>
                    <a:pt x="5746" y="4620"/>
                  </a:lnTo>
                  <a:cubicBezTo>
                    <a:pt x="6451" y="4669"/>
                    <a:pt x="7141" y="4732"/>
                    <a:pt x="7819" y="4732"/>
                  </a:cubicBezTo>
                  <a:cubicBezTo>
                    <a:pt x="8836" y="4732"/>
                    <a:pt x="9825" y="4590"/>
                    <a:pt x="10791" y="4043"/>
                  </a:cubicBezTo>
                  <a:cubicBezTo>
                    <a:pt x="10852" y="4013"/>
                    <a:pt x="10882" y="3982"/>
                    <a:pt x="10943" y="3952"/>
                  </a:cubicBezTo>
                  <a:cubicBezTo>
                    <a:pt x="10974" y="3800"/>
                    <a:pt x="11004" y="3678"/>
                    <a:pt x="11034" y="3557"/>
                  </a:cubicBezTo>
                  <a:cubicBezTo>
                    <a:pt x="11065" y="3101"/>
                    <a:pt x="10943" y="2645"/>
                    <a:pt x="10761" y="2250"/>
                  </a:cubicBezTo>
                  <a:cubicBezTo>
                    <a:pt x="10457" y="1459"/>
                    <a:pt x="9940" y="760"/>
                    <a:pt x="957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9"/>
            <p:cNvSpPr/>
            <p:nvPr/>
          </p:nvSpPr>
          <p:spPr>
            <a:xfrm>
              <a:off x="6438354" y="2967200"/>
              <a:ext cx="593054" cy="490118"/>
            </a:xfrm>
            <a:custGeom>
              <a:avLst/>
              <a:gdLst/>
              <a:ahLst/>
              <a:cxnLst/>
              <a:rect l="l" t="t" r="r" b="b"/>
              <a:pathLst>
                <a:path w="12433" h="10275" fill="none" extrusionOk="0">
                  <a:moveTo>
                    <a:pt x="12433" y="5077"/>
                  </a:moveTo>
                  <a:cubicBezTo>
                    <a:pt x="9454" y="4104"/>
                    <a:pt x="6779" y="1824"/>
                    <a:pt x="4195" y="457"/>
                  </a:cubicBezTo>
                  <a:cubicBezTo>
                    <a:pt x="3740" y="213"/>
                    <a:pt x="3192" y="1"/>
                    <a:pt x="2736" y="183"/>
                  </a:cubicBezTo>
                  <a:cubicBezTo>
                    <a:pt x="2341" y="335"/>
                    <a:pt x="2129" y="700"/>
                    <a:pt x="1977" y="1065"/>
                  </a:cubicBezTo>
                  <a:cubicBezTo>
                    <a:pt x="1581" y="1855"/>
                    <a:pt x="1429" y="2767"/>
                    <a:pt x="1247" y="3648"/>
                  </a:cubicBezTo>
                  <a:cubicBezTo>
                    <a:pt x="852" y="5867"/>
                    <a:pt x="426" y="8086"/>
                    <a:pt x="1" y="10274"/>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9"/>
            <p:cNvSpPr/>
            <p:nvPr/>
          </p:nvSpPr>
          <p:spPr>
            <a:xfrm>
              <a:off x="6509429" y="2901945"/>
              <a:ext cx="806178" cy="23278"/>
            </a:xfrm>
            <a:custGeom>
              <a:avLst/>
              <a:gdLst/>
              <a:ahLst/>
              <a:cxnLst/>
              <a:rect l="l" t="t" r="r" b="b"/>
              <a:pathLst>
                <a:path w="16901" h="488" extrusionOk="0">
                  <a:moveTo>
                    <a:pt x="304" y="1"/>
                  </a:moveTo>
                  <a:cubicBezTo>
                    <a:pt x="122" y="1"/>
                    <a:pt x="0" y="153"/>
                    <a:pt x="61" y="305"/>
                  </a:cubicBezTo>
                  <a:cubicBezTo>
                    <a:pt x="91" y="426"/>
                    <a:pt x="183" y="487"/>
                    <a:pt x="304" y="487"/>
                  </a:cubicBezTo>
                  <a:lnTo>
                    <a:pt x="16657" y="487"/>
                  </a:lnTo>
                  <a:cubicBezTo>
                    <a:pt x="16779" y="487"/>
                    <a:pt x="16900" y="396"/>
                    <a:pt x="16900" y="244"/>
                  </a:cubicBezTo>
                  <a:cubicBezTo>
                    <a:pt x="16900" y="92"/>
                    <a:pt x="16809" y="1"/>
                    <a:pt x="1665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9"/>
            <p:cNvSpPr/>
            <p:nvPr/>
          </p:nvSpPr>
          <p:spPr>
            <a:xfrm>
              <a:off x="6402101" y="2561215"/>
              <a:ext cx="782996" cy="363999"/>
            </a:xfrm>
            <a:custGeom>
              <a:avLst/>
              <a:gdLst/>
              <a:ahLst/>
              <a:cxnLst/>
              <a:rect l="l" t="t" r="r" b="b"/>
              <a:pathLst>
                <a:path w="16415" h="7631" extrusionOk="0">
                  <a:moveTo>
                    <a:pt x="1" y="1"/>
                  </a:moveTo>
                  <a:lnTo>
                    <a:pt x="2220" y="7630"/>
                  </a:lnTo>
                  <a:lnTo>
                    <a:pt x="16415" y="7630"/>
                  </a:lnTo>
                  <a:lnTo>
                    <a:pt x="1419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9"/>
            <p:cNvSpPr/>
            <p:nvPr/>
          </p:nvSpPr>
          <p:spPr>
            <a:xfrm>
              <a:off x="5957002" y="2936766"/>
              <a:ext cx="23230" cy="1416547"/>
            </a:xfrm>
            <a:custGeom>
              <a:avLst/>
              <a:gdLst/>
              <a:ahLst/>
              <a:cxnLst/>
              <a:rect l="l" t="t" r="r" b="b"/>
              <a:pathLst>
                <a:path w="487" h="29697" extrusionOk="0">
                  <a:moveTo>
                    <a:pt x="0" y="0"/>
                  </a:moveTo>
                  <a:lnTo>
                    <a:pt x="0" y="29697"/>
                  </a:lnTo>
                  <a:lnTo>
                    <a:pt x="487" y="29697"/>
                  </a:lnTo>
                  <a:lnTo>
                    <a:pt x="48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9"/>
            <p:cNvSpPr/>
            <p:nvPr/>
          </p:nvSpPr>
          <p:spPr>
            <a:xfrm>
              <a:off x="8131886" y="2936766"/>
              <a:ext cx="21751" cy="1416547"/>
            </a:xfrm>
            <a:custGeom>
              <a:avLst/>
              <a:gdLst/>
              <a:ahLst/>
              <a:cxnLst/>
              <a:rect l="l" t="t" r="r" b="b"/>
              <a:pathLst>
                <a:path w="456" h="29697" extrusionOk="0">
                  <a:moveTo>
                    <a:pt x="0" y="0"/>
                  </a:moveTo>
                  <a:lnTo>
                    <a:pt x="0" y="29697"/>
                  </a:lnTo>
                  <a:lnTo>
                    <a:pt x="456" y="29697"/>
                  </a:lnTo>
                  <a:lnTo>
                    <a:pt x="45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9"/>
            <p:cNvSpPr/>
            <p:nvPr/>
          </p:nvSpPr>
          <p:spPr>
            <a:xfrm>
              <a:off x="5807650" y="2925175"/>
              <a:ext cx="2505443" cy="21799"/>
            </a:xfrm>
            <a:custGeom>
              <a:avLst/>
              <a:gdLst/>
              <a:ahLst/>
              <a:cxnLst/>
              <a:rect l="l" t="t" r="r" b="b"/>
              <a:pathLst>
                <a:path w="52525" h="457" extrusionOk="0">
                  <a:moveTo>
                    <a:pt x="1" y="0"/>
                  </a:moveTo>
                  <a:lnTo>
                    <a:pt x="1" y="456"/>
                  </a:lnTo>
                  <a:lnTo>
                    <a:pt x="52525" y="456"/>
                  </a:lnTo>
                  <a:lnTo>
                    <a:pt x="5252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9"/>
            <p:cNvSpPr/>
            <p:nvPr/>
          </p:nvSpPr>
          <p:spPr>
            <a:xfrm>
              <a:off x="6882022" y="3718256"/>
              <a:ext cx="468366" cy="48"/>
            </a:xfrm>
            <a:custGeom>
              <a:avLst/>
              <a:gdLst/>
              <a:ahLst/>
              <a:cxnLst/>
              <a:rect l="l" t="t" r="r" b="b"/>
              <a:pathLst>
                <a:path w="9819" h="1" fill="none" extrusionOk="0">
                  <a:moveTo>
                    <a:pt x="1" y="1"/>
                  </a:moveTo>
                  <a:lnTo>
                    <a:pt x="9819"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9"/>
            <p:cNvSpPr/>
            <p:nvPr/>
          </p:nvSpPr>
          <p:spPr>
            <a:xfrm>
              <a:off x="6805175" y="3966207"/>
              <a:ext cx="588713" cy="48"/>
            </a:xfrm>
            <a:custGeom>
              <a:avLst/>
              <a:gdLst/>
              <a:ahLst/>
              <a:cxnLst/>
              <a:rect l="l" t="t" r="r" b="b"/>
              <a:pathLst>
                <a:path w="12342" h="1" fill="none" extrusionOk="0">
                  <a:moveTo>
                    <a:pt x="1" y="0"/>
                  </a:moveTo>
                  <a:lnTo>
                    <a:pt x="12342" y="0"/>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49"/>
          <p:cNvGrpSpPr/>
          <p:nvPr/>
        </p:nvGrpSpPr>
        <p:grpSpPr>
          <a:xfrm flipH="1">
            <a:off x="221075" y="2729943"/>
            <a:ext cx="1671184" cy="2440924"/>
            <a:chOff x="6795049" y="1179275"/>
            <a:chExt cx="1268451" cy="1852694"/>
          </a:xfrm>
        </p:grpSpPr>
        <p:sp>
          <p:nvSpPr>
            <p:cNvPr id="708" name="Google Shape;708;p49"/>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49"/>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49"/>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9"/>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9"/>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9"/>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9"/>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586154" y="324750"/>
            <a:ext cx="7844871" cy="558388"/>
          </a:xfrm>
        </p:spPr>
        <p:txBody>
          <a:bodyPr/>
          <a:lstStyle/>
          <a:p>
            <a:r>
              <a:rPr lang="en-US" dirty="0"/>
              <a:t>List Box &amp; Frames</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a:xfrm>
            <a:off x="382829" y="915891"/>
            <a:ext cx="4189171" cy="3649262"/>
          </a:xfrm>
        </p:spPr>
        <p:txBody>
          <a:bodyPr/>
          <a:lstStyle/>
          <a:p>
            <a:pPr marL="114300" indent="0">
              <a:buNone/>
            </a:pPr>
            <a:r>
              <a:rPr lang="en-US" sz="1200" dirty="0" err="1"/>
              <a:t>song_box</a:t>
            </a:r>
            <a:r>
              <a:rPr lang="en-US" sz="1200" dirty="0"/>
              <a:t> = </a:t>
            </a:r>
            <a:r>
              <a:rPr lang="en-US" sz="1200" dirty="0" err="1"/>
              <a:t>Listbox</a:t>
            </a:r>
            <a:r>
              <a:rPr lang="en-US" sz="1200" dirty="0"/>
              <a:t>(</a:t>
            </a:r>
            <a:r>
              <a:rPr lang="en-US" sz="1200" dirty="0" err="1"/>
              <a:t>master_frame</a:t>
            </a:r>
            <a:r>
              <a:rPr lang="en-US" sz="1200" dirty="0"/>
              <a:t>, </a:t>
            </a:r>
            <a:r>
              <a:rPr lang="en-US" sz="1200" dirty="0" err="1"/>
              <a:t>bg</a:t>
            </a:r>
            <a:r>
              <a:rPr lang="en-US" sz="1200" dirty="0"/>
              <a:t>='#aab0b5', </a:t>
            </a:r>
            <a:r>
              <a:rPr lang="en-US" sz="1200" dirty="0" err="1"/>
              <a:t>fg</a:t>
            </a:r>
            <a:r>
              <a:rPr lang="en-US" sz="1200" dirty="0"/>
              <a:t>='black', width=60)</a:t>
            </a:r>
          </a:p>
          <a:p>
            <a:pPr marL="114300" indent="0">
              <a:buNone/>
            </a:pPr>
            <a:r>
              <a:rPr lang="en-US" sz="1200" dirty="0" err="1"/>
              <a:t>song_box.grid</a:t>
            </a:r>
            <a:r>
              <a:rPr lang="en-US" sz="1200" dirty="0"/>
              <a:t>(row=0, column=0, </a:t>
            </a:r>
            <a:r>
              <a:rPr lang="en-US" sz="1200" dirty="0" err="1"/>
              <a:t>pady</a:t>
            </a:r>
            <a:r>
              <a:rPr lang="en-US" sz="1200" dirty="0"/>
              <a:t>=20,padx=20)</a:t>
            </a:r>
          </a:p>
          <a:p>
            <a:pPr marL="114300" indent="0">
              <a:buNone/>
            </a:pPr>
            <a:endParaRPr lang="en-US" sz="1200" dirty="0"/>
          </a:p>
          <a:p>
            <a:pPr marL="114300" indent="0">
              <a:buNone/>
            </a:pPr>
            <a:r>
              <a:rPr lang="en-US" sz="1200" dirty="0" err="1"/>
              <a:t>master_frame</a:t>
            </a:r>
            <a:r>
              <a:rPr lang="en-US" sz="1200" dirty="0"/>
              <a:t>=</a:t>
            </a:r>
            <a:r>
              <a:rPr lang="en-US" sz="1200" dirty="0" err="1"/>
              <a:t>customtkinter.CTkFrame</a:t>
            </a:r>
            <a:r>
              <a:rPr lang="en-US" sz="1200" dirty="0"/>
              <a:t>(master=root)</a:t>
            </a:r>
          </a:p>
          <a:p>
            <a:pPr marL="114300" indent="0">
              <a:buNone/>
            </a:pPr>
            <a:r>
              <a:rPr lang="en-US" sz="1200" dirty="0" err="1"/>
              <a:t>Master_frame.pack</a:t>
            </a:r>
            <a:r>
              <a:rPr lang="en-US" sz="1200" dirty="0"/>
              <a:t>(</a:t>
            </a:r>
            <a:r>
              <a:rPr lang="en-US" sz="1200" dirty="0" err="1"/>
              <a:t>pady</a:t>
            </a:r>
            <a:r>
              <a:rPr lang="en-US" sz="1200" dirty="0"/>
              <a:t>=20) </a:t>
            </a:r>
          </a:p>
          <a:p>
            <a:pPr marL="114300" indent="0">
              <a:buNone/>
            </a:pPr>
            <a:endParaRPr lang="en-US" sz="1200" dirty="0"/>
          </a:p>
          <a:p>
            <a:pPr marL="114300" indent="0">
              <a:buNone/>
            </a:pPr>
            <a:r>
              <a:rPr lang="en-US" sz="1200" dirty="0" err="1"/>
              <a:t>controls_frame</a:t>
            </a:r>
            <a:r>
              <a:rPr lang="en-US" sz="1200" dirty="0"/>
              <a:t>=</a:t>
            </a:r>
            <a:r>
              <a:rPr lang="en-US" sz="1200" dirty="0" err="1"/>
              <a:t>customtkinter.CTkFrame</a:t>
            </a:r>
            <a:r>
              <a:rPr lang="en-US" sz="1200" dirty="0"/>
              <a:t>(master=</a:t>
            </a:r>
          </a:p>
          <a:p>
            <a:pPr marL="114300" indent="0">
              <a:buNone/>
            </a:pPr>
            <a:r>
              <a:rPr lang="en-US" sz="1200" dirty="0" err="1"/>
              <a:t>master_frame,width</a:t>
            </a:r>
            <a:r>
              <a:rPr lang="en-US" sz="1200" dirty="0"/>
              <a:t>=350, height=200, </a:t>
            </a:r>
            <a:r>
              <a:rPr lang="en-US" sz="1200" dirty="0" err="1"/>
              <a:t>fg_color</a:t>
            </a:r>
            <a:r>
              <a:rPr lang="en-US" sz="1200" dirty="0"/>
              <a:t>='transparent')</a:t>
            </a:r>
          </a:p>
          <a:p>
            <a:pPr marL="114300" indent="0">
              <a:buNone/>
            </a:pPr>
            <a:r>
              <a:rPr lang="en-US" sz="1200" dirty="0" err="1"/>
              <a:t>controls_frame.grid</a:t>
            </a:r>
            <a:r>
              <a:rPr lang="en-US" sz="1200" dirty="0"/>
              <a:t>(row=1, column=0, </a:t>
            </a:r>
            <a:r>
              <a:rPr lang="en-US" sz="1200" dirty="0" err="1"/>
              <a:t>pady</a:t>
            </a:r>
            <a:r>
              <a:rPr lang="en-US" sz="1200" dirty="0"/>
              <a:t>=20, </a:t>
            </a:r>
            <a:r>
              <a:rPr lang="en-US" sz="1200" dirty="0" err="1"/>
              <a:t>padx</a:t>
            </a:r>
            <a:r>
              <a:rPr lang="en-US" sz="1200" dirty="0"/>
              <a:t>=10)</a:t>
            </a:r>
          </a:p>
          <a:p>
            <a:pPr marL="114300" indent="0">
              <a:buNone/>
            </a:pPr>
            <a:endParaRPr lang="en-US" sz="1200" dirty="0"/>
          </a:p>
          <a:p>
            <a:pPr marL="114300" indent="0">
              <a:buNone/>
            </a:pPr>
            <a:r>
              <a:rPr lang="en-US" sz="1200" dirty="0" err="1"/>
              <a:t>volume_frame</a:t>
            </a:r>
            <a:r>
              <a:rPr lang="en-US" sz="1200" dirty="0"/>
              <a:t>=</a:t>
            </a:r>
            <a:r>
              <a:rPr lang="en-US" sz="1200" dirty="0" err="1"/>
              <a:t>customtkinter.CTkFrame</a:t>
            </a:r>
            <a:r>
              <a:rPr lang="en-US" sz="1200" dirty="0"/>
              <a:t>(master=</a:t>
            </a:r>
            <a:r>
              <a:rPr lang="en-US" sz="1200" dirty="0" err="1"/>
              <a:t>master_frame</a:t>
            </a:r>
            <a:r>
              <a:rPr lang="en-US" sz="1200" dirty="0"/>
              <a:t>, </a:t>
            </a:r>
            <a:r>
              <a:rPr lang="en-US" sz="1200" dirty="0" err="1"/>
              <a:t>fg_color</a:t>
            </a:r>
            <a:r>
              <a:rPr lang="en-US" sz="1200" dirty="0"/>
              <a:t>='transparent')</a:t>
            </a:r>
          </a:p>
          <a:p>
            <a:pPr marL="114300" indent="0">
              <a:buNone/>
            </a:pPr>
            <a:r>
              <a:rPr lang="en-US" sz="1200" dirty="0" err="1"/>
              <a:t>Volume_frame.grid</a:t>
            </a:r>
            <a:r>
              <a:rPr lang="en-US" sz="1200" dirty="0"/>
              <a:t>(row=0,column=1,padx=(0,10),</a:t>
            </a:r>
            <a:r>
              <a:rPr lang="en-US" sz="1200" dirty="0" err="1"/>
              <a:t>pady</a:t>
            </a:r>
            <a:r>
              <a:rPr lang="en-US" sz="1200" dirty="0"/>
              <a:t>=10)</a:t>
            </a:r>
          </a:p>
          <a:p>
            <a:pPr marL="114300" indent="0">
              <a:buNone/>
            </a:pPr>
            <a:endParaRPr lang="en-US" sz="1200" dirty="0"/>
          </a:p>
          <a:p>
            <a:pPr marL="114300" indent="0">
              <a:buNone/>
            </a:pPr>
            <a:r>
              <a:rPr lang="en-US" sz="1200" dirty="0" err="1"/>
              <a:t>album_frame</a:t>
            </a:r>
            <a:r>
              <a:rPr lang="en-US" sz="1200" dirty="0"/>
              <a:t>=</a:t>
            </a:r>
            <a:r>
              <a:rPr lang="en-US" sz="1200" dirty="0" err="1"/>
              <a:t>customtkinter.CTkFrame</a:t>
            </a:r>
            <a:r>
              <a:rPr lang="en-US" sz="1200" dirty="0"/>
              <a:t>(master=</a:t>
            </a:r>
            <a:r>
              <a:rPr lang="en-US" sz="1200" dirty="0" err="1"/>
              <a:t>master_frame</a:t>
            </a:r>
            <a:r>
              <a:rPr lang="en-US" sz="1200" dirty="0"/>
              <a:t>, width=175, height=170, </a:t>
            </a:r>
            <a:r>
              <a:rPr lang="en-US" sz="1200" dirty="0" err="1"/>
              <a:t>bg_color</a:t>
            </a:r>
            <a:r>
              <a:rPr lang="en-US" sz="1200" dirty="0"/>
              <a:t>='#aab0b5', </a:t>
            </a:r>
            <a:r>
              <a:rPr lang="en-US" sz="1200" dirty="0" err="1"/>
              <a:t>fg_color</a:t>
            </a:r>
            <a:r>
              <a:rPr lang="en-US" sz="1200" dirty="0"/>
              <a:t>='#aab0b5')</a:t>
            </a:r>
          </a:p>
          <a:p>
            <a:pPr marL="114300" indent="0">
              <a:buNone/>
            </a:pPr>
            <a:r>
              <a:rPr lang="en-US" sz="1200" dirty="0" err="1"/>
              <a:t>album_frame.grid</a:t>
            </a:r>
            <a:r>
              <a:rPr lang="en-US" sz="1200" dirty="0"/>
              <a:t>(row=0, column=2,padx=(0,10),</a:t>
            </a:r>
            <a:r>
              <a:rPr lang="en-US" sz="1200" dirty="0" err="1"/>
              <a:t>pady</a:t>
            </a:r>
            <a:r>
              <a:rPr lang="en-US" sz="1200" dirty="0"/>
              <a:t>=10)</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125" y="917383"/>
            <a:ext cx="4189046" cy="3649261"/>
          </a:xfrm>
        </p:spPr>
        <p:txBody>
          <a:bodyPr/>
          <a:lstStyle/>
          <a:p>
            <a:pPr marL="114300" indent="0">
              <a:buNone/>
            </a:pPr>
            <a:r>
              <a:rPr lang="en-US" sz="1400" dirty="0"/>
              <a:t>The song box is a list box which is class in the tkinter module. It created a visible box which consist of various elements here song names.</a:t>
            </a:r>
          </a:p>
          <a:p>
            <a:pPr marL="114300" indent="0">
              <a:buNone/>
            </a:pPr>
            <a:endParaRPr lang="en-US" sz="1400" dirty="0"/>
          </a:p>
          <a:p>
            <a:pPr marL="114300" indent="0">
              <a:buNone/>
            </a:pPr>
            <a:r>
              <a:rPr lang="en-US" sz="1400" dirty="0"/>
              <a:t>Th ‘.grid’ method is used to position the song box in the window.</a:t>
            </a:r>
          </a:p>
          <a:p>
            <a:pPr marL="114300" indent="0">
              <a:buNone/>
            </a:pPr>
            <a:endParaRPr lang="en-US" sz="1400" dirty="0"/>
          </a:p>
          <a:p>
            <a:pPr marL="114300" indent="0">
              <a:buNone/>
            </a:pPr>
            <a:r>
              <a:rPr lang="en-US" sz="1400" dirty="0"/>
              <a:t>The ‘</a:t>
            </a:r>
            <a:r>
              <a:rPr lang="en-US" sz="1400" dirty="0" err="1"/>
              <a:t>master_frame</a:t>
            </a:r>
            <a:r>
              <a:rPr lang="en-US" sz="1400" dirty="0"/>
              <a:t>’ is used to create a frame which can consist of n number of widgets in them.</a:t>
            </a:r>
          </a:p>
          <a:p>
            <a:pPr marL="114300" indent="0">
              <a:buNone/>
            </a:pPr>
            <a:r>
              <a:rPr lang="en-US" sz="1400" dirty="0"/>
              <a:t>The frame is ideally used to easy positioning the widgets.</a:t>
            </a:r>
          </a:p>
          <a:p>
            <a:pPr marL="114300" indent="0">
              <a:buNone/>
            </a:pPr>
            <a:r>
              <a:rPr lang="en-US" sz="1400" dirty="0"/>
              <a:t>The master fame is packed to the window with a padding y of 20 pixels.</a:t>
            </a:r>
          </a:p>
          <a:p>
            <a:pPr marL="114300" indent="0">
              <a:buNone/>
            </a:pPr>
            <a:endParaRPr lang="en-US" sz="1400" dirty="0"/>
          </a:p>
          <a:p>
            <a:pPr marL="114300" indent="0">
              <a:buNone/>
            </a:pPr>
            <a:r>
              <a:rPr lang="en-US" sz="1400" dirty="0"/>
              <a:t>The song box, controls frame, volume frame, and album frame are in the master frame. The master frame itself is in root i.e. window.</a:t>
            </a:r>
          </a:p>
        </p:txBody>
      </p:sp>
    </p:spTree>
    <p:extLst>
      <p:ext uri="{BB962C8B-B14F-4D97-AF65-F5344CB8AC3E}">
        <p14:creationId xmlns:p14="http://schemas.microsoft.com/office/powerpoint/2010/main" val="9182588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50"/>
          <p:cNvSpPr/>
          <p:nvPr/>
        </p:nvSpPr>
        <p:spPr>
          <a:xfrm>
            <a:off x="5310675" y="189112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a:extLst>
              <a:ext uri="{FF2B5EF4-FFF2-40B4-BE49-F238E27FC236}">
                <a16:creationId xmlns:a16="http://schemas.microsoft.com/office/drawing/2014/main" id="{A58AD2FE-D406-C7F9-6869-2F9C0518D6F2}"/>
              </a:ext>
            </a:extLst>
          </p:cNvPr>
          <p:cNvSpPr>
            <a:spLocks noGrp="1"/>
          </p:cNvSpPr>
          <p:nvPr>
            <p:ph type="title"/>
          </p:nvPr>
        </p:nvSpPr>
        <p:spPr>
          <a:xfrm>
            <a:off x="586154" y="938099"/>
            <a:ext cx="3699962" cy="1219003"/>
          </a:xfrm>
        </p:spPr>
        <p:txBody>
          <a:bodyPr/>
          <a:lstStyle/>
          <a:p>
            <a:pPr algn="l"/>
            <a:r>
              <a:rPr lang="en" sz="8800" dirty="0">
                <a:solidFill>
                  <a:schemeClr val="tx2"/>
                </a:solidFill>
              </a:rPr>
              <a:t>10</a:t>
            </a:r>
            <a:endParaRPr lang="en-IN" sz="8800" dirty="0">
              <a:solidFill>
                <a:schemeClr val="tx2"/>
              </a:solidFill>
            </a:endParaRPr>
          </a:p>
        </p:txBody>
      </p:sp>
      <p:sp>
        <p:nvSpPr>
          <p:cNvPr id="7" name="Subtitle 6">
            <a:extLst>
              <a:ext uri="{FF2B5EF4-FFF2-40B4-BE49-F238E27FC236}">
                <a16:creationId xmlns:a16="http://schemas.microsoft.com/office/drawing/2014/main" id="{BE72F42B-53F2-C0F3-C89B-C9C3271BEFC3}"/>
              </a:ext>
            </a:extLst>
          </p:cNvPr>
          <p:cNvSpPr>
            <a:spLocks noGrp="1"/>
          </p:cNvSpPr>
          <p:nvPr>
            <p:ph type="subTitle" idx="1"/>
          </p:nvPr>
        </p:nvSpPr>
        <p:spPr>
          <a:xfrm>
            <a:off x="606803" y="2109154"/>
            <a:ext cx="3938579" cy="2013975"/>
          </a:xfrm>
        </p:spPr>
        <p:txBody>
          <a:bodyPr/>
          <a:lstStyle/>
          <a:p>
            <a:pPr algn="l"/>
            <a:r>
              <a:rPr lang="en-IN" sz="5400" dirty="0" err="1">
                <a:latin typeface="El Messiri" panose="020B0604020202020204" charset="-78"/>
                <a:cs typeface="El Messiri" panose="020B0604020202020204" charset="-78"/>
              </a:rPr>
              <a:t>CTk</a:t>
            </a:r>
            <a:r>
              <a:rPr lang="en-IN" sz="5400" dirty="0">
                <a:latin typeface="El Messiri" panose="020B0604020202020204" charset="-78"/>
                <a:cs typeface="El Messiri" panose="020B0604020202020204" charset="-78"/>
              </a:rPr>
              <a:t> Image</a:t>
            </a:r>
          </a:p>
          <a:p>
            <a:pPr algn="l"/>
            <a:r>
              <a:rPr lang="en-IN" sz="5400" dirty="0">
                <a:latin typeface="El Messiri" panose="020B0604020202020204" charset="-78"/>
                <a:cs typeface="El Messiri" panose="020B0604020202020204" charset="-78"/>
              </a:rPr>
              <a:t>&amp; Buttons</a:t>
            </a:r>
          </a:p>
          <a:p>
            <a:pPr algn="l"/>
            <a:endParaRPr lang="en-IN" sz="5400" dirty="0">
              <a:latin typeface="El Messiri" panose="020B0604020202020204" charset="-78"/>
              <a:cs typeface="El Messiri" panose="020B0604020202020204" charset="-78"/>
            </a:endParaRPr>
          </a:p>
        </p:txBody>
      </p:sp>
      <p:grpSp>
        <p:nvGrpSpPr>
          <p:cNvPr id="725" name="Google Shape;725;p50"/>
          <p:cNvGrpSpPr/>
          <p:nvPr/>
        </p:nvGrpSpPr>
        <p:grpSpPr>
          <a:xfrm>
            <a:off x="4710444" y="2198384"/>
            <a:ext cx="3965724" cy="1995583"/>
            <a:chOff x="3166750" y="2814925"/>
            <a:chExt cx="2981075" cy="1500100"/>
          </a:xfrm>
        </p:grpSpPr>
        <p:sp>
          <p:nvSpPr>
            <p:cNvPr id="726" name="Google Shape;726;p50"/>
            <p:cNvSpPr/>
            <p:nvPr/>
          </p:nvSpPr>
          <p:spPr>
            <a:xfrm>
              <a:off x="5011750" y="3491975"/>
              <a:ext cx="25" cy="25"/>
            </a:xfrm>
            <a:custGeom>
              <a:avLst/>
              <a:gdLst/>
              <a:ahLst/>
              <a:cxnLst/>
              <a:rect l="l" t="t" r="r" b="b"/>
              <a:pathLst>
                <a:path w="1" h="1" extrusionOk="0">
                  <a:moveTo>
                    <a:pt x="1" y="1"/>
                  </a:move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50"/>
            <p:cNvSpPr/>
            <p:nvPr/>
          </p:nvSpPr>
          <p:spPr>
            <a:xfrm>
              <a:off x="4269350" y="3970725"/>
              <a:ext cx="1878475" cy="341975"/>
            </a:xfrm>
            <a:custGeom>
              <a:avLst/>
              <a:gdLst/>
              <a:ahLst/>
              <a:cxnLst/>
              <a:rect l="l" t="t" r="r" b="b"/>
              <a:pathLst>
                <a:path w="75139" h="13679" extrusionOk="0">
                  <a:moveTo>
                    <a:pt x="6839" y="0"/>
                  </a:moveTo>
                  <a:cubicBezTo>
                    <a:pt x="4955" y="0"/>
                    <a:pt x="3253" y="760"/>
                    <a:pt x="2006" y="2006"/>
                  </a:cubicBezTo>
                  <a:cubicBezTo>
                    <a:pt x="760" y="3252"/>
                    <a:pt x="0" y="4955"/>
                    <a:pt x="0" y="6839"/>
                  </a:cubicBezTo>
                  <a:cubicBezTo>
                    <a:pt x="0" y="10638"/>
                    <a:pt x="3070" y="13678"/>
                    <a:pt x="6839" y="13678"/>
                  </a:cubicBezTo>
                  <a:lnTo>
                    <a:pt x="75138" y="13678"/>
                  </a:lnTo>
                  <a:lnTo>
                    <a:pt x="75138" y="12006"/>
                  </a:lnTo>
                  <a:cubicBezTo>
                    <a:pt x="73923" y="8572"/>
                    <a:pt x="73923" y="5137"/>
                    <a:pt x="75138" y="1702"/>
                  </a:cubicBezTo>
                  <a:lnTo>
                    <a:pt x="7513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50"/>
            <p:cNvSpPr/>
            <p:nvPr/>
          </p:nvSpPr>
          <p:spPr>
            <a:xfrm>
              <a:off x="5245800" y="3970725"/>
              <a:ext cx="902025" cy="341975"/>
            </a:xfrm>
            <a:custGeom>
              <a:avLst/>
              <a:gdLst/>
              <a:ahLst/>
              <a:cxnLst/>
              <a:rect l="l" t="t" r="r" b="b"/>
              <a:pathLst>
                <a:path w="36081" h="13679" extrusionOk="0">
                  <a:moveTo>
                    <a:pt x="3283" y="0"/>
                  </a:moveTo>
                  <a:cubicBezTo>
                    <a:pt x="2372" y="0"/>
                    <a:pt x="1551" y="760"/>
                    <a:pt x="943" y="2006"/>
                  </a:cubicBezTo>
                  <a:cubicBezTo>
                    <a:pt x="365" y="3252"/>
                    <a:pt x="1" y="4955"/>
                    <a:pt x="1" y="6839"/>
                  </a:cubicBezTo>
                  <a:cubicBezTo>
                    <a:pt x="1" y="10638"/>
                    <a:pt x="1460" y="13678"/>
                    <a:pt x="3283" y="13678"/>
                  </a:cubicBezTo>
                  <a:lnTo>
                    <a:pt x="36080" y="13678"/>
                  </a:lnTo>
                  <a:lnTo>
                    <a:pt x="36080" y="12006"/>
                  </a:lnTo>
                  <a:cubicBezTo>
                    <a:pt x="34865" y="8572"/>
                    <a:pt x="34865" y="5137"/>
                    <a:pt x="36080" y="1702"/>
                  </a:cubicBezTo>
                  <a:lnTo>
                    <a:pt x="3608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50"/>
            <p:cNvSpPr/>
            <p:nvPr/>
          </p:nvSpPr>
          <p:spPr>
            <a:xfrm>
              <a:off x="5355225" y="4023900"/>
              <a:ext cx="625425" cy="8400"/>
            </a:xfrm>
            <a:custGeom>
              <a:avLst/>
              <a:gdLst/>
              <a:ahLst/>
              <a:cxnLst/>
              <a:rect l="l" t="t" r="r" b="b"/>
              <a:pathLst>
                <a:path w="25017" h="336" extrusionOk="0">
                  <a:moveTo>
                    <a:pt x="669" y="1"/>
                  </a:moveTo>
                  <a:cubicBezTo>
                    <a:pt x="426" y="92"/>
                    <a:pt x="213" y="213"/>
                    <a:pt x="1" y="335"/>
                  </a:cubicBezTo>
                  <a:lnTo>
                    <a:pt x="24834" y="335"/>
                  </a:lnTo>
                  <a:cubicBezTo>
                    <a:pt x="24925" y="335"/>
                    <a:pt x="25016" y="244"/>
                    <a:pt x="25016" y="153"/>
                  </a:cubicBezTo>
                  <a:cubicBezTo>
                    <a:pt x="25016" y="62"/>
                    <a:pt x="24925" y="1"/>
                    <a:pt x="2483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50"/>
            <p:cNvSpPr/>
            <p:nvPr/>
          </p:nvSpPr>
          <p:spPr>
            <a:xfrm>
              <a:off x="3830125" y="3656125"/>
              <a:ext cx="200625" cy="624650"/>
            </a:xfrm>
            <a:custGeom>
              <a:avLst/>
              <a:gdLst/>
              <a:ahLst/>
              <a:cxnLst/>
              <a:rect l="l" t="t" r="r" b="b"/>
              <a:pathLst>
                <a:path w="8025" h="24986" extrusionOk="0">
                  <a:moveTo>
                    <a:pt x="4134" y="0"/>
                  </a:moveTo>
                  <a:lnTo>
                    <a:pt x="1915" y="13314"/>
                  </a:lnTo>
                  <a:lnTo>
                    <a:pt x="1156" y="17873"/>
                  </a:lnTo>
                  <a:lnTo>
                    <a:pt x="1064" y="18420"/>
                  </a:lnTo>
                  <a:lnTo>
                    <a:pt x="0" y="24803"/>
                  </a:lnTo>
                  <a:lnTo>
                    <a:pt x="7235" y="24985"/>
                  </a:lnTo>
                  <a:cubicBezTo>
                    <a:pt x="7235" y="24985"/>
                    <a:pt x="7447" y="21915"/>
                    <a:pt x="7630" y="18177"/>
                  </a:cubicBezTo>
                  <a:cubicBezTo>
                    <a:pt x="7660" y="17721"/>
                    <a:pt x="7660" y="17265"/>
                    <a:pt x="7691" y="16809"/>
                  </a:cubicBezTo>
                  <a:cubicBezTo>
                    <a:pt x="7751" y="15411"/>
                    <a:pt x="7843" y="13982"/>
                    <a:pt x="7873" y="12614"/>
                  </a:cubicBezTo>
                  <a:cubicBezTo>
                    <a:pt x="7995" y="9909"/>
                    <a:pt x="8025" y="7478"/>
                    <a:pt x="7964" y="6019"/>
                  </a:cubicBezTo>
                  <a:cubicBezTo>
                    <a:pt x="7782" y="1520"/>
                    <a:pt x="4134" y="0"/>
                    <a:pt x="413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50"/>
            <p:cNvSpPr/>
            <p:nvPr/>
          </p:nvSpPr>
          <p:spPr>
            <a:xfrm>
              <a:off x="3859000" y="3656125"/>
              <a:ext cx="183925" cy="446825"/>
            </a:xfrm>
            <a:custGeom>
              <a:avLst/>
              <a:gdLst/>
              <a:ahLst/>
              <a:cxnLst/>
              <a:rect l="l" t="t" r="r" b="b"/>
              <a:pathLst>
                <a:path w="7357" h="17873" extrusionOk="0">
                  <a:moveTo>
                    <a:pt x="2979" y="0"/>
                  </a:moveTo>
                  <a:lnTo>
                    <a:pt x="1" y="17873"/>
                  </a:lnTo>
                  <a:cubicBezTo>
                    <a:pt x="1642" y="17842"/>
                    <a:pt x="4894" y="17387"/>
                    <a:pt x="7144" y="16596"/>
                  </a:cubicBezTo>
                  <a:cubicBezTo>
                    <a:pt x="7356" y="12523"/>
                    <a:pt x="6900" y="8207"/>
                    <a:pt x="6809" y="6019"/>
                  </a:cubicBezTo>
                  <a:cubicBezTo>
                    <a:pt x="6627" y="1520"/>
                    <a:pt x="2979" y="0"/>
                    <a:pt x="297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50"/>
            <p:cNvSpPr/>
            <p:nvPr/>
          </p:nvSpPr>
          <p:spPr>
            <a:xfrm>
              <a:off x="3583150" y="3466150"/>
              <a:ext cx="307800" cy="340650"/>
            </a:xfrm>
            <a:custGeom>
              <a:avLst/>
              <a:gdLst/>
              <a:ahLst/>
              <a:cxnLst/>
              <a:rect l="l" t="t" r="r" b="b"/>
              <a:pathLst>
                <a:path w="12312" h="13626" extrusionOk="0">
                  <a:moveTo>
                    <a:pt x="4895" y="0"/>
                  </a:moveTo>
                  <a:cubicBezTo>
                    <a:pt x="4895" y="61"/>
                    <a:pt x="4803" y="335"/>
                    <a:pt x="4682" y="730"/>
                  </a:cubicBezTo>
                  <a:cubicBezTo>
                    <a:pt x="4560" y="1064"/>
                    <a:pt x="4439" y="1459"/>
                    <a:pt x="4287" y="1885"/>
                  </a:cubicBezTo>
                  <a:cubicBezTo>
                    <a:pt x="3740" y="3374"/>
                    <a:pt x="3071" y="5228"/>
                    <a:pt x="3071" y="5228"/>
                  </a:cubicBezTo>
                  <a:cubicBezTo>
                    <a:pt x="3071" y="5228"/>
                    <a:pt x="1673" y="5563"/>
                    <a:pt x="1" y="6231"/>
                  </a:cubicBezTo>
                  <a:cubicBezTo>
                    <a:pt x="1280" y="8284"/>
                    <a:pt x="4713" y="13625"/>
                    <a:pt x="6939" y="13625"/>
                  </a:cubicBezTo>
                  <a:cubicBezTo>
                    <a:pt x="6987" y="13625"/>
                    <a:pt x="7036" y="13623"/>
                    <a:pt x="7083" y="13618"/>
                  </a:cubicBezTo>
                  <a:cubicBezTo>
                    <a:pt x="9484" y="13314"/>
                    <a:pt x="12311" y="10335"/>
                    <a:pt x="12311" y="6809"/>
                  </a:cubicBezTo>
                  <a:cubicBezTo>
                    <a:pt x="11582" y="6535"/>
                    <a:pt x="10974" y="6414"/>
                    <a:pt x="10974" y="6414"/>
                  </a:cubicBezTo>
                  <a:lnTo>
                    <a:pt x="11217" y="5411"/>
                  </a:lnTo>
                  <a:lnTo>
                    <a:pt x="11977" y="2432"/>
                  </a:lnTo>
                  <a:lnTo>
                    <a:pt x="12007" y="2219"/>
                  </a:lnTo>
                  <a:lnTo>
                    <a:pt x="489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50"/>
            <p:cNvSpPr/>
            <p:nvPr/>
          </p:nvSpPr>
          <p:spPr>
            <a:xfrm>
              <a:off x="3491225" y="2814925"/>
              <a:ext cx="323725" cy="323725"/>
            </a:xfrm>
            <a:custGeom>
              <a:avLst/>
              <a:gdLst/>
              <a:ahLst/>
              <a:cxnLst/>
              <a:rect l="l" t="t" r="r" b="b"/>
              <a:pathLst>
                <a:path w="12949" h="12949" extrusionOk="0">
                  <a:moveTo>
                    <a:pt x="6474" y="0"/>
                  </a:moveTo>
                  <a:cubicBezTo>
                    <a:pt x="4073" y="0"/>
                    <a:pt x="2006" y="1277"/>
                    <a:pt x="881" y="3222"/>
                  </a:cubicBezTo>
                  <a:cubicBezTo>
                    <a:pt x="304" y="4165"/>
                    <a:pt x="0" y="5289"/>
                    <a:pt x="0" y="6475"/>
                  </a:cubicBezTo>
                  <a:cubicBezTo>
                    <a:pt x="0" y="10031"/>
                    <a:pt x="2888" y="12949"/>
                    <a:pt x="6474" y="12949"/>
                  </a:cubicBezTo>
                  <a:cubicBezTo>
                    <a:pt x="10061" y="12949"/>
                    <a:pt x="12949" y="10031"/>
                    <a:pt x="12949" y="6475"/>
                  </a:cubicBezTo>
                  <a:cubicBezTo>
                    <a:pt x="12949" y="6414"/>
                    <a:pt x="12949" y="6353"/>
                    <a:pt x="12949" y="6323"/>
                  </a:cubicBezTo>
                  <a:cubicBezTo>
                    <a:pt x="12857" y="2797"/>
                    <a:pt x="10000" y="0"/>
                    <a:pt x="647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0"/>
            <p:cNvSpPr/>
            <p:nvPr/>
          </p:nvSpPr>
          <p:spPr>
            <a:xfrm>
              <a:off x="3623425" y="3003975"/>
              <a:ext cx="248525" cy="171150"/>
            </a:xfrm>
            <a:custGeom>
              <a:avLst/>
              <a:gdLst/>
              <a:ahLst/>
              <a:cxnLst/>
              <a:rect l="l" t="t" r="r" b="b"/>
              <a:pathLst>
                <a:path w="9941" h="6846" extrusionOk="0">
                  <a:moveTo>
                    <a:pt x="7356" y="0"/>
                  </a:moveTo>
                  <a:cubicBezTo>
                    <a:pt x="6151" y="0"/>
                    <a:pt x="4663" y="482"/>
                    <a:pt x="3162" y="2013"/>
                  </a:cubicBezTo>
                  <a:cubicBezTo>
                    <a:pt x="1" y="5204"/>
                    <a:pt x="1916" y="6846"/>
                    <a:pt x="1916" y="6846"/>
                  </a:cubicBezTo>
                  <a:lnTo>
                    <a:pt x="9940" y="980"/>
                  </a:lnTo>
                  <a:cubicBezTo>
                    <a:pt x="9640" y="568"/>
                    <a:pt x="8664" y="0"/>
                    <a:pt x="735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0"/>
            <p:cNvSpPr/>
            <p:nvPr/>
          </p:nvSpPr>
          <p:spPr>
            <a:xfrm>
              <a:off x="3993500" y="3346100"/>
              <a:ext cx="163400" cy="110175"/>
            </a:xfrm>
            <a:custGeom>
              <a:avLst/>
              <a:gdLst/>
              <a:ahLst/>
              <a:cxnLst/>
              <a:rect l="l" t="t" r="r" b="b"/>
              <a:pathLst>
                <a:path w="6536" h="4407" extrusionOk="0">
                  <a:moveTo>
                    <a:pt x="3777" y="1"/>
                  </a:moveTo>
                  <a:cubicBezTo>
                    <a:pt x="3452" y="1"/>
                    <a:pt x="3112" y="40"/>
                    <a:pt x="2767" y="121"/>
                  </a:cubicBezTo>
                  <a:cubicBezTo>
                    <a:pt x="1125" y="517"/>
                    <a:pt x="1" y="1763"/>
                    <a:pt x="274" y="2918"/>
                  </a:cubicBezTo>
                  <a:cubicBezTo>
                    <a:pt x="515" y="3834"/>
                    <a:pt x="1541" y="4406"/>
                    <a:pt x="2774" y="4406"/>
                  </a:cubicBezTo>
                  <a:cubicBezTo>
                    <a:pt x="3095" y="4406"/>
                    <a:pt x="3430" y="4367"/>
                    <a:pt x="3770" y="4286"/>
                  </a:cubicBezTo>
                  <a:cubicBezTo>
                    <a:pt x="5441" y="3890"/>
                    <a:pt x="6536" y="2614"/>
                    <a:pt x="6262" y="1489"/>
                  </a:cubicBezTo>
                  <a:cubicBezTo>
                    <a:pt x="6045" y="573"/>
                    <a:pt x="5025" y="1"/>
                    <a:pt x="377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50"/>
            <p:cNvSpPr/>
            <p:nvPr/>
          </p:nvSpPr>
          <p:spPr>
            <a:xfrm>
              <a:off x="3651550" y="3054150"/>
              <a:ext cx="449875" cy="566800"/>
            </a:xfrm>
            <a:custGeom>
              <a:avLst/>
              <a:gdLst/>
              <a:ahLst/>
              <a:cxnLst/>
              <a:rect l="l" t="t" r="r" b="b"/>
              <a:pathLst>
                <a:path w="17995" h="22672" extrusionOk="0">
                  <a:moveTo>
                    <a:pt x="9542" y="1"/>
                  </a:moveTo>
                  <a:cubicBezTo>
                    <a:pt x="4912" y="1"/>
                    <a:pt x="846" y="2260"/>
                    <a:pt x="365" y="10948"/>
                  </a:cubicBezTo>
                  <a:cubicBezTo>
                    <a:pt x="1" y="17210"/>
                    <a:pt x="4013" y="22316"/>
                    <a:pt x="9058" y="22651"/>
                  </a:cubicBezTo>
                  <a:cubicBezTo>
                    <a:pt x="9270" y="22665"/>
                    <a:pt x="9478" y="22672"/>
                    <a:pt x="9682" y="22672"/>
                  </a:cubicBezTo>
                  <a:cubicBezTo>
                    <a:pt x="14345" y="22672"/>
                    <a:pt x="17045" y="19014"/>
                    <a:pt x="17569" y="11617"/>
                  </a:cubicBezTo>
                  <a:cubicBezTo>
                    <a:pt x="17995" y="5356"/>
                    <a:pt x="15624" y="371"/>
                    <a:pt x="10578" y="36"/>
                  </a:cubicBezTo>
                  <a:cubicBezTo>
                    <a:pt x="10231" y="13"/>
                    <a:pt x="9885" y="1"/>
                    <a:pt x="954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50"/>
            <p:cNvSpPr/>
            <p:nvPr/>
          </p:nvSpPr>
          <p:spPr>
            <a:xfrm>
              <a:off x="3613550" y="3002550"/>
              <a:ext cx="519025" cy="366350"/>
            </a:xfrm>
            <a:custGeom>
              <a:avLst/>
              <a:gdLst/>
              <a:ahLst/>
              <a:cxnLst/>
              <a:rect l="l" t="t" r="r" b="b"/>
              <a:pathLst>
                <a:path w="20761" h="14654" extrusionOk="0">
                  <a:moveTo>
                    <a:pt x="10093" y="0"/>
                  </a:moveTo>
                  <a:cubicBezTo>
                    <a:pt x="7386" y="0"/>
                    <a:pt x="5090" y="1251"/>
                    <a:pt x="3466" y="3103"/>
                  </a:cubicBezTo>
                  <a:cubicBezTo>
                    <a:pt x="2554" y="4167"/>
                    <a:pt x="1855" y="5413"/>
                    <a:pt x="1429" y="6720"/>
                  </a:cubicBezTo>
                  <a:cubicBezTo>
                    <a:pt x="1" y="11128"/>
                    <a:pt x="1429" y="14654"/>
                    <a:pt x="1429" y="14654"/>
                  </a:cubicBezTo>
                  <a:cubicBezTo>
                    <a:pt x="7478" y="13377"/>
                    <a:pt x="9454" y="6113"/>
                    <a:pt x="9454" y="6113"/>
                  </a:cubicBezTo>
                  <a:cubicBezTo>
                    <a:pt x="12919" y="12252"/>
                    <a:pt x="19089" y="13681"/>
                    <a:pt x="19089" y="13681"/>
                  </a:cubicBezTo>
                  <a:cubicBezTo>
                    <a:pt x="19332" y="13012"/>
                    <a:pt x="19515" y="12344"/>
                    <a:pt x="19667" y="11675"/>
                  </a:cubicBezTo>
                  <a:cubicBezTo>
                    <a:pt x="20761" y="6356"/>
                    <a:pt x="17873" y="1948"/>
                    <a:pt x="12888" y="429"/>
                  </a:cubicBezTo>
                  <a:cubicBezTo>
                    <a:pt x="11918" y="135"/>
                    <a:pt x="10984" y="0"/>
                    <a:pt x="1009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50"/>
            <p:cNvSpPr/>
            <p:nvPr/>
          </p:nvSpPr>
          <p:spPr>
            <a:xfrm>
              <a:off x="3558850" y="3327700"/>
              <a:ext cx="164150" cy="112350"/>
            </a:xfrm>
            <a:custGeom>
              <a:avLst/>
              <a:gdLst/>
              <a:ahLst/>
              <a:cxnLst/>
              <a:rect l="l" t="t" r="r" b="b"/>
              <a:pathLst>
                <a:path w="6566" h="4494" extrusionOk="0">
                  <a:moveTo>
                    <a:pt x="2678" y="1"/>
                  </a:moveTo>
                  <a:cubicBezTo>
                    <a:pt x="1552" y="1"/>
                    <a:pt x="604" y="483"/>
                    <a:pt x="335" y="1313"/>
                  </a:cubicBezTo>
                  <a:cubicBezTo>
                    <a:pt x="0" y="2468"/>
                    <a:pt x="1003" y="3775"/>
                    <a:pt x="2645" y="4292"/>
                  </a:cubicBezTo>
                  <a:cubicBezTo>
                    <a:pt x="3071" y="4429"/>
                    <a:pt x="3497" y="4493"/>
                    <a:pt x="3899" y="4493"/>
                  </a:cubicBezTo>
                  <a:cubicBezTo>
                    <a:pt x="5018" y="4493"/>
                    <a:pt x="5955" y="3995"/>
                    <a:pt x="6201" y="3168"/>
                  </a:cubicBezTo>
                  <a:cubicBezTo>
                    <a:pt x="6566" y="2043"/>
                    <a:pt x="5532" y="705"/>
                    <a:pt x="3921" y="189"/>
                  </a:cubicBezTo>
                  <a:cubicBezTo>
                    <a:pt x="3500" y="61"/>
                    <a:pt x="3078" y="1"/>
                    <a:pt x="267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50"/>
            <p:cNvSpPr/>
            <p:nvPr/>
          </p:nvSpPr>
          <p:spPr>
            <a:xfrm>
              <a:off x="3305050" y="3596100"/>
              <a:ext cx="677075" cy="684675"/>
            </a:xfrm>
            <a:custGeom>
              <a:avLst/>
              <a:gdLst/>
              <a:ahLst/>
              <a:cxnLst/>
              <a:rect l="l" t="t" r="r" b="b"/>
              <a:pathLst>
                <a:path w="27083" h="27387" extrusionOk="0">
                  <a:moveTo>
                    <a:pt x="14195" y="0"/>
                  </a:moveTo>
                  <a:cubicBezTo>
                    <a:pt x="14195" y="0"/>
                    <a:pt x="12827" y="365"/>
                    <a:pt x="11125" y="1033"/>
                  </a:cubicBezTo>
                  <a:cubicBezTo>
                    <a:pt x="9727" y="1581"/>
                    <a:pt x="8116" y="2371"/>
                    <a:pt x="6930" y="3313"/>
                  </a:cubicBezTo>
                  <a:cubicBezTo>
                    <a:pt x="6535" y="3647"/>
                    <a:pt x="6170" y="4012"/>
                    <a:pt x="5897" y="4377"/>
                  </a:cubicBezTo>
                  <a:cubicBezTo>
                    <a:pt x="3496" y="7629"/>
                    <a:pt x="0" y="25471"/>
                    <a:pt x="0" y="25471"/>
                  </a:cubicBezTo>
                  <a:lnTo>
                    <a:pt x="21490" y="27386"/>
                  </a:lnTo>
                  <a:cubicBezTo>
                    <a:pt x="21490" y="27386"/>
                    <a:pt x="21915" y="23739"/>
                    <a:pt x="22766" y="20821"/>
                  </a:cubicBezTo>
                  <a:cubicBezTo>
                    <a:pt x="24529" y="14803"/>
                    <a:pt x="27083" y="5350"/>
                    <a:pt x="26505" y="3830"/>
                  </a:cubicBezTo>
                  <a:cubicBezTo>
                    <a:pt x="26080" y="2736"/>
                    <a:pt x="24560" y="2006"/>
                    <a:pt x="23435" y="1611"/>
                  </a:cubicBezTo>
                  <a:cubicBezTo>
                    <a:pt x="22675" y="1337"/>
                    <a:pt x="22098" y="1216"/>
                    <a:pt x="22098" y="1216"/>
                  </a:cubicBezTo>
                  <a:lnTo>
                    <a:pt x="22098" y="1216"/>
                  </a:lnTo>
                  <a:cubicBezTo>
                    <a:pt x="22311" y="4164"/>
                    <a:pt x="20152" y="6900"/>
                    <a:pt x="19241" y="7021"/>
                  </a:cubicBezTo>
                  <a:cubicBezTo>
                    <a:pt x="19233" y="7022"/>
                    <a:pt x="19225" y="7023"/>
                    <a:pt x="19218" y="7023"/>
                  </a:cubicBezTo>
                  <a:cubicBezTo>
                    <a:pt x="18289" y="7023"/>
                    <a:pt x="14195" y="0"/>
                    <a:pt x="1419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50"/>
            <p:cNvSpPr/>
            <p:nvPr/>
          </p:nvSpPr>
          <p:spPr>
            <a:xfrm>
              <a:off x="3166750" y="3659150"/>
              <a:ext cx="722675" cy="655875"/>
            </a:xfrm>
            <a:custGeom>
              <a:avLst/>
              <a:gdLst/>
              <a:ahLst/>
              <a:cxnLst/>
              <a:rect l="l" t="t" r="r" b="b"/>
              <a:pathLst>
                <a:path w="28907" h="26235" extrusionOk="0">
                  <a:moveTo>
                    <a:pt x="13617" y="1"/>
                  </a:moveTo>
                  <a:cubicBezTo>
                    <a:pt x="13617" y="1"/>
                    <a:pt x="8876" y="2432"/>
                    <a:pt x="6626" y="7174"/>
                  </a:cubicBezTo>
                  <a:cubicBezTo>
                    <a:pt x="6170" y="8116"/>
                    <a:pt x="5562" y="9302"/>
                    <a:pt x="4894" y="10609"/>
                  </a:cubicBezTo>
                  <a:cubicBezTo>
                    <a:pt x="4164" y="12129"/>
                    <a:pt x="3344" y="13770"/>
                    <a:pt x="2614" y="15411"/>
                  </a:cubicBezTo>
                  <a:cubicBezTo>
                    <a:pt x="2401" y="15928"/>
                    <a:pt x="2158" y="16445"/>
                    <a:pt x="1976" y="16931"/>
                  </a:cubicBezTo>
                  <a:cubicBezTo>
                    <a:pt x="638" y="20244"/>
                    <a:pt x="0" y="23101"/>
                    <a:pt x="1581" y="23831"/>
                  </a:cubicBezTo>
                  <a:cubicBezTo>
                    <a:pt x="2961" y="24456"/>
                    <a:pt x="6034" y="24635"/>
                    <a:pt x="9094" y="24635"/>
                  </a:cubicBezTo>
                  <a:cubicBezTo>
                    <a:pt x="13175" y="24635"/>
                    <a:pt x="17234" y="24317"/>
                    <a:pt x="17234" y="24317"/>
                  </a:cubicBezTo>
                  <a:cubicBezTo>
                    <a:pt x="17234" y="24317"/>
                    <a:pt x="17590" y="24392"/>
                    <a:pt x="18117" y="24392"/>
                  </a:cubicBezTo>
                  <a:cubicBezTo>
                    <a:pt x="18754" y="24392"/>
                    <a:pt x="19641" y="24283"/>
                    <a:pt x="20456" y="23801"/>
                  </a:cubicBezTo>
                  <a:cubicBezTo>
                    <a:pt x="20456" y="23801"/>
                    <a:pt x="21981" y="26235"/>
                    <a:pt x="22822" y="26235"/>
                  </a:cubicBezTo>
                  <a:cubicBezTo>
                    <a:pt x="22878" y="26235"/>
                    <a:pt x="22930" y="26224"/>
                    <a:pt x="22979" y="26202"/>
                  </a:cubicBezTo>
                  <a:cubicBezTo>
                    <a:pt x="23466" y="25959"/>
                    <a:pt x="23314" y="25472"/>
                    <a:pt x="23283" y="25412"/>
                  </a:cubicBezTo>
                  <a:lnTo>
                    <a:pt x="23283" y="25412"/>
                  </a:lnTo>
                  <a:cubicBezTo>
                    <a:pt x="23283" y="25412"/>
                    <a:pt x="23314" y="25442"/>
                    <a:pt x="23344" y="25472"/>
                  </a:cubicBezTo>
                  <a:cubicBezTo>
                    <a:pt x="23405" y="25503"/>
                    <a:pt x="23496" y="25594"/>
                    <a:pt x="23587" y="25655"/>
                  </a:cubicBezTo>
                  <a:cubicBezTo>
                    <a:pt x="23734" y="25728"/>
                    <a:pt x="23902" y="25801"/>
                    <a:pt x="24080" y="25801"/>
                  </a:cubicBezTo>
                  <a:cubicBezTo>
                    <a:pt x="24197" y="25801"/>
                    <a:pt x="24318" y="25770"/>
                    <a:pt x="24438" y="25685"/>
                  </a:cubicBezTo>
                  <a:cubicBezTo>
                    <a:pt x="25046" y="25290"/>
                    <a:pt x="23952" y="22068"/>
                    <a:pt x="23861" y="21825"/>
                  </a:cubicBezTo>
                  <a:lnTo>
                    <a:pt x="23861" y="21825"/>
                  </a:lnTo>
                  <a:cubicBezTo>
                    <a:pt x="23977" y="22057"/>
                    <a:pt x="25389" y="25131"/>
                    <a:pt x="26154" y="25131"/>
                  </a:cubicBezTo>
                  <a:cubicBezTo>
                    <a:pt x="26191" y="25131"/>
                    <a:pt x="26228" y="25123"/>
                    <a:pt x="26262" y="25108"/>
                  </a:cubicBezTo>
                  <a:cubicBezTo>
                    <a:pt x="27174" y="24712"/>
                    <a:pt x="25836" y="21308"/>
                    <a:pt x="25715" y="20974"/>
                  </a:cubicBezTo>
                  <a:lnTo>
                    <a:pt x="25715" y="20974"/>
                  </a:lnTo>
                  <a:cubicBezTo>
                    <a:pt x="25861" y="21265"/>
                    <a:pt x="27152" y="23876"/>
                    <a:pt x="27821" y="23876"/>
                  </a:cubicBezTo>
                  <a:cubicBezTo>
                    <a:pt x="27849" y="23876"/>
                    <a:pt x="27877" y="23871"/>
                    <a:pt x="27903" y="23861"/>
                  </a:cubicBezTo>
                  <a:cubicBezTo>
                    <a:pt x="28906" y="23466"/>
                    <a:pt x="27265" y="16962"/>
                    <a:pt x="24469" y="16962"/>
                  </a:cubicBezTo>
                  <a:cubicBezTo>
                    <a:pt x="21520" y="16962"/>
                    <a:pt x="17660" y="19302"/>
                    <a:pt x="17660" y="19302"/>
                  </a:cubicBezTo>
                  <a:lnTo>
                    <a:pt x="10213" y="18481"/>
                  </a:lnTo>
                  <a:cubicBezTo>
                    <a:pt x="10213" y="18481"/>
                    <a:pt x="10304" y="18360"/>
                    <a:pt x="10426" y="18117"/>
                  </a:cubicBezTo>
                  <a:cubicBezTo>
                    <a:pt x="10456" y="18025"/>
                    <a:pt x="10517" y="17904"/>
                    <a:pt x="10608" y="17752"/>
                  </a:cubicBezTo>
                  <a:cubicBezTo>
                    <a:pt x="11003" y="16962"/>
                    <a:pt x="11702" y="15563"/>
                    <a:pt x="12401" y="14165"/>
                  </a:cubicBezTo>
                  <a:cubicBezTo>
                    <a:pt x="13344" y="12311"/>
                    <a:pt x="14256" y="10457"/>
                    <a:pt x="14468" y="9971"/>
                  </a:cubicBezTo>
                  <a:cubicBezTo>
                    <a:pt x="14985" y="8846"/>
                    <a:pt x="18450" y="609"/>
                    <a:pt x="1361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50"/>
            <p:cNvSpPr/>
            <p:nvPr/>
          </p:nvSpPr>
          <p:spPr>
            <a:xfrm>
              <a:off x="3717650" y="4222675"/>
              <a:ext cx="38800" cy="77850"/>
            </a:xfrm>
            <a:custGeom>
              <a:avLst/>
              <a:gdLst/>
              <a:ahLst/>
              <a:cxnLst/>
              <a:rect l="l" t="t" r="r" b="b"/>
              <a:pathLst>
                <a:path w="1552" h="3114" extrusionOk="0">
                  <a:moveTo>
                    <a:pt x="36" y="1"/>
                  </a:moveTo>
                  <a:cubicBezTo>
                    <a:pt x="16" y="1"/>
                    <a:pt x="1" y="22"/>
                    <a:pt x="1" y="44"/>
                  </a:cubicBezTo>
                  <a:cubicBezTo>
                    <a:pt x="305" y="682"/>
                    <a:pt x="670" y="1260"/>
                    <a:pt x="943" y="1898"/>
                  </a:cubicBezTo>
                  <a:cubicBezTo>
                    <a:pt x="1065" y="2232"/>
                    <a:pt x="1186" y="2567"/>
                    <a:pt x="1308" y="2931"/>
                  </a:cubicBezTo>
                  <a:cubicBezTo>
                    <a:pt x="1338" y="2962"/>
                    <a:pt x="1430" y="3053"/>
                    <a:pt x="1551" y="3114"/>
                  </a:cubicBezTo>
                  <a:cubicBezTo>
                    <a:pt x="1308" y="1989"/>
                    <a:pt x="791" y="804"/>
                    <a:pt x="62" y="13"/>
                  </a:cubicBezTo>
                  <a:cubicBezTo>
                    <a:pt x="53" y="4"/>
                    <a:pt x="44" y="1"/>
                    <a:pt x="36"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50"/>
            <p:cNvSpPr/>
            <p:nvPr/>
          </p:nvSpPr>
          <p:spPr>
            <a:xfrm>
              <a:off x="3211575" y="3659150"/>
              <a:ext cx="416450" cy="444675"/>
            </a:xfrm>
            <a:custGeom>
              <a:avLst/>
              <a:gdLst/>
              <a:ahLst/>
              <a:cxnLst/>
              <a:rect l="l" t="t" r="r" b="b"/>
              <a:pathLst>
                <a:path w="16658" h="17787" extrusionOk="0">
                  <a:moveTo>
                    <a:pt x="11824" y="1"/>
                  </a:moveTo>
                  <a:cubicBezTo>
                    <a:pt x="11824" y="1"/>
                    <a:pt x="7508" y="2129"/>
                    <a:pt x="4560" y="7174"/>
                  </a:cubicBezTo>
                  <a:cubicBezTo>
                    <a:pt x="3405" y="9150"/>
                    <a:pt x="1611" y="12098"/>
                    <a:pt x="0" y="15290"/>
                  </a:cubicBezTo>
                  <a:cubicBezTo>
                    <a:pt x="1561" y="16438"/>
                    <a:pt x="5946" y="17786"/>
                    <a:pt x="9618" y="17786"/>
                  </a:cubicBezTo>
                  <a:cubicBezTo>
                    <a:pt x="9736" y="17786"/>
                    <a:pt x="9854" y="17785"/>
                    <a:pt x="9970" y="17782"/>
                  </a:cubicBezTo>
                  <a:cubicBezTo>
                    <a:pt x="10943" y="15867"/>
                    <a:pt x="12159" y="12585"/>
                    <a:pt x="12979" y="10183"/>
                  </a:cubicBezTo>
                  <a:cubicBezTo>
                    <a:pt x="13587" y="8481"/>
                    <a:pt x="16657" y="609"/>
                    <a:pt x="1182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50"/>
            <p:cNvSpPr/>
            <p:nvPr/>
          </p:nvSpPr>
          <p:spPr>
            <a:xfrm>
              <a:off x="3984375" y="3745775"/>
              <a:ext cx="1079850" cy="516000"/>
            </a:xfrm>
            <a:custGeom>
              <a:avLst/>
              <a:gdLst/>
              <a:ahLst/>
              <a:cxnLst/>
              <a:rect l="l" t="t" r="r" b="b"/>
              <a:pathLst>
                <a:path w="43194" h="20640" extrusionOk="0">
                  <a:moveTo>
                    <a:pt x="7691" y="1"/>
                  </a:moveTo>
                  <a:cubicBezTo>
                    <a:pt x="7083" y="1"/>
                    <a:pt x="6536" y="396"/>
                    <a:pt x="6354" y="974"/>
                  </a:cubicBezTo>
                  <a:lnTo>
                    <a:pt x="1" y="19606"/>
                  </a:lnTo>
                  <a:lnTo>
                    <a:pt x="730" y="20640"/>
                  </a:lnTo>
                  <a:lnTo>
                    <a:pt x="35594" y="20640"/>
                  </a:lnTo>
                  <a:lnTo>
                    <a:pt x="43041" y="1612"/>
                  </a:lnTo>
                  <a:cubicBezTo>
                    <a:pt x="43193" y="1247"/>
                    <a:pt x="43132" y="852"/>
                    <a:pt x="42889" y="548"/>
                  </a:cubicBezTo>
                  <a:cubicBezTo>
                    <a:pt x="42616" y="214"/>
                    <a:pt x="42190" y="1"/>
                    <a:pt x="4173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50"/>
            <p:cNvSpPr/>
            <p:nvPr/>
          </p:nvSpPr>
          <p:spPr>
            <a:xfrm>
              <a:off x="4002625" y="3771625"/>
              <a:ext cx="1059300" cy="490150"/>
            </a:xfrm>
            <a:custGeom>
              <a:avLst/>
              <a:gdLst/>
              <a:ahLst/>
              <a:cxnLst/>
              <a:rect l="l" t="t" r="r" b="b"/>
              <a:pathLst>
                <a:path w="42372" h="19606" extrusionOk="0">
                  <a:moveTo>
                    <a:pt x="8359" y="0"/>
                  </a:moveTo>
                  <a:cubicBezTo>
                    <a:pt x="7417" y="0"/>
                    <a:pt x="6535" y="608"/>
                    <a:pt x="6231" y="1520"/>
                  </a:cubicBezTo>
                  <a:lnTo>
                    <a:pt x="0" y="19606"/>
                  </a:lnTo>
                  <a:lnTo>
                    <a:pt x="34439" y="19606"/>
                  </a:lnTo>
                  <a:cubicBezTo>
                    <a:pt x="34682" y="19606"/>
                    <a:pt x="34925" y="19454"/>
                    <a:pt x="35016" y="19210"/>
                  </a:cubicBezTo>
                  <a:lnTo>
                    <a:pt x="42220" y="851"/>
                  </a:lnTo>
                  <a:cubicBezTo>
                    <a:pt x="42372" y="456"/>
                    <a:pt x="42068" y="0"/>
                    <a:pt x="4164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0"/>
            <p:cNvSpPr/>
            <p:nvPr/>
          </p:nvSpPr>
          <p:spPr>
            <a:xfrm>
              <a:off x="3527700" y="4254900"/>
              <a:ext cx="1288800" cy="60075"/>
            </a:xfrm>
            <a:custGeom>
              <a:avLst/>
              <a:gdLst/>
              <a:ahLst/>
              <a:cxnLst/>
              <a:rect l="l" t="t" r="r" b="b"/>
              <a:pathLst>
                <a:path w="51552" h="2403" extrusionOk="0">
                  <a:moveTo>
                    <a:pt x="821" y="1"/>
                  </a:moveTo>
                  <a:cubicBezTo>
                    <a:pt x="365" y="1"/>
                    <a:pt x="0" y="366"/>
                    <a:pt x="0" y="852"/>
                  </a:cubicBezTo>
                  <a:lnTo>
                    <a:pt x="0" y="1551"/>
                  </a:lnTo>
                  <a:cubicBezTo>
                    <a:pt x="0" y="2007"/>
                    <a:pt x="365" y="2402"/>
                    <a:pt x="821" y="2402"/>
                  </a:cubicBezTo>
                  <a:lnTo>
                    <a:pt x="50700" y="2402"/>
                  </a:lnTo>
                  <a:cubicBezTo>
                    <a:pt x="51186" y="2402"/>
                    <a:pt x="51551" y="2007"/>
                    <a:pt x="51551" y="1551"/>
                  </a:cubicBezTo>
                  <a:lnTo>
                    <a:pt x="51551" y="852"/>
                  </a:lnTo>
                  <a:cubicBezTo>
                    <a:pt x="51551" y="366"/>
                    <a:pt x="51186" y="1"/>
                    <a:pt x="5070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0"/>
            <p:cNvSpPr/>
            <p:nvPr/>
          </p:nvSpPr>
          <p:spPr>
            <a:xfrm>
              <a:off x="3527700" y="4254900"/>
              <a:ext cx="442275" cy="60075"/>
            </a:xfrm>
            <a:custGeom>
              <a:avLst/>
              <a:gdLst/>
              <a:ahLst/>
              <a:cxnLst/>
              <a:rect l="l" t="t" r="r" b="b"/>
              <a:pathLst>
                <a:path w="17691" h="2403" extrusionOk="0">
                  <a:moveTo>
                    <a:pt x="821" y="1"/>
                  </a:moveTo>
                  <a:cubicBezTo>
                    <a:pt x="365" y="1"/>
                    <a:pt x="0" y="366"/>
                    <a:pt x="0" y="852"/>
                  </a:cubicBezTo>
                  <a:lnTo>
                    <a:pt x="0" y="1551"/>
                  </a:lnTo>
                  <a:cubicBezTo>
                    <a:pt x="0" y="2007"/>
                    <a:pt x="365" y="2402"/>
                    <a:pt x="821" y="2402"/>
                  </a:cubicBezTo>
                  <a:lnTo>
                    <a:pt x="16839" y="2402"/>
                  </a:lnTo>
                  <a:cubicBezTo>
                    <a:pt x="17295" y="2402"/>
                    <a:pt x="17690" y="2007"/>
                    <a:pt x="17690" y="1551"/>
                  </a:cubicBezTo>
                  <a:lnTo>
                    <a:pt x="17690" y="852"/>
                  </a:lnTo>
                  <a:cubicBezTo>
                    <a:pt x="17690" y="366"/>
                    <a:pt x="17295" y="1"/>
                    <a:pt x="1683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50"/>
            <p:cNvSpPr/>
            <p:nvPr/>
          </p:nvSpPr>
          <p:spPr>
            <a:xfrm>
              <a:off x="3563400" y="4280750"/>
              <a:ext cx="52450" cy="12950"/>
            </a:xfrm>
            <a:custGeom>
              <a:avLst/>
              <a:gdLst/>
              <a:ahLst/>
              <a:cxnLst/>
              <a:rect l="l" t="t" r="r" b="b"/>
              <a:pathLst>
                <a:path w="2098" h="518" extrusionOk="0">
                  <a:moveTo>
                    <a:pt x="1" y="0"/>
                  </a:moveTo>
                  <a:lnTo>
                    <a:pt x="1" y="517"/>
                  </a:lnTo>
                  <a:lnTo>
                    <a:pt x="2098" y="517"/>
                  </a:lnTo>
                  <a:lnTo>
                    <a:pt x="209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50"/>
            <p:cNvSpPr/>
            <p:nvPr/>
          </p:nvSpPr>
          <p:spPr>
            <a:xfrm>
              <a:off x="3627225" y="4280750"/>
              <a:ext cx="52475" cy="12950"/>
            </a:xfrm>
            <a:custGeom>
              <a:avLst/>
              <a:gdLst/>
              <a:ahLst/>
              <a:cxnLst/>
              <a:rect l="l" t="t" r="r" b="b"/>
              <a:pathLst>
                <a:path w="2099" h="518" extrusionOk="0">
                  <a:moveTo>
                    <a:pt x="1" y="0"/>
                  </a:moveTo>
                  <a:lnTo>
                    <a:pt x="1" y="517"/>
                  </a:lnTo>
                  <a:lnTo>
                    <a:pt x="2098" y="517"/>
                  </a:lnTo>
                  <a:lnTo>
                    <a:pt x="209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50"/>
            <p:cNvSpPr/>
            <p:nvPr/>
          </p:nvSpPr>
          <p:spPr>
            <a:xfrm>
              <a:off x="3790600" y="4280750"/>
              <a:ext cx="51700" cy="12950"/>
            </a:xfrm>
            <a:custGeom>
              <a:avLst/>
              <a:gdLst/>
              <a:ahLst/>
              <a:cxnLst/>
              <a:rect l="l" t="t" r="r" b="b"/>
              <a:pathLst>
                <a:path w="2068" h="518" extrusionOk="0">
                  <a:moveTo>
                    <a:pt x="1" y="0"/>
                  </a:moveTo>
                  <a:lnTo>
                    <a:pt x="1" y="517"/>
                  </a:lnTo>
                  <a:lnTo>
                    <a:pt x="2068" y="517"/>
                  </a:lnTo>
                  <a:lnTo>
                    <a:pt x="2068"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50"/>
            <p:cNvSpPr/>
            <p:nvPr/>
          </p:nvSpPr>
          <p:spPr>
            <a:xfrm>
              <a:off x="3859000" y="4280750"/>
              <a:ext cx="52450" cy="12950"/>
            </a:xfrm>
            <a:custGeom>
              <a:avLst/>
              <a:gdLst/>
              <a:ahLst/>
              <a:cxnLst/>
              <a:rect l="l" t="t" r="r" b="b"/>
              <a:pathLst>
                <a:path w="2098" h="518" extrusionOk="0">
                  <a:moveTo>
                    <a:pt x="274" y="0"/>
                  </a:moveTo>
                  <a:cubicBezTo>
                    <a:pt x="122" y="0"/>
                    <a:pt x="1" y="92"/>
                    <a:pt x="1" y="244"/>
                  </a:cubicBezTo>
                  <a:cubicBezTo>
                    <a:pt x="1" y="396"/>
                    <a:pt x="122" y="517"/>
                    <a:pt x="274" y="517"/>
                  </a:cubicBezTo>
                  <a:lnTo>
                    <a:pt x="1824" y="517"/>
                  </a:lnTo>
                  <a:cubicBezTo>
                    <a:pt x="1976" y="517"/>
                    <a:pt x="2098" y="396"/>
                    <a:pt x="2098" y="244"/>
                  </a:cubicBezTo>
                  <a:cubicBezTo>
                    <a:pt x="2098" y="92"/>
                    <a:pt x="1976" y="0"/>
                    <a:pt x="182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50"/>
            <p:cNvSpPr/>
            <p:nvPr/>
          </p:nvSpPr>
          <p:spPr>
            <a:xfrm>
              <a:off x="3748825" y="4280750"/>
              <a:ext cx="15975" cy="15225"/>
            </a:xfrm>
            <a:custGeom>
              <a:avLst/>
              <a:gdLst/>
              <a:ahLst/>
              <a:cxnLst/>
              <a:rect l="l" t="t" r="r" b="b"/>
              <a:pathLst>
                <a:path w="639" h="609" extrusionOk="0">
                  <a:moveTo>
                    <a:pt x="304" y="0"/>
                  </a:moveTo>
                  <a:cubicBezTo>
                    <a:pt x="122" y="0"/>
                    <a:pt x="0" y="122"/>
                    <a:pt x="0" y="304"/>
                  </a:cubicBezTo>
                  <a:cubicBezTo>
                    <a:pt x="0" y="487"/>
                    <a:pt x="122" y="608"/>
                    <a:pt x="304" y="608"/>
                  </a:cubicBezTo>
                  <a:cubicBezTo>
                    <a:pt x="486" y="608"/>
                    <a:pt x="638" y="487"/>
                    <a:pt x="638" y="304"/>
                  </a:cubicBezTo>
                  <a:cubicBezTo>
                    <a:pt x="638" y="122"/>
                    <a:pt x="486" y="0"/>
                    <a:pt x="30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50"/>
            <p:cNvSpPr/>
            <p:nvPr/>
          </p:nvSpPr>
          <p:spPr>
            <a:xfrm>
              <a:off x="5341550" y="4242000"/>
              <a:ext cx="340450" cy="8375"/>
            </a:xfrm>
            <a:custGeom>
              <a:avLst/>
              <a:gdLst/>
              <a:ahLst/>
              <a:cxnLst/>
              <a:rect l="l" t="t" r="r" b="b"/>
              <a:pathLst>
                <a:path w="13618" h="335" extrusionOk="0">
                  <a:moveTo>
                    <a:pt x="1" y="0"/>
                  </a:moveTo>
                  <a:cubicBezTo>
                    <a:pt x="153" y="122"/>
                    <a:pt x="305" y="243"/>
                    <a:pt x="456" y="335"/>
                  </a:cubicBezTo>
                  <a:lnTo>
                    <a:pt x="13435" y="335"/>
                  </a:lnTo>
                  <a:cubicBezTo>
                    <a:pt x="13527" y="335"/>
                    <a:pt x="13618" y="243"/>
                    <a:pt x="13618" y="152"/>
                  </a:cubicBezTo>
                  <a:cubicBezTo>
                    <a:pt x="13618" y="61"/>
                    <a:pt x="13527" y="0"/>
                    <a:pt x="1343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50"/>
            <p:cNvSpPr/>
            <p:nvPr/>
          </p:nvSpPr>
          <p:spPr>
            <a:xfrm>
              <a:off x="5294450" y="4013275"/>
              <a:ext cx="853375" cy="257625"/>
            </a:xfrm>
            <a:custGeom>
              <a:avLst/>
              <a:gdLst/>
              <a:ahLst/>
              <a:cxnLst/>
              <a:rect l="l" t="t" r="r" b="b"/>
              <a:pathLst>
                <a:path w="34135" h="10305" extrusionOk="0">
                  <a:moveTo>
                    <a:pt x="5167" y="0"/>
                  </a:moveTo>
                  <a:cubicBezTo>
                    <a:pt x="4438" y="0"/>
                    <a:pt x="3739" y="152"/>
                    <a:pt x="3100" y="426"/>
                  </a:cubicBezTo>
                  <a:cubicBezTo>
                    <a:pt x="2888" y="517"/>
                    <a:pt x="2644" y="638"/>
                    <a:pt x="2462" y="760"/>
                  </a:cubicBezTo>
                  <a:cubicBezTo>
                    <a:pt x="2189" y="912"/>
                    <a:pt x="1976" y="1064"/>
                    <a:pt x="1763" y="1277"/>
                  </a:cubicBezTo>
                  <a:cubicBezTo>
                    <a:pt x="1672" y="1338"/>
                    <a:pt x="1581" y="1429"/>
                    <a:pt x="1520" y="1490"/>
                  </a:cubicBezTo>
                  <a:cubicBezTo>
                    <a:pt x="1459" y="1550"/>
                    <a:pt x="1429" y="1581"/>
                    <a:pt x="1398" y="1611"/>
                  </a:cubicBezTo>
                  <a:cubicBezTo>
                    <a:pt x="1003" y="2037"/>
                    <a:pt x="699" y="2493"/>
                    <a:pt x="456" y="3009"/>
                  </a:cubicBezTo>
                  <a:cubicBezTo>
                    <a:pt x="395" y="3131"/>
                    <a:pt x="365" y="3253"/>
                    <a:pt x="304" y="3344"/>
                  </a:cubicBezTo>
                  <a:cubicBezTo>
                    <a:pt x="274" y="3465"/>
                    <a:pt x="213" y="3587"/>
                    <a:pt x="182" y="3739"/>
                  </a:cubicBezTo>
                  <a:cubicBezTo>
                    <a:pt x="152" y="3830"/>
                    <a:pt x="122" y="3952"/>
                    <a:pt x="91" y="4073"/>
                  </a:cubicBezTo>
                  <a:cubicBezTo>
                    <a:pt x="61" y="4195"/>
                    <a:pt x="30" y="4347"/>
                    <a:pt x="30" y="4468"/>
                  </a:cubicBezTo>
                  <a:cubicBezTo>
                    <a:pt x="0" y="4590"/>
                    <a:pt x="0" y="4711"/>
                    <a:pt x="0" y="4833"/>
                  </a:cubicBezTo>
                  <a:cubicBezTo>
                    <a:pt x="0" y="4924"/>
                    <a:pt x="0" y="5046"/>
                    <a:pt x="0" y="5137"/>
                  </a:cubicBezTo>
                  <a:cubicBezTo>
                    <a:pt x="0" y="5593"/>
                    <a:pt x="30" y="6049"/>
                    <a:pt x="152" y="6444"/>
                  </a:cubicBezTo>
                  <a:lnTo>
                    <a:pt x="274" y="6809"/>
                  </a:lnTo>
                  <a:cubicBezTo>
                    <a:pt x="456" y="7356"/>
                    <a:pt x="730" y="7873"/>
                    <a:pt x="1094" y="8329"/>
                  </a:cubicBezTo>
                  <a:cubicBezTo>
                    <a:pt x="1185" y="8450"/>
                    <a:pt x="1277" y="8572"/>
                    <a:pt x="1368" y="8663"/>
                  </a:cubicBezTo>
                  <a:cubicBezTo>
                    <a:pt x="1550" y="8845"/>
                    <a:pt x="1702" y="8997"/>
                    <a:pt x="1885" y="9149"/>
                  </a:cubicBezTo>
                  <a:cubicBezTo>
                    <a:pt x="2037" y="9271"/>
                    <a:pt x="2189" y="9392"/>
                    <a:pt x="2340" y="9484"/>
                  </a:cubicBezTo>
                  <a:cubicBezTo>
                    <a:pt x="2462" y="9544"/>
                    <a:pt x="2553" y="9605"/>
                    <a:pt x="2675" y="9666"/>
                  </a:cubicBezTo>
                  <a:cubicBezTo>
                    <a:pt x="2918" y="9818"/>
                    <a:pt x="3192" y="9940"/>
                    <a:pt x="3465" y="10031"/>
                  </a:cubicBezTo>
                  <a:cubicBezTo>
                    <a:pt x="3982" y="10213"/>
                    <a:pt x="4559" y="10304"/>
                    <a:pt x="5137" y="10304"/>
                  </a:cubicBezTo>
                  <a:lnTo>
                    <a:pt x="34134" y="10304"/>
                  </a:lnTo>
                  <a:cubicBezTo>
                    <a:pt x="32919" y="6870"/>
                    <a:pt x="32919" y="3435"/>
                    <a:pt x="34134"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 name="Google Shape;754;p50"/>
          <p:cNvGrpSpPr/>
          <p:nvPr/>
        </p:nvGrpSpPr>
        <p:grpSpPr>
          <a:xfrm flipH="1">
            <a:off x="7593625" y="2109154"/>
            <a:ext cx="1223892" cy="3034347"/>
            <a:chOff x="2330682" y="1468700"/>
            <a:chExt cx="824447" cy="2044019"/>
          </a:xfrm>
        </p:grpSpPr>
        <p:sp>
          <p:nvSpPr>
            <p:cNvPr id="755" name="Google Shape;755;p50"/>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50"/>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50"/>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50"/>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50"/>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400" y="207519"/>
            <a:ext cx="7717500" cy="572700"/>
          </a:xfrm>
        </p:spPr>
        <p:txBody>
          <a:bodyPr/>
          <a:lstStyle/>
          <a:p>
            <a:r>
              <a:rPr lang="en-US" dirty="0" err="1"/>
              <a:t>CTk</a:t>
            </a:r>
            <a:r>
              <a:rPr lang="en-US" dirty="0"/>
              <a:t> Images</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a:xfrm>
            <a:off x="367198" y="908076"/>
            <a:ext cx="4204802" cy="3765523"/>
          </a:xfrm>
        </p:spPr>
        <p:txBody>
          <a:bodyPr/>
          <a:lstStyle/>
          <a:p>
            <a:pPr marL="114300" indent="0">
              <a:buNone/>
            </a:pPr>
            <a:r>
              <a:rPr lang="en-US" sz="1200" dirty="0" err="1"/>
              <a:t>back_btn_img</a:t>
            </a:r>
            <a:r>
              <a:rPr lang="en-US" sz="1200" dirty="0"/>
              <a:t>=</a:t>
            </a:r>
            <a:r>
              <a:rPr lang="en-US" sz="1200" dirty="0" err="1"/>
              <a:t>customtkinter.CTkImage</a:t>
            </a:r>
            <a:r>
              <a:rPr lang="en-US" sz="1200" dirty="0"/>
              <a:t>(</a:t>
            </a:r>
            <a:r>
              <a:rPr lang="en-US" sz="1200" dirty="0" err="1"/>
              <a:t>light_image</a:t>
            </a:r>
            <a:r>
              <a:rPr lang="en-US" sz="1200" dirty="0"/>
              <a:t>=</a:t>
            </a:r>
            <a:r>
              <a:rPr lang="en-US" sz="1200" dirty="0" err="1"/>
              <a:t>Image.open</a:t>
            </a:r>
            <a:r>
              <a:rPr lang="en-US" sz="1200" dirty="0"/>
              <a:t>('images/back50.png'),</a:t>
            </a:r>
            <a:r>
              <a:rPr lang="en-US" sz="1200" dirty="0" err="1"/>
              <a:t>dark_image</a:t>
            </a:r>
            <a:r>
              <a:rPr lang="en-US" sz="1200" dirty="0"/>
              <a:t>=</a:t>
            </a:r>
            <a:r>
              <a:rPr lang="en-US" sz="1200" dirty="0" err="1"/>
              <a:t>Image.open</a:t>
            </a:r>
            <a:r>
              <a:rPr lang="en-US" sz="1200" dirty="0"/>
              <a:t>('images/back50.png'),size=(50,50))</a:t>
            </a:r>
          </a:p>
          <a:p>
            <a:pPr marL="114300" indent="0">
              <a:buNone/>
            </a:pPr>
            <a:endParaRPr lang="en-US" sz="1200" dirty="0"/>
          </a:p>
          <a:p>
            <a:pPr marL="114300" indent="0">
              <a:buNone/>
            </a:pPr>
            <a:r>
              <a:rPr lang="en-US" sz="1200" dirty="0" err="1"/>
              <a:t>forward_btn_img</a:t>
            </a:r>
            <a:r>
              <a:rPr lang="en-US" sz="1200" dirty="0"/>
              <a:t>=</a:t>
            </a:r>
            <a:r>
              <a:rPr lang="en-US" sz="1200" dirty="0" err="1"/>
              <a:t>customtkinter.CTkImage</a:t>
            </a:r>
            <a:r>
              <a:rPr lang="en-US" sz="1200" dirty="0"/>
              <a:t>(</a:t>
            </a:r>
            <a:r>
              <a:rPr lang="en-US" sz="1200" dirty="0" err="1"/>
              <a:t>light_image</a:t>
            </a:r>
            <a:r>
              <a:rPr lang="en-US" sz="1200" dirty="0"/>
              <a:t>=</a:t>
            </a:r>
            <a:r>
              <a:rPr lang="en-US" sz="1200" dirty="0" err="1"/>
              <a:t>Image.open</a:t>
            </a:r>
            <a:r>
              <a:rPr lang="en-US" sz="1200" dirty="0"/>
              <a:t>('images/forward50.png'),</a:t>
            </a:r>
            <a:r>
              <a:rPr lang="en-US" sz="1200" dirty="0" err="1"/>
              <a:t>dark_image</a:t>
            </a:r>
            <a:r>
              <a:rPr lang="en-US" sz="1200" dirty="0"/>
              <a:t>=</a:t>
            </a:r>
            <a:r>
              <a:rPr lang="en-US" sz="1200" dirty="0" err="1"/>
              <a:t>Image.open</a:t>
            </a:r>
            <a:r>
              <a:rPr lang="en-US" sz="1200" dirty="0"/>
              <a:t>('images/forward50.png'),size=(50,50))</a:t>
            </a:r>
          </a:p>
          <a:p>
            <a:pPr marL="114300" indent="0">
              <a:buNone/>
            </a:pPr>
            <a:endParaRPr lang="en-US" sz="1200" dirty="0"/>
          </a:p>
          <a:p>
            <a:pPr marL="114300" indent="0">
              <a:buNone/>
            </a:pPr>
            <a:r>
              <a:rPr lang="en-US" sz="1200" dirty="0" err="1"/>
              <a:t>play_btn_img</a:t>
            </a:r>
            <a:r>
              <a:rPr lang="en-US" sz="1200" dirty="0"/>
              <a:t>=</a:t>
            </a:r>
            <a:r>
              <a:rPr lang="en-US" sz="1200" dirty="0" err="1"/>
              <a:t>customtkinter.CTkImage</a:t>
            </a:r>
            <a:r>
              <a:rPr lang="en-US" sz="1200" dirty="0"/>
              <a:t>(</a:t>
            </a:r>
            <a:r>
              <a:rPr lang="en-US" sz="1200" dirty="0" err="1"/>
              <a:t>light_image</a:t>
            </a:r>
            <a:r>
              <a:rPr lang="en-US" sz="1200" dirty="0"/>
              <a:t>=</a:t>
            </a:r>
            <a:r>
              <a:rPr lang="en-US" sz="1200" dirty="0" err="1"/>
              <a:t>Image.open</a:t>
            </a:r>
            <a:r>
              <a:rPr lang="en-US" sz="1200" dirty="0"/>
              <a:t>('images/play50.png'),</a:t>
            </a:r>
            <a:r>
              <a:rPr lang="en-US" sz="1200" dirty="0" err="1"/>
              <a:t>dark_image</a:t>
            </a:r>
            <a:r>
              <a:rPr lang="en-US" sz="1200" dirty="0"/>
              <a:t>=</a:t>
            </a:r>
            <a:r>
              <a:rPr lang="en-US" sz="1200" dirty="0" err="1"/>
              <a:t>Image.open</a:t>
            </a:r>
            <a:r>
              <a:rPr lang="en-US" sz="1200" dirty="0"/>
              <a:t>('images/play50.png'),size=(50,50))</a:t>
            </a:r>
          </a:p>
          <a:p>
            <a:pPr marL="114300" indent="0">
              <a:buNone/>
            </a:pPr>
            <a:endParaRPr lang="en-US" sz="1200" dirty="0"/>
          </a:p>
          <a:p>
            <a:pPr marL="114300" indent="0">
              <a:buNone/>
            </a:pPr>
            <a:r>
              <a:rPr lang="en-US" sz="1200" dirty="0" err="1"/>
              <a:t>pause_btn_img</a:t>
            </a:r>
            <a:r>
              <a:rPr lang="en-US" sz="1200" dirty="0"/>
              <a:t>=</a:t>
            </a:r>
            <a:r>
              <a:rPr lang="en-US" sz="1200" dirty="0" err="1"/>
              <a:t>customtkinter.CTkImage</a:t>
            </a:r>
            <a:r>
              <a:rPr lang="en-US" sz="1200" dirty="0"/>
              <a:t>(</a:t>
            </a:r>
            <a:r>
              <a:rPr lang="en-US" sz="1200" dirty="0" err="1"/>
              <a:t>light_image</a:t>
            </a:r>
            <a:r>
              <a:rPr lang="en-US" sz="1200" dirty="0"/>
              <a:t>=</a:t>
            </a:r>
            <a:r>
              <a:rPr lang="en-US" sz="1200" dirty="0" err="1"/>
              <a:t>Image.open</a:t>
            </a:r>
            <a:r>
              <a:rPr lang="en-US" sz="1200" dirty="0"/>
              <a:t>('images/pause50.png'),</a:t>
            </a:r>
            <a:r>
              <a:rPr lang="en-US" sz="1200" dirty="0" err="1"/>
              <a:t>dark_image</a:t>
            </a:r>
            <a:r>
              <a:rPr lang="en-US" sz="1200" dirty="0"/>
              <a:t>=</a:t>
            </a:r>
            <a:r>
              <a:rPr lang="en-US" sz="1200" dirty="0" err="1"/>
              <a:t>Image.open</a:t>
            </a:r>
            <a:r>
              <a:rPr lang="en-US" sz="1200" dirty="0"/>
              <a:t>('images/pause50.png'),size=(50,50))</a:t>
            </a:r>
          </a:p>
          <a:p>
            <a:pPr marL="114300" indent="0">
              <a:buNone/>
            </a:pPr>
            <a:endParaRPr lang="en-US" sz="1200" dirty="0"/>
          </a:p>
          <a:p>
            <a:pPr marL="114300" indent="0">
              <a:buNone/>
            </a:pPr>
            <a:r>
              <a:rPr lang="en-US" sz="1200" dirty="0" err="1"/>
              <a:t>stop_btn_img</a:t>
            </a:r>
            <a:r>
              <a:rPr lang="en-US" sz="1200" dirty="0"/>
              <a:t>=</a:t>
            </a:r>
            <a:r>
              <a:rPr lang="en-US" sz="1200" dirty="0" err="1"/>
              <a:t>customtkinter.CTkImage</a:t>
            </a:r>
            <a:r>
              <a:rPr lang="en-US" sz="1200" dirty="0"/>
              <a:t>(</a:t>
            </a:r>
            <a:r>
              <a:rPr lang="en-US" sz="1200" dirty="0" err="1"/>
              <a:t>light_image</a:t>
            </a:r>
            <a:r>
              <a:rPr lang="en-US" sz="1200" dirty="0"/>
              <a:t>=</a:t>
            </a:r>
            <a:r>
              <a:rPr lang="en-US" sz="1200" dirty="0" err="1"/>
              <a:t>Image.open</a:t>
            </a:r>
            <a:r>
              <a:rPr lang="en-US" sz="1200" dirty="0"/>
              <a:t>('images/stop50.png'),</a:t>
            </a:r>
            <a:r>
              <a:rPr lang="en-US" sz="1200" dirty="0" err="1"/>
              <a:t>dark_image</a:t>
            </a:r>
            <a:r>
              <a:rPr lang="en-US" sz="1200" dirty="0"/>
              <a:t>=</a:t>
            </a:r>
            <a:r>
              <a:rPr lang="en-US" sz="1200" dirty="0" err="1"/>
              <a:t>Image.open</a:t>
            </a:r>
            <a:r>
              <a:rPr lang="en-US" sz="1200" dirty="0"/>
              <a:t>('images/stop50.png'),size=(50,50))</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908077"/>
            <a:ext cx="4204802" cy="3765522"/>
          </a:xfrm>
        </p:spPr>
        <p:txBody>
          <a:bodyPr/>
          <a:lstStyle/>
          <a:p>
            <a:pPr marL="114300" indent="0">
              <a:buNone/>
            </a:pPr>
            <a:r>
              <a:rPr lang="en-US" dirty="0"/>
              <a:t>The </a:t>
            </a:r>
            <a:r>
              <a:rPr lang="en-US" dirty="0" err="1"/>
              <a:t>CTk</a:t>
            </a:r>
            <a:r>
              <a:rPr lang="en-US" dirty="0"/>
              <a:t> images is used in the icons of the buttons of play, pause, next, </a:t>
            </a:r>
            <a:r>
              <a:rPr lang="en-US" dirty="0" err="1"/>
              <a:t>previos</a:t>
            </a:r>
            <a:r>
              <a:rPr lang="en-US" dirty="0"/>
              <a:t> and stop.</a:t>
            </a:r>
          </a:p>
          <a:p>
            <a:pPr marL="114300" indent="0">
              <a:buNone/>
            </a:pPr>
            <a:endParaRPr lang="en-US" dirty="0"/>
          </a:p>
          <a:p>
            <a:pPr marL="114300" indent="0">
              <a:buNone/>
            </a:pPr>
            <a:r>
              <a:rPr lang="en-US" dirty="0"/>
              <a:t>The Image module in Pillow is used to open the image and is loaded using the </a:t>
            </a:r>
            <a:r>
              <a:rPr lang="en-US" dirty="0" err="1"/>
              <a:t>CTk</a:t>
            </a:r>
            <a:r>
              <a:rPr lang="en-US" dirty="0"/>
              <a:t> image </a:t>
            </a:r>
          </a:p>
          <a:p>
            <a:pPr marL="114300" indent="0">
              <a:buNone/>
            </a:pPr>
            <a:r>
              <a:rPr lang="en-US" dirty="0"/>
              <a:t>Class.</a:t>
            </a:r>
          </a:p>
          <a:p>
            <a:pPr marL="114300" indent="0">
              <a:buNone/>
            </a:pPr>
            <a:endParaRPr lang="en-US" dirty="0"/>
          </a:p>
          <a:p>
            <a:pPr marL="114300" indent="0">
              <a:buNone/>
            </a:pPr>
            <a:r>
              <a:rPr lang="en-US" dirty="0"/>
              <a:t>The ‘.</a:t>
            </a:r>
            <a:r>
              <a:rPr lang="en-US" dirty="0" err="1"/>
              <a:t>png</a:t>
            </a:r>
            <a:r>
              <a:rPr lang="en-US" dirty="0"/>
              <a:t>’ images are used to have a transparent background.</a:t>
            </a:r>
          </a:p>
          <a:p>
            <a:pPr marL="114300" indent="0">
              <a:buNone/>
            </a:pPr>
            <a:endParaRPr lang="en-US" dirty="0"/>
          </a:p>
          <a:p>
            <a:pPr marL="114300" indent="0">
              <a:buNone/>
            </a:pPr>
            <a:r>
              <a:rPr lang="en-US" dirty="0"/>
              <a:t>The same images are set for light and dark mode of system and is sized to 50x50 pixels.</a:t>
            </a:r>
          </a:p>
          <a:p>
            <a:pPr marL="114300" indent="0">
              <a:buNone/>
            </a:pPr>
            <a:endParaRPr lang="en-US" dirty="0"/>
          </a:p>
        </p:txBody>
      </p:sp>
    </p:spTree>
    <p:extLst>
      <p:ext uri="{BB962C8B-B14F-4D97-AF65-F5344CB8AC3E}">
        <p14:creationId xmlns:p14="http://schemas.microsoft.com/office/powerpoint/2010/main" val="517701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400" y="237375"/>
            <a:ext cx="7717500" cy="572700"/>
          </a:xfrm>
        </p:spPr>
        <p:txBody>
          <a:bodyPr/>
          <a:lstStyle/>
          <a:p>
            <a:r>
              <a:rPr lang="en-US" dirty="0"/>
              <a:t>Buttons</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a:xfrm>
            <a:off x="312615" y="897450"/>
            <a:ext cx="4259510" cy="3634950"/>
          </a:xfrm>
        </p:spPr>
        <p:txBody>
          <a:bodyPr/>
          <a:lstStyle/>
          <a:p>
            <a:pPr marL="114300" indent="0">
              <a:buNone/>
            </a:pPr>
            <a:r>
              <a:rPr lang="en-US" sz="1200" dirty="0" err="1"/>
              <a:t>back_button</a:t>
            </a:r>
            <a:r>
              <a:rPr lang="en-US" sz="1200" dirty="0"/>
              <a:t> =  </a:t>
            </a:r>
            <a:r>
              <a:rPr lang="en-US" sz="1200" dirty="0" err="1"/>
              <a:t>customtkinter.CTkButton</a:t>
            </a:r>
            <a:r>
              <a:rPr lang="en-US" sz="1200" dirty="0"/>
              <a:t>(</a:t>
            </a:r>
            <a:r>
              <a:rPr lang="en-US" sz="1200" dirty="0" err="1"/>
              <a:t>controls_frame</a:t>
            </a:r>
            <a:r>
              <a:rPr lang="en-US" sz="1200" dirty="0"/>
              <a:t>, text='',</a:t>
            </a:r>
            <a:r>
              <a:rPr lang="en-US" sz="1200" dirty="0" err="1"/>
              <a:t>border_width</a:t>
            </a:r>
            <a:r>
              <a:rPr lang="en-US" sz="1200" dirty="0"/>
              <a:t>=0,width=70,command=</a:t>
            </a:r>
            <a:r>
              <a:rPr lang="en-US" sz="1200" dirty="0" err="1"/>
              <a:t>previous_song,image</a:t>
            </a:r>
            <a:r>
              <a:rPr lang="en-US" sz="1200" dirty="0"/>
              <a:t>=</a:t>
            </a:r>
            <a:r>
              <a:rPr lang="en-US" sz="1200" dirty="0" err="1"/>
              <a:t>back_btn_img,fg_color</a:t>
            </a:r>
            <a:r>
              <a:rPr lang="en-US" sz="1200" dirty="0"/>
              <a:t>='transparent')</a:t>
            </a:r>
          </a:p>
          <a:p>
            <a:pPr marL="114300" indent="0">
              <a:buNone/>
            </a:pPr>
            <a:r>
              <a:rPr lang="en-US" sz="1200" dirty="0" err="1"/>
              <a:t>back_button.grid</a:t>
            </a:r>
            <a:r>
              <a:rPr lang="en-US" sz="1200" dirty="0"/>
              <a:t>(row=0, column=0)</a:t>
            </a:r>
          </a:p>
          <a:p>
            <a:pPr marL="114300" indent="0">
              <a:buNone/>
            </a:pPr>
            <a:endParaRPr lang="en-US" sz="1200" dirty="0"/>
          </a:p>
          <a:p>
            <a:pPr marL="114300" indent="0">
              <a:buNone/>
            </a:pPr>
            <a:r>
              <a:rPr lang="en-US" sz="1200" dirty="0" err="1"/>
              <a:t>forward_button</a:t>
            </a:r>
            <a:r>
              <a:rPr lang="en-US" sz="1200" dirty="0"/>
              <a:t> = </a:t>
            </a:r>
            <a:r>
              <a:rPr lang="en-US" sz="1200" dirty="0" err="1"/>
              <a:t>customtkinter.CTkButton</a:t>
            </a:r>
            <a:r>
              <a:rPr lang="en-US" sz="1200" dirty="0"/>
              <a:t>(</a:t>
            </a:r>
            <a:r>
              <a:rPr lang="en-US" sz="1200" dirty="0" err="1"/>
              <a:t>controls_frame</a:t>
            </a:r>
            <a:r>
              <a:rPr lang="en-US" sz="1200" dirty="0"/>
              <a:t>, text='',</a:t>
            </a:r>
            <a:r>
              <a:rPr lang="en-US" sz="1200" dirty="0" err="1"/>
              <a:t>border_width</a:t>
            </a:r>
            <a:r>
              <a:rPr lang="en-US" sz="1200" dirty="0"/>
              <a:t>=0,width=70,command=</a:t>
            </a:r>
            <a:r>
              <a:rPr lang="en-US" sz="1200" dirty="0" err="1"/>
              <a:t>next_song,image</a:t>
            </a:r>
            <a:r>
              <a:rPr lang="en-US" sz="1200" dirty="0"/>
              <a:t>=</a:t>
            </a:r>
            <a:r>
              <a:rPr lang="en-US" sz="1200" dirty="0" err="1"/>
              <a:t>forward_btn_img,fg_color</a:t>
            </a:r>
            <a:r>
              <a:rPr lang="en-US" sz="1200" dirty="0"/>
              <a:t>='transparent')</a:t>
            </a:r>
          </a:p>
          <a:p>
            <a:pPr marL="114300" indent="0">
              <a:buNone/>
            </a:pPr>
            <a:r>
              <a:rPr lang="en-US" sz="1200" dirty="0" err="1"/>
              <a:t>forward_button.grid</a:t>
            </a:r>
            <a:r>
              <a:rPr lang="en-US" sz="1200" dirty="0"/>
              <a:t>(row=0, column=1, </a:t>
            </a:r>
            <a:r>
              <a:rPr lang="en-US" sz="1200" dirty="0" err="1"/>
              <a:t>padx</a:t>
            </a:r>
            <a:r>
              <a:rPr lang="en-US" sz="1200" dirty="0"/>
              <a:t>=10)</a:t>
            </a:r>
          </a:p>
          <a:p>
            <a:pPr marL="114300" indent="0">
              <a:buNone/>
            </a:pPr>
            <a:endParaRPr lang="en-US" sz="1200" dirty="0"/>
          </a:p>
          <a:p>
            <a:pPr marL="114300" indent="0">
              <a:buNone/>
            </a:pPr>
            <a:r>
              <a:rPr lang="en-US" sz="1200" dirty="0" err="1"/>
              <a:t>play_button</a:t>
            </a:r>
            <a:r>
              <a:rPr lang="en-US" sz="1200" dirty="0"/>
              <a:t> = </a:t>
            </a:r>
            <a:r>
              <a:rPr lang="en-US" sz="1200" dirty="0" err="1"/>
              <a:t>customtkinter.CTkButton</a:t>
            </a:r>
            <a:r>
              <a:rPr lang="en-US" sz="1200" dirty="0"/>
              <a:t>(</a:t>
            </a:r>
            <a:r>
              <a:rPr lang="en-US" sz="1200" dirty="0" err="1"/>
              <a:t>controls_frame</a:t>
            </a:r>
            <a:r>
              <a:rPr lang="en-US" sz="1200" dirty="0"/>
              <a:t>, text='',</a:t>
            </a:r>
            <a:r>
              <a:rPr lang="en-US" sz="1200" dirty="0" err="1"/>
              <a:t>border_width</a:t>
            </a:r>
            <a:r>
              <a:rPr lang="en-US" sz="1200" dirty="0"/>
              <a:t>=0,width=70,command=</a:t>
            </a:r>
            <a:r>
              <a:rPr lang="en-US" sz="1200" dirty="0" err="1"/>
              <a:t>play,image</a:t>
            </a:r>
            <a:r>
              <a:rPr lang="en-US" sz="1200" dirty="0"/>
              <a:t>=</a:t>
            </a:r>
            <a:r>
              <a:rPr lang="en-US" sz="1200" dirty="0" err="1"/>
              <a:t>play_btn_img,fg_color</a:t>
            </a:r>
            <a:r>
              <a:rPr lang="en-US" sz="1200" dirty="0"/>
              <a:t>='transparent')</a:t>
            </a:r>
          </a:p>
          <a:p>
            <a:pPr marL="114300" indent="0">
              <a:buNone/>
            </a:pPr>
            <a:r>
              <a:rPr lang="en-US" sz="1200" dirty="0" err="1"/>
              <a:t>play_button.grid</a:t>
            </a:r>
            <a:r>
              <a:rPr lang="en-US" sz="1200" dirty="0"/>
              <a:t>(row=0, column=2,padx=10)</a:t>
            </a:r>
          </a:p>
          <a:p>
            <a:pPr marL="114300" indent="0">
              <a:buNone/>
            </a:pPr>
            <a:endParaRPr lang="en-US" sz="1200" dirty="0"/>
          </a:p>
          <a:p>
            <a:pPr marL="114300" indent="0">
              <a:buNone/>
            </a:pPr>
            <a:r>
              <a:rPr lang="en-US" sz="1200" dirty="0" err="1"/>
              <a:t>pause_buttton</a:t>
            </a:r>
            <a:r>
              <a:rPr lang="en-US" sz="1200" dirty="0"/>
              <a:t> = </a:t>
            </a:r>
            <a:r>
              <a:rPr lang="en-US" sz="1200" dirty="0" err="1"/>
              <a:t>customtkinter.CTkButton</a:t>
            </a:r>
            <a:r>
              <a:rPr lang="en-US" sz="1200" dirty="0"/>
              <a:t>(</a:t>
            </a:r>
            <a:r>
              <a:rPr lang="en-US" sz="1200" dirty="0" err="1"/>
              <a:t>controls_frame</a:t>
            </a:r>
            <a:r>
              <a:rPr lang="en-US" sz="1200" dirty="0"/>
              <a:t>, text='',</a:t>
            </a:r>
            <a:r>
              <a:rPr lang="en-US" sz="1200" dirty="0" err="1"/>
              <a:t>border_width</a:t>
            </a:r>
            <a:r>
              <a:rPr lang="en-US" sz="1200" dirty="0"/>
              <a:t>=0,width=70,command=</a:t>
            </a:r>
            <a:r>
              <a:rPr lang="en-US" sz="1200" dirty="0" err="1"/>
              <a:t>lambda:pause</a:t>
            </a:r>
            <a:r>
              <a:rPr lang="en-US" sz="1200" dirty="0"/>
              <a:t>(paused),image=</a:t>
            </a:r>
            <a:r>
              <a:rPr lang="en-US" sz="1200" dirty="0" err="1"/>
              <a:t>pause_btn_img,fg_color</a:t>
            </a:r>
            <a:r>
              <a:rPr lang="en-US" sz="1200" dirty="0"/>
              <a:t>='transparent')</a:t>
            </a:r>
          </a:p>
          <a:p>
            <a:pPr marL="114300" indent="0">
              <a:buNone/>
            </a:pPr>
            <a:r>
              <a:rPr lang="en-US" sz="1200" dirty="0" err="1"/>
              <a:t>pause_buttton.grid</a:t>
            </a:r>
            <a:r>
              <a:rPr lang="en-US" sz="1200" dirty="0"/>
              <a:t>(row=0, column=3,padx=10)</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1999" y="897450"/>
            <a:ext cx="4259385" cy="3634950"/>
          </a:xfrm>
        </p:spPr>
        <p:txBody>
          <a:bodyPr/>
          <a:lstStyle/>
          <a:p>
            <a:pPr marL="114300" indent="0">
              <a:buNone/>
            </a:pPr>
            <a:r>
              <a:rPr lang="en-US" sz="1400" dirty="0"/>
              <a:t>The buttons are used to invoke the functions play, paused, stop, </a:t>
            </a:r>
            <a:r>
              <a:rPr lang="en-US" sz="1400" dirty="0" err="1"/>
              <a:t>next_song</a:t>
            </a:r>
            <a:r>
              <a:rPr lang="en-US" sz="1400" dirty="0"/>
              <a:t> and previous song.</a:t>
            </a:r>
          </a:p>
          <a:p>
            <a:pPr marL="114300" indent="0">
              <a:buNone/>
            </a:pPr>
            <a:endParaRPr lang="en-US" sz="1400" dirty="0"/>
          </a:p>
          <a:p>
            <a:pPr marL="114300" indent="0">
              <a:buNone/>
            </a:pPr>
            <a:r>
              <a:rPr lang="en-US" sz="1400" dirty="0"/>
              <a:t>The </a:t>
            </a:r>
            <a:r>
              <a:rPr lang="en-US" sz="1400" dirty="0" err="1"/>
              <a:t>CTkButton</a:t>
            </a:r>
            <a:r>
              <a:rPr lang="en-US" sz="1400" dirty="0"/>
              <a:t> class is used for a button.</a:t>
            </a:r>
          </a:p>
          <a:p>
            <a:pPr marL="114300" indent="0">
              <a:buNone/>
            </a:pPr>
            <a:r>
              <a:rPr lang="en-US" sz="1400" dirty="0"/>
              <a:t>There are few attributes the button which are:</a:t>
            </a:r>
          </a:p>
          <a:p>
            <a:pPr>
              <a:buFont typeface="+mj-lt"/>
              <a:buAutoNum type="arabicPeriod"/>
            </a:pPr>
            <a:r>
              <a:rPr lang="en-US" sz="1400" dirty="0"/>
              <a:t>Master:  which is the frame or root we need the button to appear in.</a:t>
            </a:r>
          </a:p>
          <a:p>
            <a:pPr>
              <a:buFont typeface="+mj-lt"/>
              <a:buAutoNum type="arabicPeriod"/>
            </a:pPr>
            <a:r>
              <a:rPr lang="en-US" sz="1400" dirty="0"/>
              <a:t>Width: which is the width of  the button.</a:t>
            </a:r>
          </a:p>
          <a:p>
            <a:pPr>
              <a:buFont typeface="+mj-lt"/>
              <a:buAutoNum type="arabicPeriod"/>
            </a:pPr>
            <a:r>
              <a:rPr lang="en-US" sz="1400" dirty="0"/>
              <a:t>Command: Which is the function to execute when the button is clicked by the user.</a:t>
            </a:r>
          </a:p>
          <a:p>
            <a:pPr>
              <a:buFont typeface="+mj-lt"/>
              <a:buAutoNum type="arabicPeriod"/>
            </a:pPr>
            <a:r>
              <a:rPr lang="en-US" sz="1400" dirty="0"/>
              <a:t>Image: The image is the icon which is to be loaded which we have stored while using </a:t>
            </a:r>
            <a:r>
              <a:rPr lang="en-US" sz="1400" dirty="0" err="1"/>
              <a:t>CTk</a:t>
            </a:r>
            <a:r>
              <a:rPr lang="en-US" sz="1400" dirty="0"/>
              <a:t> images.</a:t>
            </a:r>
          </a:p>
          <a:p>
            <a:pPr>
              <a:buFont typeface="+mj-lt"/>
              <a:buAutoNum type="arabicPeriod"/>
            </a:pPr>
            <a:r>
              <a:rPr lang="en-US" sz="1400" dirty="0" err="1"/>
              <a:t>Fg_color</a:t>
            </a:r>
            <a:r>
              <a:rPr lang="en-US" sz="1400" dirty="0"/>
              <a:t>: The fore ground color is set to transparent here which means the fore ground will be transparent.</a:t>
            </a:r>
          </a:p>
        </p:txBody>
      </p:sp>
    </p:spTree>
    <p:extLst>
      <p:ext uri="{BB962C8B-B14F-4D97-AF65-F5344CB8AC3E}">
        <p14:creationId xmlns:p14="http://schemas.microsoft.com/office/powerpoint/2010/main" val="1755151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51"/>
          <p:cNvSpPr/>
          <p:nvPr/>
        </p:nvSpPr>
        <p:spPr>
          <a:xfrm>
            <a:off x="2065700" y="149992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a:extLst>
              <a:ext uri="{FF2B5EF4-FFF2-40B4-BE49-F238E27FC236}">
                <a16:creationId xmlns:a16="http://schemas.microsoft.com/office/drawing/2014/main" id="{8455AF83-8A45-9E3D-C441-6DADFC5EC065}"/>
              </a:ext>
            </a:extLst>
          </p:cNvPr>
          <p:cNvSpPr>
            <a:spLocks noGrp="1"/>
          </p:cNvSpPr>
          <p:nvPr>
            <p:ph type="title"/>
          </p:nvPr>
        </p:nvSpPr>
        <p:spPr>
          <a:xfrm>
            <a:off x="4856202" y="1354750"/>
            <a:ext cx="3574748" cy="1138358"/>
          </a:xfrm>
        </p:spPr>
        <p:txBody>
          <a:bodyPr/>
          <a:lstStyle/>
          <a:p>
            <a:pPr algn="l"/>
            <a:r>
              <a:rPr lang="en-IN" sz="8800" dirty="0">
                <a:solidFill>
                  <a:schemeClr val="tx2"/>
                </a:solidFill>
              </a:rPr>
              <a:t>11</a:t>
            </a:r>
          </a:p>
        </p:txBody>
      </p:sp>
      <p:sp>
        <p:nvSpPr>
          <p:cNvPr id="3" name="Subtitle 2">
            <a:extLst>
              <a:ext uri="{FF2B5EF4-FFF2-40B4-BE49-F238E27FC236}">
                <a16:creationId xmlns:a16="http://schemas.microsoft.com/office/drawing/2014/main" id="{95B3EDA5-F4E8-19CE-06CC-E298CF83CFAB}"/>
              </a:ext>
            </a:extLst>
          </p:cNvPr>
          <p:cNvSpPr>
            <a:spLocks noGrp="1"/>
          </p:cNvSpPr>
          <p:nvPr>
            <p:ph type="subTitle" idx="1"/>
          </p:nvPr>
        </p:nvSpPr>
        <p:spPr>
          <a:xfrm>
            <a:off x="4655765" y="2493108"/>
            <a:ext cx="4114137" cy="1991248"/>
          </a:xfrm>
        </p:spPr>
        <p:txBody>
          <a:bodyPr/>
          <a:lstStyle/>
          <a:p>
            <a:pPr algn="l"/>
            <a:r>
              <a:rPr lang="en-US" sz="5400" dirty="0" err="1">
                <a:latin typeface="El Messiri" panose="020B0604020202020204" charset="-78"/>
                <a:cs typeface="El Messiri" panose="020B0604020202020204" charset="-78"/>
              </a:rPr>
              <a:t>CTk</a:t>
            </a:r>
            <a:r>
              <a:rPr lang="en-US" sz="5400" dirty="0">
                <a:latin typeface="El Messiri" panose="020B0604020202020204" charset="-78"/>
                <a:cs typeface="El Messiri" panose="020B0604020202020204" charset="-78"/>
              </a:rPr>
              <a:t> Switch</a:t>
            </a:r>
          </a:p>
          <a:p>
            <a:pPr algn="l"/>
            <a:r>
              <a:rPr lang="en-US" sz="5400" dirty="0">
                <a:latin typeface="El Messiri" panose="020B0604020202020204" charset="-78"/>
                <a:cs typeface="El Messiri" panose="020B0604020202020204" charset="-78"/>
              </a:rPr>
              <a:t>&amp; Menu</a:t>
            </a:r>
          </a:p>
        </p:txBody>
      </p:sp>
      <p:grpSp>
        <p:nvGrpSpPr>
          <p:cNvPr id="782" name="Google Shape;782;p51"/>
          <p:cNvGrpSpPr/>
          <p:nvPr/>
        </p:nvGrpSpPr>
        <p:grpSpPr>
          <a:xfrm>
            <a:off x="832775" y="1562300"/>
            <a:ext cx="2467593" cy="2897341"/>
            <a:chOff x="3696275" y="1550675"/>
            <a:chExt cx="2467593" cy="2897341"/>
          </a:xfrm>
        </p:grpSpPr>
        <p:sp>
          <p:nvSpPr>
            <p:cNvPr id="783" name="Google Shape;783;p51"/>
            <p:cNvSpPr/>
            <p:nvPr/>
          </p:nvSpPr>
          <p:spPr>
            <a:xfrm>
              <a:off x="3914792" y="2837990"/>
              <a:ext cx="13188" cy="1508141"/>
            </a:xfrm>
            <a:custGeom>
              <a:avLst/>
              <a:gdLst/>
              <a:ahLst/>
              <a:cxnLst/>
              <a:rect l="l" t="t" r="r" b="b"/>
              <a:pathLst>
                <a:path w="244" h="27904" fill="none" extrusionOk="0">
                  <a:moveTo>
                    <a:pt x="244" y="27904"/>
                  </a:moveTo>
                  <a:lnTo>
                    <a:pt x="0"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1"/>
            <p:cNvSpPr/>
            <p:nvPr/>
          </p:nvSpPr>
          <p:spPr>
            <a:xfrm>
              <a:off x="5920683" y="2801832"/>
              <a:ext cx="13188" cy="1544299"/>
            </a:xfrm>
            <a:custGeom>
              <a:avLst/>
              <a:gdLst/>
              <a:ahLst/>
              <a:cxnLst/>
              <a:rect l="l" t="t" r="r" b="b"/>
              <a:pathLst>
                <a:path w="244" h="28573" fill="none" extrusionOk="0">
                  <a:moveTo>
                    <a:pt x="244" y="28573"/>
                  </a:moveTo>
                  <a:lnTo>
                    <a:pt x="1" y="1"/>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1"/>
            <p:cNvSpPr/>
            <p:nvPr/>
          </p:nvSpPr>
          <p:spPr>
            <a:xfrm>
              <a:off x="3696275" y="2793616"/>
              <a:ext cx="2467593" cy="24700"/>
            </a:xfrm>
            <a:custGeom>
              <a:avLst/>
              <a:gdLst/>
              <a:ahLst/>
              <a:cxnLst/>
              <a:rect l="l" t="t" r="r" b="b"/>
              <a:pathLst>
                <a:path w="45656" h="457" extrusionOk="0">
                  <a:moveTo>
                    <a:pt x="1" y="1"/>
                  </a:moveTo>
                  <a:lnTo>
                    <a:pt x="1" y="457"/>
                  </a:lnTo>
                  <a:lnTo>
                    <a:pt x="45655" y="457"/>
                  </a:lnTo>
                  <a:lnTo>
                    <a:pt x="45655"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1"/>
            <p:cNvSpPr/>
            <p:nvPr/>
          </p:nvSpPr>
          <p:spPr>
            <a:xfrm>
              <a:off x="4874202" y="2230166"/>
              <a:ext cx="1005446" cy="524099"/>
            </a:xfrm>
            <a:custGeom>
              <a:avLst/>
              <a:gdLst/>
              <a:ahLst/>
              <a:cxnLst/>
              <a:rect l="l" t="t" r="r" b="b"/>
              <a:pathLst>
                <a:path w="18603" h="9697" extrusionOk="0">
                  <a:moveTo>
                    <a:pt x="2007" y="0"/>
                  </a:moveTo>
                  <a:lnTo>
                    <a:pt x="0" y="9696"/>
                  </a:lnTo>
                  <a:lnTo>
                    <a:pt x="16597" y="9696"/>
                  </a:lnTo>
                  <a:lnTo>
                    <a:pt x="1860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1"/>
            <p:cNvSpPr/>
            <p:nvPr/>
          </p:nvSpPr>
          <p:spPr>
            <a:xfrm>
              <a:off x="4885714" y="2254812"/>
              <a:ext cx="974206" cy="502750"/>
            </a:xfrm>
            <a:custGeom>
              <a:avLst/>
              <a:gdLst/>
              <a:ahLst/>
              <a:cxnLst/>
              <a:rect l="l" t="t" r="r" b="b"/>
              <a:pathLst>
                <a:path w="18025" h="9302" extrusionOk="0">
                  <a:moveTo>
                    <a:pt x="1946" y="0"/>
                  </a:moveTo>
                  <a:lnTo>
                    <a:pt x="0" y="9301"/>
                  </a:lnTo>
                  <a:lnTo>
                    <a:pt x="16110" y="9301"/>
                  </a:lnTo>
                  <a:lnTo>
                    <a:pt x="18025"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1"/>
            <p:cNvSpPr/>
            <p:nvPr/>
          </p:nvSpPr>
          <p:spPr>
            <a:xfrm>
              <a:off x="4662279" y="2752594"/>
              <a:ext cx="1113865" cy="42752"/>
            </a:xfrm>
            <a:custGeom>
              <a:avLst/>
              <a:gdLst/>
              <a:ahLst/>
              <a:cxnLst/>
              <a:rect l="l" t="t" r="r" b="b"/>
              <a:pathLst>
                <a:path w="20609" h="791" extrusionOk="0">
                  <a:moveTo>
                    <a:pt x="396" y="0"/>
                  </a:moveTo>
                  <a:cubicBezTo>
                    <a:pt x="183" y="0"/>
                    <a:pt x="0" y="182"/>
                    <a:pt x="0" y="395"/>
                  </a:cubicBezTo>
                  <a:cubicBezTo>
                    <a:pt x="0" y="608"/>
                    <a:pt x="183" y="790"/>
                    <a:pt x="396" y="790"/>
                  </a:cubicBezTo>
                  <a:lnTo>
                    <a:pt x="20244" y="790"/>
                  </a:lnTo>
                  <a:cubicBezTo>
                    <a:pt x="20457" y="790"/>
                    <a:pt x="20609" y="608"/>
                    <a:pt x="20609" y="395"/>
                  </a:cubicBezTo>
                  <a:cubicBezTo>
                    <a:pt x="20609" y="182"/>
                    <a:pt x="20457" y="0"/>
                    <a:pt x="2024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1"/>
            <p:cNvSpPr/>
            <p:nvPr/>
          </p:nvSpPr>
          <p:spPr>
            <a:xfrm>
              <a:off x="5123904" y="2752594"/>
              <a:ext cx="184032" cy="21403"/>
            </a:xfrm>
            <a:custGeom>
              <a:avLst/>
              <a:gdLst/>
              <a:ahLst/>
              <a:cxnLst/>
              <a:rect l="l" t="t" r="r" b="b"/>
              <a:pathLst>
                <a:path w="3405" h="396" extrusionOk="0">
                  <a:moveTo>
                    <a:pt x="1" y="0"/>
                  </a:moveTo>
                  <a:lnTo>
                    <a:pt x="1" y="395"/>
                  </a:lnTo>
                  <a:lnTo>
                    <a:pt x="3405" y="395"/>
                  </a:lnTo>
                  <a:lnTo>
                    <a:pt x="340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1"/>
            <p:cNvSpPr/>
            <p:nvPr/>
          </p:nvSpPr>
          <p:spPr>
            <a:xfrm>
              <a:off x="4946464" y="2290916"/>
              <a:ext cx="671973" cy="364767"/>
            </a:xfrm>
            <a:custGeom>
              <a:avLst/>
              <a:gdLst/>
              <a:ahLst/>
              <a:cxnLst/>
              <a:rect l="l" t="t" r="r" b="b"/>
              <a:pathLst>
                <a:path w="12433" h="6749" extrusionOk="0">
                  <a:moveTo>
                    <a:pt x="1399" y="1"/>
                  </a:moveTo>
                  <a:lnTo>
                    <a:pt x="1" y="6749"/>
                  </a:lnTo>
                  <a:lnTo>
                    <a:pt x="11035" y="6749"/>
                  </a:lnTo>
                  <a:lnTo>
                    <a:pt x="12433"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1"/>
            <p:cNvSpPr/>
            <p:nvPr/>
          </p:nvSpPr>
          <p:spPr>
            <a:xfrm>
              <a:off x="4394470" y="2220654"/>
              <a:ext cx="721264" cy="389034"/>
            </a:xfrm>
            <a:custGeom>
              <a:avLst/>
              <a:gdLst/>
              <a:ahLst/>
              <a:cxnLst/>
              <a:rect l="l" t="t" r="r" b="b"/>
              <a:pathLst>
                <a:path w="13345" h="7198" extrusionOk="0">
                  <a:moveTo>
                    <a:pt x="2260" y="0"/>
                  </a:moveTo>
                  <a:cubicBezTo>
                    <a:pt x="2096" y="0"/>
                    <a:pt x="1931" y="17"/>
                    <a:pt x="1764" y="55"/>
                  </a:cubicBezTo>
                  <a:cubicBezTo>
                    <a:pt x="183" y="419"/>
                    <a:pt x="1" y="2152"/>
                    <a:pt x="244" y="3459"/>
                  </a:cubicBezTo>
                  <a:cubicBezTo>
                    <a:pt x="518" y="4888"/>
                    <a:pt x="1703" y="6012"/>
                    <a:pt x="3071" y="6590"/>
                  </a:cubicBezTo>
                  <a:cubicBezTo>
                    <a:pt x="3679" y="6833"/>
                    <a:pt x="4317" y="6985"/>
                    <a:pt x="4955" y="7076"/>
                  </a:cubicBezTo>
                  <a:cubicBezTo>
                    <a:pt x="5746" y="7198"/>
                    <a:pt x="6566" y="7198"/>
                    <a:pt x="7387" y="7198"/>
                  </a:cubicBezTo>
                  <a:cubicBezTo>
                    <a:pt x="7514" y="7195"/>
                    <a:pt x="7647" y="7194"/>
                    <a:pt x="7786" y="7194"/>
                  </a:cubicBezTo>
                  <a:cubicBezTo>
                    <a:pt x="8030" y="7194"/>
                    <a:pt x="8290" y="7197"/>
                    <a:pt x="8560" y="7197"/>
                  </a:cubicBezTo>
                  <a:cubicBezTo>
                    <a:pt x="9939" y="7197"/>
                    <a:pt x="11563" y="7130"/>
                    <a:pt x="12494" y="6316"/>
                  </a:cubicBezTo>
                  <a:cubicBezTo>
                    <a:pt x="12980" y="5860"/>
                    <a:pt x="13314" y="5192"/>
                    <a:pt x="13345" y="4523"/>
                  </a:cubicBezTo>
                  <a:cubicBezTo>
                    <a:pt x="13345" y="4340"/>
                    <a:pt x="13314" y="4128"/>
                    <a:pt x="13253" y="3945"/>
                  </a:cubicBezTo>
                  <a:cubicBezTo>
                    <a:pt x="12737" y="2456"/>
                    <a:pt x="10609" y="2182"/>
                    <a:pt x="9272" y="1939"/>
                  </a:cubicBezTo>
                  <a:cubicBezTo>
                    <a:pt x="7965" y="1696"/>
                    <a:pt x="6506" y="1635"/>
                    <a:pt x="5259" y="1088"/>
                  </a:cubicBezTo>
                  <a:cubicBezTo>
                    <a:pt x="4263" y="669"/>
                    <a:pt x="3289" y="0"/>
                    <a:pt x="226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1"/>
            <p:cNvSpPr/>
            <p:nvPr/>
          </p:nvSpPr>
          <p:spPr>
            <a:xfrm>
              <a:off x="4195734" y="1604723"/>
              <a:ext cx="340067" cy="678026"/>
            </a:xfrm>
            <a:custGeom>
              <a:avLst/>
              <a:gdLst/>
              <a:ahLst/>
              <a:cxnLst/>
              <a:rect l="l" t="t" r="r" b="b"/>
              <a:pathLst>
                <a:path w="6292" h="12545" extrusionOk="0">
                  <a:moveTo>
                    <a:pt x="3151" y="1"/>
                  </a:moveTo>
                  <a:cubicBezTo>
                    <a:pt x="1836" y="1"/>
                    <a:pt x="502" y="1085"/>
                    <a:pt x="213" y="2332"/>
                  </a:cubicBezTo>
                  <a:cubicBezTo>
                    <a:pt x="0" y="3335"/>
                    <a:pt x="213" y="4368"/>
                    <a:pt x="365" y="5372"/>
                  </a:cubicBezTo>
                  <a:cubicBezTo>
                    <a:pt x="365" y="5402"/>
                    <a:pt x="365" y="5432"/>
                    <a:pt x="365" y="5463"/>
                  </a:cubicBezTo>
                  <a:cubicBezTo>
                    <a:pt x="578" y="6922"/>
                    <a:pt x="638" y="8411"/>
                    <a:pt x="547" y="9900"/>
                  </a:cubicBezTo>
                  <a:cubicBezTo>
                    <a:pt x="456" y="11663"/>
                    <a:pt x="1611" y="12545"/>
                    <a:pt x="3374" y="12545"/>
                  </a:cubicBezTo>
                  <a:cubicBezTo>
                    <a:pt x="5836" y="12515"/>
                    <a:pt x="4924" y="8867"/>
                    <a:pt x="4772" y="7347"/>
                  </a:cubicBezTo>
                  <a:cubicBezTo>
                    <a:pt x="4772" y="7104"/>
                    <a:pt x="4772" y="6831"/>
                    <a:pt x="4924" y="6618"/>
                  </a:cubicBezTo>
                  <a:cubicBezTo>
                    <a:pt x="5410" y="6040"/>
                    <a:pt x="5927" y="6283"/>
                    <a:pt x="6110" y="5432"/>
                  </a:cubicBezTo>
                  <a:cubicBezTo>
                    <a:pt x="6292" y="4612"/>
                    <a:pt x="6110" y="3761"/>
                    <a:pt x="5866" y="2970"/>
                  </a:cubicBezTo>
                  <a:cubicBezTo>
                    <a:pt x="5623" y="2028"/>
                    <a:pt x="5289" y="1055"/>
                    <a:pt x="4529" y="478"/>
                  </a:cubicBezTo>
                  <a:cubicBezTo>
                    <a:pt x="4107" y="145"/>
                    <a:pt x="3630" y="1"/>
                    <a:pt x="315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1"/>
            <p:cNvSpPr/>
            <p:nvPr/>
          </p:nvSpPr>
          <p:spPr>
            <a:xfrm>
              <a:off x="4890632" y="3290642"/>
              <a:ext cx="285911" cy="1073600"/>
            </a:xfrm>
            <a:custGeom>
              <a:avLst/>
              <a:gdLst/>
              <a:ahLst/>
              <a:cxnLst/>
              <a:rect l="l" t="t" r="r" b="b"/>
              <a:pathLst>
                <a:path w="5290" h="19864" extrusionOk="0">
                  <a:moveTo>
                    <a:pt x="3458" y="1"/>
                  </a:moveTo>
                  <a:cubicBezTo>
                    <a:pt x="3150" y="1"/>
                    <a:pt x="2839" y="135"/>
                    <a:pt x="2493" y="349"/>
                  </a:cubicBezTo>
                  <a:cubicBezTo>
                    <a:pt x="1946" y="714"/>
                    <a:pt x="1490" y="1200"/>
                    <a:pt x="1155" y="1778"/>
                  </a:cubicBezTo>
                  <a:cubicBezTo>
                    <a:pt x="639" y="2659"/>
                    <a:pt x="365" y="3662"/>
                    <a:pt x="244" y="4696"/>
                  </a:cubicBezTo>
                  <a:cubicBezTo>
                    <a:pt x="0" y="6823"/>
                    <a:pt x="31" y="9012"/>
                    <a:pt x="152" y="11140"/>
                  </a:cubicBezTo>
                  <a:cubicBezTo>
                    <a:pt x="274" y="13419"/>
                    <a:pt x="578" y="15669"/>
                    <a:pt x="912" y="17918"/>
                  </a:cubicBezTo>
                  <a:cubicBezTo>
                    <a:pt x="973" y="18343"/>
                    <a:pt x="1034" y="18769"/>
                    <a:pt x="1216" y="19134"/>
                  </a:cubicBezTo>
                  <a:cubicBezTo>
                    <a:pt x="1429" y="19529"/>
                    <a:pt x="1794" y="19833"/>
                    <a:pt x="2219" y="19863"/>
                  </a:cubicBezTo>
                  <a:cubicBezTo>
                    <a:pt x="2371" y="19863"/>
                    <a:pt x="2523" y="19833"/>
                    <a:pt x="2645" y="19742"/>
                  </a:cubicBezTo>
                  <a:cubicBezTo>
                    <a:pt x="3040" y="19468"/>
                    <a:pt x="3010" y="18860"/>
                    <a:pt x="3070" y="18435"/>
                  </a:cubicBezTo>
                  <a:cubicBezTo>
                    <a:pt x="3131" y="17857"/>
                    <a:pt x="3222" y="17279"/>
                    <a:pt x="3283" y="16672"/>
                  </a:cubicBezTo>
                  <a:cubicBezTo>
                    <a:pt x="3405" y="15517"/>
                    <a:pt x="3557" y="14331"/>
                    <a:pt x="3709" y="13146"/>
                  </a:cubicBezTo>
                  <a:cubicBezTo>
                    <a:pt x="4165" y="9985"/>
                    <a:pt x="5077" y="6884"/>
                    <a:pt x="5259" y="3662"/>
                  </a:cubicBezTo>
                  <a:cubicBezTo>
                    <a:pt x="5289" y="3054"/>
                    <a:pt x="5289" y="2446"/>
                    <a:pt x="5168" y="1869"/>
                  </a:cubicBezTo>
                  <a:cubicBezTo>
                    <a:pt x="5137" y="1747"/>
                    <a:pt x="5107" y="1626"/>
                    <a:pt x="5046" y="1504"/>
                  </a:cubicBezTo>
                  <a:cubicBezTo>
                    <a:pt x="4894" y="1048"/>
                    <a:pt x="4651" y="623"/>
                    <a:pt x="4256" y="319"/>
                  </a:cubicBezTo>
                  <a:cubicBezTo>
                    <a:pt x="3978" y="96"/>
                    <a:pt x="3719" y="1"/>
                    <a:pt x="345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1"/>
            <p:cNvSpPr/>
            <p:nvPr/>
          </p:nvSpPr>
          <p:spPr>
            <a:xfrm>
              <a:off x="4208868" y="2968245"/>
              <a:ext cx="1059655" cy="634139"/>
            </a:xfrm>
            <a:custGeom>
              <a:avLst/>
              <a:gdLst/>
              <a:ahLst/>
              <a:cxnLst/>
              <a:rect l="l" t="t" r="r" b="b"/>
              <a:pathLst>
                <a:path w="19606" h="11733" extrusionOk="0">
                  <a:moveTo>
                    <a:pt x="11040" y="0"/>
                  </a:moveTo>
                  <a:cubicBezTo>
                    <a:pt x="10094" y="0"/>
                    <a:pt x="9148" y="25"/>
                    <a:pt x="8207" y="53"/>
                  </a:cubicBezTo>
                  <a:cubicBezTo>
                    <a:pt x="7594" y="67"/>
                    <a:pt x="6975" y="69"/>
                    <a:pt x="6353" y="69"/>
                  </a:cubicBezTo>
                  <a:cubicBezTo>
                    <a:pt x="5944" y="69"/>
                    <a:pt x="5534" y="68"/>
                    <a:pt x="5123" y="68"/>
                  </a:cubicBezTo>
                  <a:cubicBezTo>
                    <a:pt x="3431" y="68"/>
                    <a:pt x="1732" y="88"/>
                    <a:pt x="91" y="296"/>
                  </a:cubicBezTo>
                  <a:cubicBezTo>
                    <a:pt x="0" y="1116"/>
                    <a:pt x="426" y="2241"/>
                    <a:pt x="1125" y="2758"/>
                  </a:cubicBezTo>
                  <a:cubicBezTo>
                    <a:pt x="1672" y="3183"/>
                    <a:pt x="2371" y="3244"/>
                    <a:pt x="3070" y="3305"/>
                  </a:cubicBezTo>
                  <a:cubicBezTo>
                    <a:pt x="5412" y="3478"/>
                    <a:pt x="9458" y="4284"/>
                    <a:pt x="11966" y="4284"/>
                  </a:cubicBezTo>
                  <a:cubicBezTo>
                    <a:pt x="12095" y="4284"/>
                    <a:pt x="12220" y="4282"/>
                    <a:pt x="12341" y="4278"/>
                  </a:cubicBezTo>
                  <a:lnTo>
                    <a:pt x="12341" y="4278"/>
                  </a:lnTo>
                  <a:cubicBezTo>
                    <a:pt x="12371" y="6679"/>
                    <a:pt x="12128" y="8867"/>
                    <a:pt x="12037" y="11086"/>
                  </a:cubicBezTo>
                  <a:cubicBezTo>
                    <a:pt x="12250" y="11147"/>
                    <a:pt x="12493" y="11208"/>
                    <a:pt x="12706" y="11269"/>
                  </a:cubicBezTo>
                  <a:cubicBezTo>
                    <a:pt x="13070" y="11390"/>
                    <a:pt x="13405" y="11481"/>
                    <a:pt x="13769" y="11542"/>
                  </a:cubicBezTo>
                  <a:cubicBezTo>
                    <a:pt x="14165" y="11633"/>
                    <a:pt x="14560" y="11664"/>
                    <a:pt x="14925" y="11694"/>
                  </a:cubicBezTo>
                  <a:cubicBezTo>
                    <a:pt x="15350" y="11725"/>
                    <a:pt x="15783" y="11732"/>
                    <a:pt x="16213" y="11732"/>
                  </a:cubicBezTo>
                  <a:cubicBezTo>
                    <a:pt x="16642" y="11732"/>
                    <a:pt x="17067" y="11725"/>
                    <a:pt x="17478" y="11725"/>
                  </a:cubicBezTo>
                  <a:cubicBezTo>
                    <a:pt x="17994" y="11694"/>
                    <a:pt x="18481" y="11694"/>
                    <a:pt x="18967" y="11664"/>
                  </a:cubicBezTo>
                  <a:cubicBezTo>
                    <a:pt x="19362" y="8989"/>
                    <a:pt x="19605" y="6223"/>
                    <a:pt x="19484" y="3183"/>
                  </a:cubicBezTo>
                  <a:cubicBezTo>
                    <a:pt x="19484" y="2424"/>
                    <a:pt x="19180" y="1603"/>
                    <a:pt x="18572" y="1147"/>
                  </a:cubicBezTo>
                  <a:cubicBezTo>
                    <a:pt x="18268" y="904"/>
                    <a:pt x="17873" y="782"/>
                    <a:pt x="17478" y="661"/>
                  </a:cubicBezTo>
                  <a:cubicBezTo>
                    <a:pt x="15382" y="131"/>
                    <a:pt x="13212" y="0"/>
                    <a:pt x="1104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1"/>
            <p:cNvSpPr/>
            <p:nvPr/>
          </p:nvSpPr>
          <p:spPr>
            <a:xfrm>
              <a:off x="4016619" y="2094398"/>
              <a:ext cx="581605" cy="1208070"/>
            </a:xfrm>
            <a:custGeom>
              <a:avLst/>
              <a:gdLst/>
              <a:ahLst/>
              <a:cxnLst/>
              <a:rect l="l" t="t" r="r" b="b"/>
              <a:pathLst>
                <a:path w="10761" h="22352" extrusionOk="0">
                  <a:moveTo>
                    <a:pt x="5941" y="1"/>
                  </a:moveTo>
                  <a:cubicBezTo>
                    <a:pt x="3515" y="1"/>
                    <a:pt x="2117" y="3681"/>
                    <a:pt x="1460" y="5461"/>
                  </a:cubicBezTo>
                  <a:cubicBezTo>
                    <a:pt x="366" y="8348"/>
                    <a:pt x="1" y="11479"/>
                    <a:pt x="487" y="14518"/>
                  </a:cubicBezTo>
                  <a:cubicBezTo>
                    <a:pt x="852" y="16768"/>
                    <a:pt x="2007" y="20750"/>
                    <a:pt x="4104" y="22087"/>
                  </a:cubicBezTo>
                  <a:cubicBezTo>
                    <a:pt x="4413" y="22285"/>
                    <a:pt x="4737" y="22352"/>
                    <a:pt x="5068" y="22352"/>
                  </a:cubicBezTo>
                  <a:cubicBezTo>
                    <a:pt x="5652" y="22352"/>
                    <a:pt x="6258" y="22145"/>
                    <a:pt x="6840" y="22087"/>
                  </a:cubicBezTo>
                  <a:cubicBezTo>
                    <a:pt x="7721" y="21996"/>
                    <a:pt x="8360" y="22148"/>
                    <a:pt x="8968" y="21297"/>
                  </a:cubicBezTo>
                  <a:cubicBezTo>
                    <a:pt x="10183" y="19686"/>
                    <a:pt x="9880" y="16646"/>
                    <a:pt x="9788" y="14731"/>
                  </a:cubicBezTo>
                  <a:cubicBezTo>
                    <a:pt x="9758" y="14306"/>
                    <a:pt x="9728" y="13850"/>
                    <a:pt x="9849" y="13424"/>
                  </a:cubicBezTo>
                  <a:cubicBezTo>
                    <a:pt x="10001" y="12816"/>
                    <a:pt x="10457" y="12330"/>
                    <a:pt x="10609" y="11722"/>
                  </a:cubicBezTo>
                  <a:cubicBezTo>
                    <a:pt x="10761" y="11266"/>
                    <a:pt x="10731" y="10780"/>
                    <a:pt x="10639" y="10294"/>
                  </a:cubicBezTo>
                  <a:cubicBezTo>
                    <a:pt x="10335" y="8531"/>
                    <a:pt x="9515" y="6828"/>
                    <a:pt x="9120" y="5065"/>
                  </a:cubicBezTo>
                  <a:cubicBezTo>
                    <a:pt x="8998" y="4549"/>
                    <a:pt x="8907" y="4002"/>
                    <a:pt x="8816" y="3485"/>
                  </a:cubicBezTo>
                  <a:cubicBezTo>
                    <a:pt x="8633" y="2603"/>
                    <a:pt x="8390" y="1752"/>
                    <a:pt x="7873" y="1023"/>
                  </a:cubicBezTo>
                  <a:cubicBezTo>
                    <a:pt x="7600" y="628"/>
                    <a:pt x="7235" y="293"/>
                    <a:pt x="6779" y="141"/>
                  </a:cubicBezTo>
                  <a:cubicBezTo>
                    <a:pt x="6487" y="45"/>
                    <a:pt x="6208" y="1"/>
                    <a:pt x="594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1"/>
            <p:cNvSpPr/>
            <p:nvPr/>
          </p:nvSpPr>
          <p:spPr>
            <a:xfrm>
              <a:off x="5099258" y="3135091"/>
              <a:ext cx="630896" cy="1127863"/>
            </a:xfrm>
            <a:custGeom>
              <a:avLst/>
              <a:gdLst/>
              <a:ahLst/>
              <a:cxnLst/>
              <a:rect l="l" t="t" r="r" b="b"/>
              <a:pathLst>
                <a:path w="11673" h="20868" extrusionOk="0">
                  <a:moveTo>
                    <a:pt x="2407" y="0"/>
                  </a:moveTo>
                  <a:cubicBezTo>
                    <a:pt x="2233" y="0"/>
                    <a:pt x="2059" y="21"/>
                    <a:pt x="1885" y="66"/>
                  </a:cubicBezTo>
                  <a:cubicBezTo>
                    <a:pt x="31" y="613"/>
                    <a:pt x="1" y="2802"/>
                    <a:pt x="517" y="4291"/>
                  </a:cubicBezTo>
                  <a:cubicBezTo>
                    <a:pt x="2037" y="8607"/>
                    <a:pt x="4438" y="12559"/>
                    <a:pt x="6809" y="16480"/>
                  </a:cubicBezTo>
                  <a:cubicBezTo>
                    <a:pt x="7539" y="17665"/>
                    <a:pt x="8268" y="18850"/>
                    <a:pt x="9180" y="19884"/>
                  </a:cubicBezTo>
                  <a:cubicBezTo>
                    <a:pt x="9271" y="19975"/>
                    <a:pt x="9363" y="20066"/>
                    <a:pt x="9454" y="20157"/>
                  </a:cubicBezTo>
                  <a:cubicBezTo>
                    <a:pt x="9803" y="20530"/>
                    <a:pt x="10296" y="20867"/>
                    <a:pt x="10753" y="20867"/>
                  </a:cubicBezTo>
                  <a:cubicBezTo>
                    <a:pt x="10892" y="20867"/>
                    <a:pt x="11028" y="20836"/>
                    <a:pt x="11156" y="20765"/>
                  </a:cubicBezTo>
                  <a:cubicBezTo>
                    <a:pt x="11521" y="20583"/>
                    <a:pt x="11673" y="20157"/>
                    <a:pt x="11673" y="19762"/>
                  </a:cubicBezTo>
                  <a:cubicBezTo>
                    <a:pt x="11673" y="19398"/>
                    <a:pt x="11521" y="19002"/>
                    <a:pt x="11369" y="18638"/>
                  </a:cubicBezTo>
                  <a:cubicBezTo>
                    <a:pt x="10426" y="16176"/>
                    <a:pt x="9515" y="13683"/>
                    <a:pt x="8603" y="11221"/>
                  </a:cubicBezTo>
                  <a:cubicBezTo>
                    <a:pt x="8116" y="9914"/>
                    <a:pt x="7630" y="8607"/>
                    <a:pt x="7144" y="7300"/>
                  </a:cubicBezTo>
                  <a:cubicBezTo>
                    <a:pt x="6931" y="6692"/>
                    <a:pt x="6688" y="6054"/>
                    <a:pt x="6445" y="5416"/>
                  </a:cubicBezTo>
                  <a:cubicBezTo>
                    <a:pt x="6262" y="4899"/>
                    <a:pt x="5745" y="4078"/>
                    <a:pt x="5745" y="3531"/>
                  </a:cubicBezTo>
                  <a:cubicBezTo>
                    <a:pt x="5411" y="2619"/>
                    <a:pt x="5077" y="1707"/>
                    <a:pt x="4438" y="1008"/>
                  </a:cubicBezTo>
                  <a:cubicBezTo>
                    <a:pt x="3918" y="413"/>
                    <a:pt x="3175" y="0"/>
                    <a:pt x="240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1"/>
            <p:cNvSpPr/>
            <p:nvPr/>
          </p:nvSpPr>
          <p:spPr>
            <a:xfrm>
              <a:off x="4115203" y="2981595"/>
              <a:ext cx="1352106" cy="695916"/>
            </a:xfrm>
            <a:custGeom>
              <a:avLst/>
              <a:gdLst/>
              <a:ahLst/>
              <a:cxnLst/>
              <a:rect l="l" t="t" r="r" b="b"/>
              <a:pathLst>
                <a:path w="25017" h="12876" extrusionOk="0">
                  <a:moveTo>
                    <a:pt x="6073" y="0"/>
                  </a:moveTo>
                  <a:cubicBezTo>
                    <a:pt x="4255" y="0"/>
                    <a:pt x="2340" y="328"/>
                    <a:pt x="1308" y="1812"/>
                  </a:cubicBezTo>
                  <a:cubicBezTo>
                    <a:pt x="1" y="3727"/>
                    <a:pt x="913" y="7557"/>
                    <a:pt x="2584" y="9107"/>
                  </a:cubicBezTo>
                  <a:cubicBezTo>
                    <a:pt x="3429" y="9907"/>
                    <a:pt x="4476" y="10129"/>
                    <a:pt x="5570" y="10129"/>
                  </a:cubicBezTo>
                  <a:cubicBezTo>
                    <a:pt x="6721" y="10129"/>
                    <a:pt x="7923" y="9884"/>
                    <a:pt x="8998" y="9806"/>
                  </a:cubicBezTo>
                  <a:cubicBezTo>
                    <a:pt x="10587" y="9663"/>
                    <a:pt x="12695" y="9042"/>
                    <a:pt x="14563" y="9042"/>
                  </a:cubicBezTo>
                  <a:cubicBezTo>
                    <a:pt x="15481" y="9042"/>
                    <a:pt x="16341" y="9193"/>
                    <a:pt x="17053" y="9623"/>
                  </a:cubicBezTo>
                  <a:cubicBezTo>
                    <a:pt x="17417" y="9836"/>
                    <a:pt x="17752" y="10140"/>
                    <a:pt x="18025" y="10535"/>
                  </a:cubicBezTo>
                  <a:cubicBezTo>
                    <a:pt x="18572" y="11326"/>
                    <a:pt x="19120" y="12085"/>
                    <a:pt x="19667" y="12876"/>
                  </a:cubicBezTo>
                  <a:cubicBezTo>
                    <a:pt x="21217" y="10809"/>
                    <a:pt x="22949" y="8894"/>
                    <a:pt x="24804" y="7131"/>
                  </a:cubicBezTo>
                  <a:cubicBezTo>
                    <a:pt x="24895" y="7040"/>
                    <a:pt x="24986" y="6949"/>
                    <a:pt x="25016" y="6827"/>
                  </a:cubicBezTo>
                  <a:cubicBezTo>
                    <a:pt x="25016" y="6736"/>
                    <a:pt x="24956" y="6645"/>
                    <a:pt x="24925" y="6553"/>
                  </a:cubicBezTo>
                  <a:cubicBezTo>
                    <a:pt x="23679" y="4304"/>
                    <a:pt x="22797" y="2268"/>
                    <a:pt x="20214" y="1356"/>
                  </a:cubicBezTo>
                  <a:cubicBezTo>
                    <a:pt x="19150" y="991"/>
                    <a:pt x="17995" y="900"/>
                    <a:pt x="16870" y="809"/>
                  </a:cubicBezTo>
                  <a:cubicBezTo>
                    <a:pt x="13983" y="566"/>
                    <a:pt x="11095" y="322"/>
                    <a:pt x="8208" y="110"/>
                  </a:cubicBezTo>
                  <a:cubicBezTo>
                    <a:pt x="7559" y="56"/>
                    <a:pt x="6824" y="0"/>
                    <a:pt x="607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1"/>
            <p:cNvSpPr/>
            <p:nvPr/>
          </p:nvSpPr>
          <p:spPr>
            <a:xfrm>
              <a:off x="3990351" y="3473756"/>
              <a:ext cx="740991" cy="974260"/>
            </a:xfrm>
            <a:custGeom>
              <a:avLst/>
              <a:gdLst/>
              <a:ahLst/>
              <a:cxnLst/>
              <a:rect l="l" t="t" r="r" b="b"/>
              <a:pathLst>
                <a:path w="13710" h="18026" fill="none" extrusionOk="0">
                  <a:moveTo>
                    <a:pt x="1" y="18025"/>
                  </a:moveTo>
                  <a:lnTo>
                    <a:pt x="6596" y="1"/>
                  </a:lnTo>
                  <a:lnTo>
                    <a:pt x="13709" y="18025"/>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1"/>
            <p:cNvSpPr/>
            <p:nvPr/>
          </p:nvSpPr>
          <p:spPr>
            <a:xfrm>
              <a:off x="3814587" y="2353396"/>
              <a:ext cx="1141807" cy="1327461"/>
            </a:xfrm>
            <a:custGeom>
              <a:avLst/>
              <a:gdLst/>
              <a:ahLst/>
              <a:cxnLst/>
              <a:rect l="l" t="t" r="r" b="b"/>
              <a:pathLst>
                <a:path w="21126" h="24561" extrusionOk="0">
                  <a:moveTo>
                    <a:pt x="3439" y="1"/>
                  </a:moveTo>
                  <a:cubicBezTo>
                    <a:pt x="137" y="1"/>
                    <a:pt x="58" y="6057"/>
                    <a:pt x="31" y="8328"/>
                  </a:cubicBezTo>
                  <a:cubicBezTo>
                    <a:pt x="31" y="10486"/>
                    <a:pt x="0" y="12675"/>
                    <a:pt x="335" y="14772"/>
                  </a:cubicBezTo>
                  <a:cubicBezTo>
                    <a:pt x="487" y="15806"/>
                    <a:pt x="730" y="16839"/>
                    <a:pt x="1094" y="17812"/>
                  </a:cubicBezTo>
                  <a:cubicBezTo>
                    <a:pt x="2493" y="21611"/>
                    <a:pt x="5775" y="23921"/>
                    <a:pt x="9757" y="24408"/>
                  </a:cubicBezTo>
                  <a:cubicBezTo>
                    <a:pt x="10493" y="24500"/>
                    <a:pt x="11366" y="24560"/>
                    <a:pt x="12295" y="24560"/>
                  </a:cubicBezTo>
                  <a:cubicBezTo>
                    <a:pt x="15664" y="24560"/>
                    <a:pt x="19780" y="23762"/>
                    <a:pt x="20852" y="20760"/>
                  </a:cubicBezTo>
                  <a:cubicBezTo>
                    <a:pt x="21125" y="19939"/>
                    <a:pt x="21095" y="18967"/>
                    <a:pt x="20517" y="18298"/>
                  </a:cubicBezTo>
                  <a:cubicBezTo>
                    <a:pt x="20153" y="17903"/>
                    <a:pt x="19666" y="17660"/>
                    <a:pt x="19210" y="17447"/>
                  </a:cubicBezTo>
                  <a:cubicBezTo>
                    <a:pt x="16931" y="16474"/>
                    <a:pt x="14529" y="15684"/>
                    <a:pt x="12584" y="14134"/>
                  </a:cubicBezTo>
                  <a:cubicBezTo>
                    <a:pt x="10304" y="12310"/>
                    <a:pt x="8906" y="9575"/>
                    <a:pt x="8207" y="6748"/>
                  </a:cubicBezTo>
                  <a:cubicBezTo>
                    <a:pt x="7873" y="5471"/>
                    <a:pt x="7690" y="4134"/>
                    <a:pt x="7174" y="2918"/>
                  </a:cubicBezTo>
                  <a:cubicBezTo>
                    <a:pt x="6687" y="1702"/>
                    <a:pt x="5775" y="577"/>
                    <a:pt x="4499" y="182"/>
                  </a:cubicBezTo>
                  <a:cubicBezTo>
                    <a:pt x="4113" y="58"/>
                    <a:pt x="3760" y="1"/>
                    <a:pt x="343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1"/>
            <p:cNvSpPr/>
            <p:nvPr/>
          </p:nvSpPr>
          <p:spPr>
            <a:xfrm>
              <a:off x="3934520" y="1550675"/>
              <a:ext cx="609494" cy="754881"/>
            </a:xfrm>
            <a:custGeom>
              <a:avLst/>
              <a:gdLst/>
              <a:ahLst/>
              <a:cxnLst/>
              <a:rect l="l" t="t" r="r" b="b"/>
              <a:pathLst>
                <a:path w="11277" h="13967" extrusionOk="0">
                  <a:moveTo>
                    <a:pt x="9157" y="0"/>
                  </a:moveTo>
                  <a:cubicBezTo>
                    <a:pt x="7426" y="0"/>
                    <a:pt x="5665" y="1203"/>
                    <a:pt x="4711" y="2633"/>
                  </a:cubicBezTo>
                  <a:cubicBezTo>
                    <a:pt x="4559" y="2846"/>
                    <a:pt x="4438" y="3058"/>
                    <a:pt x="4316" y="3302"/>
                  </a:cubicBezTo>
                  <a:cubicBezTo>
                    <a:pt x="3435" y="5186"/>
                    <a:pt x="3587" y="7587"/>
                    <a:pt x="2128" y="9107"/>
                  </a:cubicBezTo>
                  <a:cubicBezTo>
                    <a:pt x="1338" y="9958"/>
                    <a:pt x="0" y="10597"/>
                    <a:pt x="31" y="11782"/>
                  </a:cubicBezTo>
                  <a:cubicBezTo>
                    <a:pt x="31" y="12420"/>
                    <a:pt x="486" y="12998"/>
                    <a:pt x="1064" y="13302"/>
                  </a:cubicBezTo>
                  <a:cubicBezTo>
                    <a:pt x="1611" y="13636"/>
                    <a:pt x="2249" y="13727"/>
                    <a:pt x="2888" y="13818"/>
                  </a:cubicBezTo>
                  <a:cubicBezTo>
                    <a:pt x="3482" y="13897"/>
                    <a:pt x="4092" y="13967"/>
                    <a:pt x="4694" y="13967"/>
                  </a:cubicBezTo>
                  <a:cubicBezTo>
                    <a:pt x="5262" y="13967"/>
                    <a:pt x="5822" y="13904"/>
                    <a:pt x="6353" y="13727"/>
                  </a:cubicBezTo>
                  <a:cubicBezTo>
                    <a:pt x="7477" y="13393"/>
                    <a:pt x="8511" y="12542"/>
                    <a:pt x="8693" y="11387"/>
                  </a:cubicBezTo>
                  <a:cubicBezTo>
                    <a:pt x="8845" y="10414"/>
                    <a:pt x="8359" y="9533"/>
                    <a:pt x="8298" y="8590"/>
                  </a:cubicBezTo>
                  <a:cubicBezTo>
                    <a:pt x="8268" y="7891"/>
                    <a:pt x="8511" y="7496"/>
                    <a:pt x="8663" y="6858"/>
                  </a:cubicBezTo>
                  <a:cubicBezTo>
                    <a:pt x="9028" y="5338"/>
                    <a:pt x="8906" y="3666"/>
                    <a:pt x="10092" y="2451"/>
                  </a:cubicBezTo>
                  <a:cubicBezTo>
                    <a:pt x="10608" y="1934"/>
                    <a:pt x="11277" y="536"/>
                    <a:pt x="10243" y="171"/>
                  </a:cubicBezTo>
                  <a:cubicBezTo>
                    <a:pt x="9888" y="54"/>
                    <a:pt x="9523" y="0"/>
                    <a:pt x="915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1"/>
            <p:cNvSpPr/>
            <p:nvPr/>
          </p:nvSpPr>
          <p:spPr>
            <a:xfrm>
              <a:off x="4299183" y="1727466"/>
              <a:ext cx="202138" cy="202084"/>
            </a:xfrm>
            <a:custGeom>
              <a:avLst/>
              <a:gdLst/>
              <a:ahLst/>
              <a:cxnLst/>
              <a:rect l="l" t="t" r="r" b="b"/>
              <a:pathLst>
                <a:path w="3740" h="3739" extrusionOk="0">
                  <a:moveTo>
                    <a:pt x="1855" y="0"/>
                  </a:moveTo>
                  <a:cubicBezTo>
                    <a:pt x="822" y="0"/>
                    <a:pt x="1" y="821"/>
                    <a:pt x="1" y="1854"/>
                  </a:cubicBezTo>
                  <a:cubicBezTo>
                    <a:pt x="1" y="2918"/>
                    <a:pt x="822" y="3739"/>
                    <a:pt x="1855" y="3739"/>
                  </a:cubicBezTo>
                  <a:cubicBezTo>
                    <a:pt x="2919" y="3739"/>
                    <a:pt x="3740" y="2918"/>
                    <a:pt x="3740" y="1854"/>
                  </a:cubicBezTo>
                  <a:cubicBezTo>
                    <a:pt x="3740" y="821"/>
                    <a:pt x="2919" y="0"/>
                    <a:pt x="1855"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1"/>
            <p:cNvSpPr/>
            <p:nvPr/>
          </p:nvSpPr>
          <p:spPr>
            <a:xfrm>
              <a:off x="4222002" y="1589860"/>
              <a:ext cx="192950" cy="248402"/>
            </a:xfrm>
            <a:custGeom>
              <a:avLst/>
              <a:gdLst/>
              <a:ahLst/>
              <a:cxnLst/>
              <a:rect l="l" t="t" r="r" b="b"/>
              <a:pathLst>
                <a:path w="3570" h="4596" extrusionOk="0">
                  <a:moveTo>
                    <a:pt x="1126" y="0"/>
                  </a:moveTo>
                  <a:cubicBezTo>
                    <a:pt x="903" y="0"/>
                    <a:pt x="676" y="87"/>
                    <a:pt x="456" y="297"/>
                  </a:cubicBezTo>
                  <a:cubicBezTo>
                    <a:pt x="244" y="510"/>
                    <a:pt x="92" y="814"/>
                    <a:pt x="0" y="1087"/>
                  </a:cubicBezTo>
                  <a:cubicBezTo>
                    <a:pt x="92" y="966"/>
                    <a:pt x="213" y="874"/>
                    <a:pt x="365" y="844"/>
                  </a:cubicBezTo>
                  <a:cubicBezTo>
                    <a:pt x="432" y="829"/>
                    <a:pt x="495" y="822"/>
                    <a:pt x="555" y="822"/>
                  </a:cubicBezTo>
                  <a:cubicBezTo>
                    <a:pt x="1230" y="822"/>
                    <a:pt x="1482" y="1709"/>
                    <a:pt x="1733" y="2212"/>
                  </a:cubicBezTo>
                  <a:cubicBezTo>
                    <a:pt x="2067" y="2850"/>
                    <a:pt x="2250" y="3488"/>
                    <a:pt x="2371" y="4188"/>
                  </a:cubicBezTo>
                  <a:cubicBezTo>
                    <a:pt x="2419" y="4473"/>
                    <a:pt x="2620" y="4595"/>
                    <a:pt x="2839" y="4595"/>
                  </a:cubicBezTo>
                  <a:cubicBezTo>
                    <a:pt x="3182" y="4595"/>
                    <a:pt x="3570" y="4298"/>
                    <a:pt x="3496" y="3853"/>
                  </a:cubicBezTo>
                  <a:cubicBezTo>
                    <a:pt x="3314" y="2850"/>
                    <a:pt x="2979" y="1817"/>
                    <a:pt x="2432" y="935"/>
                  </a:cubicBezTo>
                  <a:cubicBezTo>
                    <a:pt x="2134" y="468"/>
                    <a:pt x="1644" y="0"/>
                    <a:pt x="112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1"/>
            <p:cNvSpPr/>
            <p:nvPr/>
          </p:nvSpPr>
          <p:spPr>
            <a:xfrm>
              <a:off x="4348475" y="1776758"/>
              <a:ext cx="103555" cy="103501"/>
            </a:xfrm>
            <a:custGeom>
              <a:avLst/>
              <a:gdLst/>
              <a:ahLst/>
              <a:cxnLst/>
              <a:rect l="l" t="t" r="r" b="b"/>
              <a:pathLst>
                <a:path w="1916" h="1915" extrusionOk="0">
                  <a:moveTo>
                    <a:pt x="943" y="0"/>
                  </a:moveTo>
                  <a:cubicBezTo>
                    <a:pt x="426" y="0"/>
                    <a:pt x="1" y="426"/>
                    <a:pt x="1" y="942"/>
                  </a:cubicBezTo>
                  <a:cubicBezTo>
                    <a:pt x="1" y="1489"/>
                    <a:pt x="426" y="1915"/>
                    <a:pt x="943" y="1915"/>
                  </a:cubicBezTo>
                  <a:cubicBezTo>
                    <a:pt x="1490" y="1915"/>
                    <a:pt x="1916" y="1489"/>
                    <a:pt x="1916" y="942"/>
                  </a:cubicBezTo>
                  <a:cubicBezTo>
                    <a:pt x="1916" y="426"/>
                    <a:pt x="1490" y="0"/>
                    <a:pt x="94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1"/>
            <p:cNvSpPr/>
            <p:nvPr/>
          </p:nvSpPr>
          <p:spPr>
            <a:xfrm>
              <a:off x="4373121" y="1819402"/>
              <a:ext cx="777095" cy="763745"/>
            </a:xfrm>
            <a:custGeom>
              <a:avLst/>
              <a:gdLst/>
              <a:ahLst/>
              <a:cxnLst/>
              <a:rect l="l" t="t" r="r" b="b"/>
              <a:pathLst>
                <a:path w="14378" h="14131" extrusionOk="0">
                  <a:moveTo>
                    <a:pt x="1211" y="1"/>
                  </a:moveTo>
                  <a:cubicBezTo>
                    <a:pt x="819" y="1"/>
                    <a:pt x="421" y="414"/>
                    <a:pt x="305" y="974"/>
                  </a:cubicBezTo>
                  <a:cubicBezTo>
                    <a:pt x="1" y="2494"/>
                    <a:pt x="1673" y="3223"/>
                    <a:pt x="2554" y="4044"/>
                  </a:cubicBezTo>
                  <a:cubicBezTo>
                    <a:pt x="3709" y="5108"/>
                    <a:pt x="4560" y="6476"/>
                    <a:pt x="5411" y="7752"/>
                  </a:cubicBezTo>
                  <a:cubicBezTo>
                    <a:pt x="6323" y="9150"/>
                    <a:pt x="7387" y="10488"/>
                    <a:pt x="8512" y="11734"/>
                  </a:cubicBezTo>
                  <a:cubicBezTo>
                    <a:pt x="9211" y="12464"/>
                    <a:pt x="9940" y="13193"/>
                    <a:pt x="10761" y="13740"/>
                  </a:cubicBezTo>
                  <a:cubicBezTo>
                    <a:pt x="11111" y="13959"/>
                    <a:pt x="11350" y="14130"/>
                    <a:pt x="11672" y="14130"/>
                  </a:cubicBezTo>
                  <a:cubicBezTo>
                    <a:pt x="11798" y="14130"/>
                    <a:pt x="11936" y="14104"/>
                    <a:pt x="12098" y="14044"/>
                  </a:cubicBezTo>
                  <a:cubicBezTo>
                    <a:pt x="12585" y="13892"/>
                    <a:pt x="13253" y="13193"/>
                    <a:pt x="13496" y="12767"/>
                  </a:cubicBezTo>
                  <a:cubicBezTo>
                    <a:pt x="14378" y="11187"/>
                    <a:pt x="12645" y="9546"/>
                    <a:pt x="11642" y="8360"/>
                  </a:cubicBezTo>
                  <a:cubicBezTo>
                    <a:pt x="10183" y="6658"/>
                    <a:pt x="8451" y="5169"/>
                    <a:pt x="6536" y="4014"/>
                  </a:cubicBezTo>
                  <a:cubicBezTo>
                    <a:pt x="5776" y="3558"/>
                    <a:pt x="5138" y="3071"/>
                    <a:pt x="4469" y="2555"/>
                  </a:cubicBezTo>
                  <a:cubicBezTo>
                    <a:pt x="4378" y="2463"/>
                    <a:pt x="4287" y="2372"/>
                    <a:pt x="4195" y="2311"/>
                  </a:cubicBezTo>
                  <a:cubicBezTo>
                    <a:pt x="3466" y="1734"/>
                    <a:pt x="2311" y="1339"/>
                    <a:pt x="1825" y="457"/>
                  </a:cubicBezTo>
                  <a:cubicBezTo>
                    <a:pt x="1658" y="136"/>
                    <a:pt x="1436" y="1"/>
                    <a:pt x="121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1"/>
            <p:cNvSpPr/>
            <p:nvPr/>
          </p:nvSpPr>
          <p:spPr>
            <a:xfrm>
              <a:off x="4460192" y="2571858"/>
              <a:ext cx="144631" cy="128201"/>
            </a:xfrm>
            <a:custGeom>
              <a:avLst/>
              <a:gdLst/>
              <a:ahLst/>
              <a:cxnLst/>
              <a:rect l="l" t="t" r="r" b="b"/>
              <a:pathLst>
                <a:path w="2676" h="2372" extrusionOk="0">
                  <a:moveTo>
                    <a:pt x="1" y="1"/>
                  </a:moveTo>
                  <a:cubicBezTo>
                    <a:pt x="183" y="304"/>
                    <a:pt x="366" y="608"/>
                    <a:pt x="578" y="882"/>
                  </a:cubicBezTo>
                  <a:cubicBezTo>
                    <a:pt x="913" y="1338"/>
                    <a:pt x="1338" y="1763"/>
                    <a:pt x="1825" y="2037"/>
                  </a:cubicBezTo>
                  <a:cubicBezTo>
                    <a:pt x="2037" y="2159"/>
                    <a:pt x="2280" y="2280"/>
                    <a:pt x="2493" y="2371"/>
                  </a:cubicBezTo>
                  <a:cubicBezTo>
                    <a:pt x="2584" y="2037"/>
                    <a:pt x="2615" y="1733"/>
                    <a:pt x="2676" y="1399"/>
                  </a:cubicBezTo>
                  <a:cubicBezTo>
                    <a:pt x="1703" y="1156"/>
                    <a:pt x="791" y="669"/>
                    <a:pt x="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1"/>
            <p:cNvSpPr/>
            <p:nvPr/>
          </p:nvSpPr>
          <p:spPr>
            <a:xfrm>
              <a:off x="4401064" y="1932794"/>
              <a:ext cx="54264" cy="62479"/>
            </a:xfrm>
            <a:custGeom>
              <a:avLst/>
              <a:gdLst/>
              <a:ahLst/>
              <a:cxnLst/>
              <a:rect l="l" t="t" r="r" b="b"/>
              <a:pathLst>
                <a:path w="1004" h="1156" fill="none" extrusionOk="0">
                  <a:moveTo>
                    <a:pt x="1" y="1"/>
                  </a:moveTo>
                  <a:cubicBezTo>
                    <a:pt x="213" y="457"/>
                    <a:pt x="578" y="882"/>
                    <a:pt x="1004" y="1156"/>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1"/>
            <p:cNvSpPr/>
            <p:nvPr/>
          </p:nvSpPr>
          <p:spPr>
            <a:xfrm>
              <a:off x="4936627" y="4298474"/>
              <a:ext cx="315475" cy="106744"/>
            </a:xfrm>
            <a:custGeom>
              <a:avLst/>
              <a:gdLst/>
              <a:ahLst/>
              <a:cxnLst/>
              <a:rect l="l" t="t" r="r" b="b"/>
              <a:pathLst>
                <a:path w="5837" h="1975" extrusionOk="0">
                  <a:moveTo>
                    <a:pt x="152" y="0"/>
                  </a:moveTo>
                  <a:cubicBezTo>
                    <a:pt x="122" y="335"/>
                    <a:pt x="92" y="639"/>
                    <a:pt x="61" y="882"/>
                  </a:cubicBezTo>
                  <a:cubicBezTo>
                    <a:pt x="31" y="1125"/>
                    <a:pt x="1" y="1398"/>
                    <a:pt x="152" y="1550"/>
                  </a:cubicBezTo>
                  <a:cubicBezTo>
                    <a:pt x="274" y="1672"/>
                    <a:pt x="456" y="1733"/>
                    <a:pt x="608" y="1763"/>
                  </a:cubicBezTo>
                  <a:cubicBezTo>
                    <a:pt x="1308" y="1885"/>
                    <a:pt x="2037" y="1824"/>
                    <a:pt x="2736" y="1915"/>
                  </a:cubicBezTo>
                  <a:cubicBezTo>
                    <a:pt x="2973" y="1949"/>
                    <a:pt x="3243" y="1975"/>
                    <a:pt x="3518" y="1975"/>
                  </a:cubicBezTo>
                  <a:cubicBezTo>
                    <a:pt x="3983" y="1975"/>
                    <a:pt x="4459" y="1901"/>
                    <a:pt x="4803" y="1672"/>
                  </a:cubicBezTo>
                  <a:cubicBezTo>
                    <a:pt x="5836" y="1034"/>
                    <a:pt x="4621" y="517"/>
                    <a:pt x="4013" y="487"/>
                  </a:cubicBezTo>
                  <a:cubicBezTo>
                    <a:pt x="3648" y="456"/>
                    <a:pt x="3253" y="395"/>
                    <a:pt x="2888" y="335"/>
                  </a:cubicBezTo>
                  <a:cubicBezTo>
                    <a:pt x="2645" y="274"/>
                    <a:pt x="2371" y="213"/>
                    <a:pt x="2250" y="31"/>
                  </a:cubicBezTo>
                  <a:cubicBezTo>
                    <a:pt x="1916" y="103"/>
                    <a:pt x="1583" y="141"/>
                    <a:pt x="1249" y="141"/>
                  </a:cubicBezTo>
                  <a:cubicBezTo>
                    <a:pt x="883" y="141"/>
                    <a:pt x="518" y="96"/>
                    <a:pt x="15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1"/>
            <p:cNvSpPr/>
            <p:nvPr/>
          </p:nvSpPr>
          <p:spPr>
            <a:xfrm>
              <a:off x="5620067" y="4160490"/>
              <a:ext cx="305585" cy="146847"/>
            </a:xfrm>
            <a:custGeom>
              <a:avLst/>
              <a:gdLst/>
              <a:ahLst/>
              <a:cxnLst/>
              <a:rect l="l" t="t" r="r" b="b"/>
              <a:pathLst>
                <a:path w="5654" h="2717" extrusionOk="0">
                  <a:moveTo>
                    <a:pt x="5228" y="0"/>
                  </a:moveTo>
                  <a:cubicBezTo>
                    <a:pt x="4529" y="78"/>
                    <a:pt x="3389" y="464"/>
                    <a:pt x="2578" y="464"/>
                  </a:cubicBezTo>
                  <a:cubicBezTo>
                    <a:pt x="2437" y="464"/>
                    <a:pt x="2306" y="453"/>
                    <a:pt x="2189" y="426"/>
                  </a:cubicBezTo>
                  <a:cubicBezTo>
                    <a:pt x="2067" y="395"/>
                    <a:pt x="1976" y="365"/>
                    <a:pt x="1915" y="274"/>
                  </a:cubicBezTo>
                  <a:cubicBezTo>
                    <a:pt x="1520" y="638"/>
                    <a:pt x="1064" y="912"/>
                    <a:pt x="608" y="1155"/>
                  </a:cubicBezTo>
                  <a:cubicBezTo>
                    <a:pt x="395" y="1246"/>
                    <a:pt x="213" y="1337"/>
                    <a:pt x="0" y="1429"/>
                  </a:cubicBezTo>
                  <a:cubicBezTo>
                    <a:pt x="122" y="1793"/>
                    <a:pt x="274" y="2128"/>
                    <a:pt x="426" y="2341"/>
                  </a:cubicBezTo>
                  <a:cubicBezTo>
                    <a:pt x="629" y="2619"/>
                    <a:pt x="900" y="2716"/>
                    <a:pt x="1197" y="2716"/>
                  </a:cubicBezTo>
                  <a:cubicBezTo>
                    <a:pt x="1743" y="2716"/>
                    <a:pt x="2374" y="2387"/>
                    <a:pt x="2827" y="2249"/>
                  </a:cubicBezTo>
                  <a:cubicBezTo>
                    <a:pt x="3891" y="1945"/>
                    <a:pt x="5046" y="1520"/>
                    <a:pt x="5532" y="547"/>
                  </a:cubicBezTo>
                  <a:cubicBezTo>
                    <a:pt x="5593" y="365"/>
                    <a:pt x="5654" y="152"/>
                    <a:pt x="5471" y="30"/>
                  </a:cubicBezTo>
                  <a:cubicBezTo>
                    <a:pt x="5411" y="0"/>
                    <a:pt x="5319" y="0"/>
                    <a:pt x="5228"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 name="Google Shape;809;p51"/>
          <p:cNvGrpSpPr/>
          <p:nvPr/>
        </p:nvGrpSpPr>
        <p:grpSpPr>
          <a:xfrm flipH="1">
            <a:off x="2692825" y="2729943"/>
            <a:ext cx="1671184" cy="2440924"/>
            <a:chOff x="6795049" y="1179275"/>
            <a:chExt cx="1268451" cy="1852694"/>
          </a:xfrm>
        </p:grpSpPr>
        <p:sp>
          <p:nvSpPr>
            <p:cNvPr id="810" name="Google Shape;810;p51"/>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1"/>
            <p:cNvSpPr/>
            <p:nvPr/>
          </p:nvSpPr>
          <p:spPr>
            <a:xfrm flipH="1">
              <a:off x="7499521" y="1715976"/>
              <a:ext cx="563979" cy="634642"/>
            </a:xfrm>
            <a:custGeom>
              <a:avLst/>
              <a:gdLst/>
              <a:ahLst/>
              <a:cxnLst/>
              <a:rect l="l" t="t" r="r" b="b"/>
              <a:pathLst>
                <a:path w="17934" h="20181" extrusionOk="0">
                  <a:moveTo>
                    <a:pt x="2918" y="3184"/>
                  </a:moveTo>
                  <a:cubicBezTo>
                    <a:pt x="3496" y="3184"/>
                    <a:pt x="4134" y="3367"/>
                    <a:pt x="4590" y="3762"/>
                  </a:cubicBezTo>
                  <a:cubicBezTo>
                    <a:pt x="4681" y="3853"/>
                    <a:pt x="4712" y="4036"/>
                    <a:pt x="4651" y="4127"/>
                  </a:cubicBezTo>
                  <a:cubicBezTo>
                    <a:pt x="4590" y="4279"/>
                    <a:pt x="4469" y="4339"/>
                    <a:pt x="4317" y="4339"/>
                  </a:cubicBezTo>
                  <a:cubicBezTo>
                    <a:pt x="3982" y="4339"/>
                    <a:pt x="3648" y="4248"/>
                    <a:pt x="3344" y="4096"/>
                  </a:cubicBezTo>
                  <a:cubicBezTo>
                    <a:pt x="3131" y="3975"/>
                    <a:pt x="2918" y="3823"/>
                    <a:pt x="2706" y="3701"/>
                  </a:cubicBezTo>
                  <a:cubicBezTo>
                    <a:pt x="2614" y="3640"/>
                    <a:pt x="2523" y="3549"/>
                    <a:pt x="2493" y="3458"/>
                  </a:cubicBezTo>
                  <a:cubicBezTo>
                    <a:pt x="2493" y="3367"/>
                    <a:pt x="2554" y="3276"/>
                    <a:pt x="2645" y="3245"/>
                  </a:cubicBezTo>
                  <a:cubicBezTo>
                    <a:pt x="2706" y="3184"/>
                    <a:pt x="2827" y="3184"/>
                    <a:pt x="2918" y="3184"/>
                  </a:cubicBezTo>
                  <a:close/>
                  <a:moveTo>
                    <a:pt x="8471" y="2373"/>
                  </a:moveTo>
                  <a:cubicBezTo>
                    <a:pt x="8569" y="2373"/>
                    <a:pt x="8671" y="2421"/>
                    <a:pt x="8785" y="2516"/>
                  </a:cubicBezTo>
                  <a:cubicBezTo>
                    <a:pt x="9180" y="2911"/>
                    <a:pt x="9636" y="3701"/>
                    <a:pt x="9666" y="4279"/>
                  </a:cubicBezTo>
                  <a:cubicBezTo>
                    <a:pt x="9697" y="5039"/>
                    <a:pt x="9119" y="6011"/>
                    <a:pt x="8815" y="6710"/>
                  </a:cubicBezTo>
                  <a:cubicBezTo>
                    <a:pt x="8730" y="6881"/>
                    <a:pt x="8618" y="7078"/>
                    <a:pt x="8455" y="7078"/>
                  </a:cubicBezTo>
                  <a:cubicBezTo>
                    <a:pt x="8443" y="7078"/>
                    <a:pt x="8432" y="7077"/>
                    <a:pt x="8420" y="7075"/>
                  </a:cubicBezTo>
                  <a:cubicBezTo>
                    <a:pt x="8238" y="7075"/>
                    <a:pt x="8146" y="6893"/>
                    <a:pt x="8086" y="6741"/>
                  </a:cubicBezTo>
                  <a:cubicBezTo>
                    <a:pt x="7751" y="5890"/>
                    <a:pt x="7630" y="4978"/>
                    <a:pt x="7690" y="4066"/>
                  </a:cubicBezTo>
                  <a:cubicBezTo>
                    <a:pt x="7721" y="3853"/>
                    <a:pt x="7903" y="2668"/>
                    <a:pt x="8298" y="2425"/>
                  </a:cubicBezTo>
                  <a:cubicBezTo>
                    <a:pt x="8355" y="2390"/>
                    <a:pt x="8412" y="2373"/>
                    <a:pt x="8471" y="2373"/>
                  </a:cubicBezTo>
                  <a:close/>
                  <a:moveTo>
                    <a:pt x="5100" y="6966"/>
                  </a:moveTo>
                  <a:cubicBezTo>
                    <a:pt x="5215" y="6966"/>
                    <a:pt x="5330" y="6973"/>
                    <a:pt x="5441" y="6984"/>
                  </a:cubicBezTo>
                  <a:cubicBezTo>
                    <a:pt x="5745" y="7014"/>
                    <a:pt x="6019" y="7045"/>
                    <a:pt x="6323" y="7105"/>
                  </a:cubicBezTo>
                  <a:cubicBezTo>
                    <a:pt x="6627" y="7136"/>
                    <a:pt x="7599" y="7501"/>
                    <a:pt x="6991" y="7926"/>
                  </a:cubicBezTo>
                  <a:cubicBezTo>
                    <a:pt x="6775" y="8062"/>
                    <a:pt x="6491" y="8119"/>
                    <a:pt x="6185" y="8119"/>
                  </a:cubicBezTo>
                  <a:cubicBezTo>
                    <a:pt x="5804" y="8119"/>
                    <a:pt x="5386" y="8031"/>
                    <a:pt x="5016" y="7896"/>
                  </a:cubicBezTo>
                  <a:cubicBezTo>
                    <a:pt x="4742" y="7805"/>
                    <a:pt x="4499" y="7683"/>
                    <a:pt x="4347" y="7592"/>
                  </a:cubicBezTo>
                  <a:cubicBezTo>
                    <a:pt x="4317" y="7561"/>
                    <a:pt x="4286" y="7531"/>
                    <a:pt x="4256" y="7501"/>
                  </a:cubicBezTo>
                  <a:cubicBezTo>
                    <a:pt x="4195" y="7440"/>
                    <a:pt x="4195" y="7318"/>
                    <a:pt x="4256" y="7227"/>
                  </a:cubicBezTo>
                  <a:cubicBezTo>
                    <a:pt x="4317" y="7136"/>
                    <a:pt x="4408" y="7105"/>
                    <a:pt x="4529" y="7045"/>
                  </a:cubicBezTo>
                  <a:cubicBezTo>
                    <a:pt x="4703" y="6987"/>
                    <a:pt x="4901" y="6966"/>
                    <a:pt x="5100" y="6966"/>
                  </a:cubicBezTo>
                  <a:close/>
                  <a:moveTo>
                    <a:pt x="11850" y="7285"/>
                  </a:moveTo>
                  <a:cubicBezTo>
                    <a:pt x="11852" y="7285"/>
                    <a:pt x="11854" y="7286"/>
                    <a:pt x="11855" y="7288"/>
                  </a:cubicBezTo>
                  <a:cubicBezTo>
                    <a:pt x="12067" y="7592"/>
                    <a:pt x="12128" y="7896"/>
                    <a:pt x="12098" y="8200"/>
                  </a:cubicBezTo>
                  <a:cubicBezTo>
                    <a:pt x="12067" y="8808"/>
                    <a:pt x="11703" y="9355"/>
                    <a:pt x="11399" y="9871"/>
                  </a:cubicBezTo>
                  <a:cubicBezTo>
                    <a:pt x="11247" y="9871"/>
                    <a:pt x="11156" y="9719"/>
                    <a:pt x="11125" y="9568"/>
                  </a:cubicBezTo>
                  <a:cubicBezTo>
                    <a:pt x="11064" y="9112"/>
                    <a:pt x="11095" y="8656"/>
                    <a:pt x="11247" y="8230"/>
                  </a:cubicBezTo>
                  <a:cubicBezTo>
                    <a:pt x="11276" y="8142"/>
                    <a:pt x="11790" y="7285"/>
                    <a:pt x="11850" y="7285"/>
                  </a:cubicBezTo>
                  <a:close/>
                  <a:moveTo>
                    <a:pt x="7052" y="10305"/>
                  </a:moveTo>
                  <a:cubicBezTo>
                    <a:pt x="7455" y="10305"/>
                    <a:pt x="7858" y="10373"/>
                    <a:pt x="8238" y="10479"/>
                  </a:cubicBezTo>
                  <a:cubicBezTo>
                    <a:pt x="9058" y="10723"/>
                    <a:pt x="9849" y="11148"/>
                    <a:pt x="10456" y="11756"/>
                  </a:cubicBezTo>
                  <a:cubicBezTo>
                    <a:pt x="10578" y="11908"/>
                    <a:pt x="10608" y="12090"/>
                    <a:pt x="10487" y="12273"/>
                  </a:cubicBezTo>
                  <a:cubicBezTo>
                    <a:pt x="10418" y="12341"/>
                    <a:pt x="10316" y="12375"/>
                    <a:pt x="10205" y="12375"/>
                  </a:cubicBezTo>
                  <a:cubicBezTo>
                    <a:pt x="10168" y="12375"/>
                    <a:pt x="10130" y="12371"/>
                    <a:pt x="10092" y="12364"/>
                  </a:cubicBezTo>
                  <a:cubicBezTo>
                    <a:pt x="9930" y="12391"/>
                    <a:pt x="9766" y="12403"/>
                    <a:pt x="9602" y="12403"/>
                  </a:cubicBezTo>
                  <a:cubicBezTo>
                    <a:pt x="9029" y="12403"/>
                    <a:pt x="8454" y="12256"/>
                    <a:pt x="7934" y="12090"/>
                  </a:cubicBezTo>
                  <a:cubicBezTo>
                    <a:pt x="7204" y="11878"/>
                    <a:pt x="6475" y="11604"/>
                    <a:pt x="5836" y="11209"/>
                  </a:cubicBezTo>
                  <a:cubicBezTo>
                    <a:pt x="5563" y="11026"/>
                    <a:pt x="5593" y="10662"/>
                    <a:pt x="5867" y="10540"/>
                  </a:cubicBezTo>
                  <a:cubicBezTo>
                    <a:pt x="6247" y="10373"/>
                    <a:pt x="6649" y="10305"/>
                    <a:pt x="7052" y="10305"/>
                  </a:cubicBezTo>
                  <a:close/>
                  <a:moveTo>
                    <a:pt x="16759" y="15071"/>
                  </a:moveTo>
                  <a:cubicBezTo>
                    <a:pt x="16875" y="15071"/>
                    <a:pt x="16973" y="15137"/>
                    <a:pt x="17022" y="15312"/>
                  </a:cubicBezTo>
                  <a:cubicBezTo>
                    <a:pt x="17052" y="15434"/>
                    <a:pt x="17022" y="15555"/>
                    <a:pt x="16992" y="15677"/>
                  </a:cubicBezTo>
                  <a:cubicBezTo>
                    <a:pt x="16961" y="15799"/>
                    <a:pt x="16931" y="15890"/>
                    <a:pt x="16900" y="16011"/>
                  </a:cubicBezTo>
                  <a:cubicBezTo>
                    <a:pt x="16779" y="16315"/>
                    <a:pt x="16596" y="16589"/>
                    <a:pt x="16384" y="16832"/>
                  </a:cubicBezTo>
                  <a:cubicBezTo>
                    <a:pt x="16384" y="16862"/>
                    <a:pt x="16353" y="16893"/>
                    <a:pt x="16323" y="16893"/>
                  </a:cubicBezTo>
                  <a:cubicBezTo>
                    <a:pt x="16292" y="16893"/>
                    <a:pt x="16262" y="16862"/>
                    <a:pt x="16262" y="16862"/>
                  </a:cubicBezTo>
                  <a:cubicBezTo>
                    <a:pt x="16080" y="16710"/>
                    <a:pt x="15988" y="16467"/>
                    <a:pt x="15958" y="16255"/>
                  </a:cubicBezTo>
                  <a:cubicBezTo>
                    <a:pt x="15958" y="16011"/>
                    <a:pt x="16019" y="15768"/>
                    <a:pt x="16110" y="15555"/>
                  </a:cubicBezTo>
                  <a:cubicBezTo>
                    <a:pt x="16193" y="15369"/>
                    <a:pt x="16514" y="15071"/>
                    <a:pt x="16759" y="15071"/>
                  </a:cubicBezTo>
                  <a:close/>
                  <a:moveTo>
                    <a:pt x="9544" y="17105"/>
                  </a:moveTo>
                  <a:cubicBezTo>
                    <a:pt x="9544" y="17105"/>
                    <a:pt x="9544" y="17106"/>
                    <a:pt x="9545" y="17106"/>
                  </a:cubicBezTo>
                  <a:cubicBezTo>
                    <a:pt x="9544" y="17105"/>
                    <a:pt x="9544" y="17105"/>
                    <a:pt x="9544" y="17105"/>
                  </a:cubicBezTo>
                  <a:close/>
                  <a:moveTo>
                    <a:pt x="10578" y="17835"/>
                  </a:moveTo>
                  <a:cubicBezTo>
                    <a:pt x="10579" y="17836"/>
                    <a:pt x="10580" y="17836"/>
                    <a:pt x="10581" y="17837"/>
                  </a:cubicBezTo>
                  <a:lnTo>
                    <a:pt x="10581" y="17837"/>
                  </a:lnTo>
                  <a:cubicBezTo>
                    <a:pt x="10580" y="17836"/>
                    <a:pt x="10579" y="17836"/>
                    <a:pt x="10578" y="17835"/>
                  </a:cubicBezTo>
                  <a:close/>
                  <a:moveTo>
                    <a:pt x="5239" y="0"/>
                  </a:moveTo>
                  <a:cubicBezTo>
                    <a:pt x="4787" y="0"/>
                    <a:pt x="4317" y="56"/>
                    <a:pt x="3830" y="175"/>
                  </a:cubicBezTo>
                  <a:cubicBezTo>
                    <a:pt x="2706" y="449"/>
                    <a:pt x="1703" y="1057"/>
                    <a:pt x="1095" y="2060"/>
                  </a:cubicBezTo>
                  <a:cubicBezTo>
                    <a:pt x="0" y="3853"/>
                    <a:pt x="487" y="6224"/>
                    <a:pt x="1459" y="8139"/>
                  </a:cubicBezTo>
                  <a:cubicBezTo>
                    <a:pt x="3131" y="11482"/>
                    <a:pt x="6444" y="14644"/>
                    <a:pt x="9362" y="16984"/>
                  </a:cubicBezTo>
                  <a:cubicBezTo>
                    <a:pt x="9423" y="17045"/>
                    <a:pt x="9483" y="17075"/>
                    <a:pt x="9544" y="17105"/>
                  </a:cubicBezTo>
                  <a:lnTo>
                    <a:pt x="9544" y="17105"/>
                  </a:lnTo>
                  <a:cubicBezTo>
                    <a:pt x="9550" y="17094"/>
                    <a:pt x="10336" y="16832"/>
                    <a:pt x="10365" y="16832"/>
                  </a:cubicBezTo>
                  <a:cubicBezTo>
                    <a:pt x="10791" y="16771"/>
                    <a:pt x="11216" y="16710"/>
                    <a:pt x="11642" y="16680"/>
                  </a:cubicBezTo>
                  <a:cubicBezTo>
                    <a:pt x="11824" y="16680"/>
                    <a:pt x="12037" y="16680"/>
                    <a:pt x="12159" y="16771"/>
                  </a:cubicBezTo>
                  <a:cubicBezTo>
                    <a:pt x="12767" y="17197"/>
                    <a:pt x="11551" y="17592"/>
                    <a:pt x="11277" y="17683"/>
                  </a:cubicBezTo>
                  <a:cubicBezTo>
                    <a:pt x="11199" y="17709"/>
                    <a:pt x="10807" y="17847"/>
                    <a:pt x="10640" y="17847"/>
                  </a:cubicBezTo>
                  <a:cubicBezTo>
                    <a:pt x="10614" y="17847"/>
                    <a:pt x="10594" y="17844"/>
                    <a:pt x="10581" y="17837"/>
                  </a:cubicBezTo>
                  <a:lnTo>
                    <a:pt x="10581" y="17837"/>
                  </a:lnTo>
                  <a:cubicBezTo>
                    <a:pt x="11431" y="18353"/>
                    <a:pt x="12281" y="18839"/>
                    <a:pt x="13101" y="19385"/>
                  </a:cubicBezTo>
                  <a:cubicBezTo>
                    <a:pt x="13496" y="19689"/>
                    <a:pt x="13952" y="19963"/>
                    <a:pt x="14438" y="20115"/>
                  </a:cubicBezTo>
                  <a:cubicBezTo>
                    <a:pt x="14604" y="20156"/>
                    <a:pt x="14781" y="20180"/>
                    <a:pt x="14958" y="20180"/>
                  </a:cubicBezTo>
                  <a:cubicBezTo>
                    <a:pt x="15298" y="20180"/>
                    <a:pt x="15637" y="20092"/>
                    <a:pt x="15897" y="19872"/>
                  </a:cubicBezTo>
                  <a:cubicBezTo>
                    <a:pt x="16748" y="19112"/>
                    <a:pt x="15472" y="18443"/>
                    <a:pt x="16779" y="18048"/>
                  </a:cubicBezTo>
                  <a:cubicBezTo>
                    <a:pt x="17387" y="17896"/>
                    <a:pt x="17782" y="17258"/>
                    <a:pt x="17843" y="16619"/>
                  </a:cubicBezTo>
                  <a:cubicBezTo>
                    <a:pt x="17934" y="16011"/>
                    <a:pt x="17751" y="15373"/>
                    <a:pt x="17539" y="14765"/>
                  </a:cubicBezTo>
                  <a:cubicBezTo>
                    <a:pt x="16201" y="10905"/>
                    <a:pt x="13830" y="7470"/>
                    <a:pt x="11460" y="4096"/>
                  </a:cubicBezTo>
                  <a:cubicBezTo>
                    <a:pt x="9953" y="1915"/>
                    <a:pt x="7893" y="0"/>
                    <a:pt x="5239"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1"/>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1"/>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1"/>
            <p:cNvSpPr/>
            <p:nvPr/>
          </p:nvSpPr>
          <p:spPr>
            <a:xfrm flipH="1">
              <a:off x="7489970" y="2073211"/>
              <a:ext cx="193119" cy="754205"/>
            </a:xfrm>
            <a:custGeom>
              <a:avLst/>
              <a:gdLst/>
              <a:ahLst/>
              <a:cxnLst/>
              <a:rect l="l" t="t" r="r" b="b"/>
              <a:pathLst>
                <a:path w="6141" h="23983" fill="none" extrusionOk="0">
                  <a:moveTo>
                    <a:pt x="1" y="1"/>
                  </a:moveTo>
                  <a:cubicBezTo>
                    <a:pt x="2828" y="4408"/>
                    <a:pt x="5563" y="9241"/>
                    <a:pt x="5928" y="14652"/>
                  </a:cubicBezTo>
                  <a:cubicBezTo>
                    <a:pt x="6141" y="17752"/>
                    <a:pt x="5533" y="20943"/>
                    <a:pt x="6110" y="23983"/>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1"/>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1"/>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err="1"/>
              <a:t>CTk</a:t>
            </a:r>
            <a:r>
              <a:rPr lang="en-US" dirty="0"/>
              <a:t> Switch</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a:t>switch = </a:t>
            </a:r>
            <a:r>
              <a:rPr lang="en-US" sz="1200" dirty="0" err="1"/>
              <a:t>customtkinter.CTkSwitch</a:t>
            </a:r>
            <a:r>
              <a:rPr lang="en-US" sz="1200" dirty="0"/>
              <a:t>(</a:t>
            </a:r>
            <a:r>
              <a:rPr lang="en-US" sz="1200" dirty="0" err="1"/>
              <a:t>master_frame</a:t>
            </a:r>
            <a:r>
              <a:rPr lang="en-US" sz="1200" dirty="0"/>
              <a:t>, text="Autoplay", </a:t>
            </a:r>
            <a:r>
              <a:rPr lang="en-US" sz="1200" dirty="0" err="1"/>
              <a:t>onvalue</a:t>
            </a:r>
            <a:r>
              <a:rPr lang="en-US" sz="1200" dirty="0"/>
              <a:t>=True, </a:t>
            </a:r>
            <a:r>
              <a:rPr lang="en-US" sz="1200" dirty="0" err="1"/>
              <a:t>offvalue</a:t>
            </a:r>
            <a:r>
              <a:rPr lang="en-US" sz="1200" dirty="0"/>
              <a:t>=False)</a:t>
            </a:r>
          </a:p>
          <a:p>
            <a:pPr marL="114300" indent="0">
              <a:buNone/>
            </a:pPr>
            <a:r>
              <a:rPr lang="en-US" sz="1200" dirty="0" err="1"/>
              <a:t>switch.grid</a:t>
            </a:r>
            <a:r>
              <a:rPr lang="en-US" sz="1200" dirty="0"/>
              <a:t>(row=1, column=1)</a:t>
            </a:r>
          </a:p>
          <a:p>
            <a:pPr marL="114300" indent="0">
              <a:buNone/>
            </a:pPr>
            <a:endParaRPr lang="en-US" sz="1200" dirty="0"/>
          </a:p>
          <a:p>
            <a:pPr marL="114300" indent="0">
              <a:buNone/>
            </a:pPr>
            <a:r>
              <a:rPr lang="en-US" sz="1200" dirty="0" err="1"/>
              <a:t>save_switch</a:t>
            </a:r>
            <a:r>
              <a:rPr lang="en-US" sz="1200" dirty="0"/>
              <a:t> =</a:t>
            </a:r>
            <a:r>
              <a:rPr lang="en-US" sz="1200" dirty="0" err="1"/>
              <a:t>customtkinter.CTkSwitch</a:t>
            </a:r>
            <a:r>
              <a:rPr lang="en-US" sz="1200" dirty="0"/>
              <a:t>(</a:t>
            </a:r>
            <a:r>
              <a:rPr lang="en-US" sz="1200" dirty="0" err="1"/>
              <a:t>master_frame</a:t>
            </a:r>
            <a:r>
              <a:rPr lang="en-US" sz="1200" dirty="0"/>
              <a:t>, text="Save Playlist", </a:t>
            </a:r>
            <a:r>
              <a:rPr lang="en-US" sz="1200" dirty="0" err="1"/>
              <a:t>onvalue</a:t>
            </a:r>
            <a:r>
              <a:rPr lang="en-US" sz="1200" dirty="0"/>
              <a:t>=True, </a:t>
            </a:r>
            <a:r>
              <a:rPr lang="en-US" sz="1200" dirty="0" err="1"/>
              <a:t>offvalue</a:t>
            </a:r>
            <a:r>
              <a:rPr lang="en-US" sz="1200" dirty="0"/>
              <a:t>=False, command=</a:t>
            </a:r>
            <a:r>
              <a:rPr lang="en-US" sz="1200" dirty="0" err="1"/>
              <a:t>sd_songs_to_file</a:t>
            </a:r>
            <a:r>
              <a:rPr lang="en-US" sz="1200" dirty="0"/>
              <a:t>)</a:t>
            </a:r>
          </a:p>
          <a:p>
            <a:pPr marL="114300" indent="0">
              <a:buNone/>
            </a:pPr>
            <a:r>
              <a:rPr lang="en-US" sz="1200" dirty="0" err="1"/>
              <a:t>save_switch.grid</a:t>
            </a:r>
            <a:r>
              <a:rPr lang="en-US" sz="1200" dirty="0"/>
              <a:t>(row=2, column=1, </a:t>
            </a:r>
            <a:r>
              <a:rPr lang="en-US" sz="1200" dirty="0" err="1"/>
              <a:t>pady</a:t>
            </a:r>
            <a:r>
              <a:rPr lang="en-US" sz="1200" dirty="0"/>
              <a:t>=(0,20))</a:t>
            </a:r>
          </a:p>
          <a:p>
            <a:pPr marL="114300" indent="0">
              <a:buNone/>
            </a:pPr>
            <a:endParaRPr lang="en-US" sz="1200" dirty="0"/>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a:t>
            </a:r>
            <a:r>
              <a:rPr lang="en-US" sz="1400" dirty="0" err="1"/>
              <a:t>Ctk</a:t>
            </a:r>
            <a:r>
              <a:rPr lang="en-US" sz="1400" dirty="0"/>
              <a:t> switch is used here for autoplay and to save the songs in the song box.</a:t>
            </a:r>
          </a:p>
          <a:p>
            <a:pPr marL="114300" indent="0">
              <a:buNone/>
            </a:pPr>
            <a:endParaRPr lang="en-US" sz="1400" dirty="0"/>
          </a:p>
          <a:p>
            <a:pPr marL="114300" indent="0">
              <a:buNone/>
            </a:pPr>
            <a:r>
              <a:rPr lang="en-US" sz="1400" dirty="0"/>
              <a:t>The ‘switch’ is for the autoplay. The switch is given with some attributes they are:</a:t>
            </a:r>
          </a:p>
          <a:p>
            <a:pPr>
              <a:buFont typeface="+mj-lt"/>
              <a:buAutoNum type="arabicPeriod"/>
            </a:pPr>
            <a:r>
              <a:rPr lang="en-US" sz="1400" dirty="0"/>
              <a:t>Master: Which frame the switch is present. Here ‘</a:t>
            </a:r>
            <a:r>
              <a:rPr lang="en-US" sz="1400" dirty="0" err="1"/>
              <a:t>master_frame</a:t>
            </a:r>
            <a:r>
              <a:rPr lang="en-US" sz="1400" dirty="0"/>
              <a:t>’.</a:t>
            </a:r>
          </a:p>
          <a:p>
            <a:pPr>
              <a:buFont typeface="+mj-lt"/>
              <a:buAutoNum type="arabicPeriod"/>
            </a:pPr>
            <a:r>
              <a:rPr lang="en-US" sz="1400" dirty="0"/>
              <a:t>Text: The text which we want to display.</a:t>
            </a:r>
          </a:p>
          <a:p>
            <a:pPr>
              <a:buFont typeface="+mj-lt"/>
              <a:buAutoNum type="arabicPeriod"/>
            </a:pPr>
            <a:r>
              <a:rPr lang="en-US" sz="1400" dirty="0" err="1"/>
              <a:t>Onvalue</a:t>
            </a:r>
            <a:r>
              <a:rPr lang="en-US" sz="1400" dirty="0"/>
              <a:t>: which is the value the switch will be set to when it is on.</a:t>
            </a:r>
          </a:p>
          <a:p>
            <a:pPr>
              <a:buFont typeface="+mj-lt"/>
              <a:buAutoNum type="arabicPeriod"/>
            </a:pPr>
            <a:r>
              <a:rPr lang="en-US" sz="1400" dirty="0" err="1"/>
              <a:t>Offvalue</a:t>
            </a:r>
            <a:r>
              <a:rPr lang="en-US" sz="1400" dirty="0"/>
              <a:t>: which is the value the switch will be set to off.</a:t>
            </a:r>
          </a:p>
          <a:p>
            <a:pPr>
              <a:buFont typeface="+mj-lt"/>
              <a:buAutoNum type="arabicPeriod"/>
            </a:pPr>
            <a:r>
              <a:rPr lang="en-US" sz="1400" dirty="0"/>
              <a:t>Command: The command is the function to execute when the switch is toggled either to on or off the function will be executed</a:t>
            </a:r>
          </a:p>
        </p:txBody>
      </p:sp>
    </p:spTree>
    <p:extLst>
      <p:ext uri="{BB962C8B-B14F-4D97-AF65-F5344CB8AC3E}">
        <p14:creationId xmlns:p14="http://schemas.microsoft.com/office/powerpoint/2010/main" val="40380493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a:t>Menu</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err="1"/>
              <a:t>my_menu</a:t>
            </a:r>
            <a:r>
              <a:rPr lang="en-US" sz="1200" dirty="0"/>
              <a:t> = Menu(root, background='#1f6aa5', </a:t>
            </a:r>
            <a:r>
              <a:rPr lang="en-US" sz="1200" dirty="0" err="1"/>
              <a:t>fg</a:t>
            </a:r>
            <a:r>
              <a:rPr lang="en-US" sz="1200" dirty="0"/>
              <a:t>='#</a:t>
            </a:r>
            <a:r>
              <a:rPr lang="en-US" sz="1200" dirty="0" err="1"/>
              <a:t>ffffff</a:t>
            </a:r>
            <a:r>
              <a:rPr lang="en-US" sz="1200" dirty="0"/>
              <a:t>') </a:t>
            </a:r>
          </a:p>
          <a:p>
            <a:pPr marL="114300" indent="0">
              <a:buNone/>
            </a:pPr>
            <a:r>
              <a:rPr lang="en-US" sz="1200" dirty="0" err="1"/>
              <a:t>root.config</a:t>
            </a:r>
            <a:r>
              <a:rPr lang="en-US" sz="1200" dirty="0"/>
              <a:t>(menu=</a:t>
            </a:r>
            <a:r>
              <a:rPr lang="en-US" sz="1200" dirty="0" err="1"/>
              <a:t>my_menu</a:t>
            </a:r>
            <a:r>
              <a:rPr lang="en-US" sz="1200" dirty="0"/>
              <a:t>)</a:t>
            </a:r>
          </a:p>
          <a:p>
            <a:pPr marL="114300" indent="0">
              <a:buNone/>
            </a:pPr>
            <a:endParaRPr lang="en-US" sz="1200" dirty="0"/>
          </a:p>
          <a:p>
            <a:pPr marL="114300" indent="0">
              <a:buNone/>
            </a:pPr>
            <a:r>
              <a:rPr lang="en-US" sz="1200" dirty="0" err="1"/>
              <a:t>add_song_menu</a:t>
            </a:r>
            <a:r>
              <a:rPr lang="en-US" sz="1200" dirty="0"/>
              <a:t> = Menu(</a:t>
            </a:r>
            <a:r>
              <a:rPr lang="en-US" sz="1200" dirty="0" err="1"/>
              <a:t>my_menu,bg</a:t>
            </a:r>
            <a:r>
              <a:rPr lang="en-US" sz="1200" dirty="0"/>
              <a:t>="#1f6aa5", </a:t>
            </a:r>
            <a:r>
              <a:rPr lang="en-US" sz="1200" dirty="0" err="1"/>
              <a:t>fg</a:t>
            </a:r>
            <a:r>
              <a:rPr lang="en-US" sz="1200" dirty="0"/>
              <a:t>="#</a:t>
            </a:r>
            <a:r>
              <a:rPr lang="en-US" sz="1200" dirty="0" err="1"/>
              <a:t>ffffff</a:t>
            </a:r>
            <a:r>
              <a:rPr lang="en-US" sz="1200" dirty="0"/>
              <a:t>")</a:t>
            </a:r>
          </a:p>
          <a:p>
            <a:pPr marL="114300" indent="0">
              <a:buNone/>
            </a:pPr>
            <a:r>
              <a:rPr lang="en-US" sz="1200" dirty="0" err="1"/>
              <a:t>my_menu.add_cascade</a:t>
            </a:r>
            <a:r>
              <a:rPr lang="en-US" sz="1200" dirty="0"/>
              <a:t>(label='</a:t>
            </a:r>
            <a:r>
              <a:rPr lang="en-US" sz="1200" dirty="0" err="1"/>
              <a:t>AddSongs</a:t>
            </a:r>
            <a:r>
              <a:rPr lang="en-US" sz="1200" dirty="0"/>
              <a:t>',menu=</a:t>
            </a:r>
          </a:p>
          <a:p>
            <a:pPr marL="114300" indent="0">
              <a:buNone/>
            </a:pPr>
            <a:r>
              <a:rPr lang="en-US" sz="1200" dirty="0" err="1"/>
              <a:t>add_song_menu</a:t>
            </a:r>
            <a:r>
              <a:rPr lang="en-US" sz="1200" dirty="0"/>
              <a:t>)</a:t>
            </a:r>
          </a:p>
          <a:p>
            <a:pPr marL="114300" indent="0">
              <a:buNone/>
            </a:pPr>
            <a:r>
              <a:rPr lang="en-US" sz="1200" dirty="0" err="1"/>
              <a:t>add_song_menu.add_command</a:t>
            </a:r>
            <a:r>
              <a:rPr lang="en-US" sz="1200" dirty="0"/>
              <a:t>(label='Add one song to playlist', command=</a:t>
            </a:r>
            <a:r>
              <a:rPr lang="en-US" sz="1200" dirty="0" err="1"/>
              <a:t>add_song</a:t>
            </a:r>
            <a:r>
              <a:rPr lang="en-US" sz="1200" dirty="0"/>
              <a:t>) </a:t>
            </a:r>
          </a:p>
          <a:p>
            <a:pPr marL="114300" indent="0">
              <a:buNone/>
            </a:pPr>
            <a:endParaRPr lang="en-US" sz="1200" dirty="0"/>
          </a:p>
          <a:p>
            <a:pPr marL="114300" indent="0">
              <a:buNone/>
            </a:pPr>
            <a:r>
              <a:rPr lang="en-US" sz="1200" dirty="0" err="1"/>
              <a:t>add_song_menu.add_command</a:t>
            </a:r>
            <a:r>
              <a:rPr lang="en-US" sz="1200" dirty="0"/>
              <a:t>(label='Add Many song to playlist', command=</a:t>
            </a:r>
            <a:r>
              <a:rPr lang="en-US" sz="1200" dirty="0" err="1"/>
              <a:t>add_many_song</a:t>
            </a:r>
            <a:r>
              <a:rPr lang="en-US" sz="1200" dirty="0"/>
              <a:t>) </a:t>
            </a:r>
          </a:p>
          <a:p>
            <a:pPr marL="114300" indent="0">
              <a:buNone/>
            </a:pPr>
            <a:endParaRPr lang="en-US" sz="1200" dirty="0"/>
          </a:p>
          <a:p>
            <a:pPr marL="114300" indent="0">
              <a:buNone/>
            </a:pPr>
            <a:r>
              <a:rPr lang="en-US" sz="1200" dirty="0" err="1"/>
              <a:t>remove_song_menu</a:t>
            </a:r>
            <a:r>
              <a:rPr lang="en-US" sz="1200" dirty="0"/>
              <a:t> = Menu(</a:t>
            </a:r>
            <a:r>
              <a:rPr lang="en-US" sz="1200" dirty="0" err="1"/>
              <a:t>my_menu,bg</a:t>
            </a:r>
            <a:r>
              <a:rPr lang="en-US" sz="1200" dirty="0"/>
              <a:t>="#1f6aa5", </a:t>
            </a:r>
            <a:r>
              <a:rPr lang="en-US" sz="1200" dirty="0" err="1"/>
              <a:t>fg</a:t>
            </a:r>
            <a:r>
              <a:rPr lang="en-US" sz="1200" dirty="0"/>
              <a:t>="#</a:t>
            </a:r>
            <a:r>
              <a:rPr lang="en-US" sz="1200" dirty="0" err="1"/>
              <a:t>ffffff</a:t>
            </a:r>
            <a:r>
              <a:rPr lang="en-US" sz="1200" dirty="0"/>
              <a:t>")</a:t>
            </a:r>
          </a:p>
          <a:p>
            <a:pPr marL="114300" indent="0">
              <a:buNone/>
            </a:pPr>
            <a:r>
              <a:rPr lang="en-US" sz="1200" dirty="0" err="1"/>
              <a:t>my_menu.add_cascade</a:t>
            </a:r>
            <a:r>
              <a:rPr lang="en-US" sz="1200" dirty="0"/>
              <a:t>(label="Remove Songs", menu=</a:t>
            </a:r>
            <a:r>
              <a:rPr lang="en-US" sz="1200" dirty="0" err="1"/>
              <a:t>remove_song_menu</a:t>
            </a:r>
            <a:r>
              <a:rPr lang="en-US" sz="1200" dirty="0"/>
              <a:t>)</a:t>
            </a:r>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Menu is a class in module Tkinter which makes a menu bar the ‘</a:t>
            </a:r>
            <a:r>
              <a:rPr lang="en-US" sz="1400" dirty="0" err="1"/>
              <a:t>my_menu</a:t>
            </a:r>
            <a:r>
              <a:rPr lang="en-US" sz="1400" dirty="0"/>
              <a:t>’.</a:t>
            </a:r>
          </a:p>
          <a:p>
            <a:pPr marL="114300" indent="0">
              <a:buNone/>
            </a:pPr>
            <a:endParaRPr lang="en-US" sz="1400" dirty="0"/>
          </a:p>
          <a:p>
            <a:pPr marL="114300" indent="0">
              <a:buNone/>
            </a:pPr>
            <a:r>
              <a:rPr lang="en-US" sz="1400" dirty="0"/>
              <a:t>The menu bar ‘</a:t>
            </a:r>
            <a:r>
              <a:rPr lang="en-US" sz="1400" dirty="0" err="1"/>
              <a:t>my_menu</a:t>
            </a:r>
            <a:r>
              <a:rPr lang="en-US" sz="1400" dirty="0"/>
              <a:t>’ is the master menu here and is added with sub menu using ‘.</a:t>
            </a:r>
            <a:r>
              <a:rPr lang="en-US" sz="1400" dirty="0" err="1"/>
              <a:t>add_cascade</a:t>
            </a:r>
            <a:r>
              <a:rPr lang="en-US" sz="1400" dirty="0"/>
              <a:t>’ method.</a:t>
            </a:r>
          </a:p>
          <a:p>
            <a:pPr marL="114300" indent="0">
              <a:buNone/>
            </a:pPr>
            <a:endParaRPr lang="en-US" sz="1400" dirty="0"/>
          </a:p>
          <a:p>
            <a:pPr marL="114300" indent="0">
              <a:buNone/>
            </a:pPr>
            <a:r>
              <a:rPr lang="en-US" sz="1400" dirty="0"/>
              <a:t>The sub menu which is added is the ‘</a:t>
            </a:r>
            <a:r>
              <a:rPr lang="en-US" sz="1400" dirty="0" err="1"/>
              <a:t>add_song_menu</a:t>
            </a:r>
            <a:r>
              <a:rPr lang="en-US" sz="1400" dirty="0"/>
              <a:t>’ and ‘</a:t>
            </a:r>
            <a:r>
              <a:rPr lang="en-US" sz="1400" dirty="0" err="1"/>
              <a:t>remove_song_menu</a:t>
            </a:r>
            <a:r>
              <a:rPr lang="en-US" sz="1400" dirty="0"/>
              <a:t>’ these two menu are further divided into commands ‘add one song’ and ‘add many song’ using ‘.</a:t>
            </a:r>
            <a:r>
              <a:rPr lang="en-US" sz="1400" dirty="0" err="1"/>
              <a:t>add_command</a:t>
            </a:r>
            <a:r>
              <a:rPr lang="en-US" sz="1400" dirty="0"/>
              <a:t>’ method, And delete one song and many song in the same way.</a:t>
            </a:r>
          </a:p>
          <a:p>
            <a:pPr marL="114300" indent="0">
              <a:buNone/>
            </a:pPr>
            <a:r>
              <a:rPr lang="en-US" sz="1400" dirty="0"/>
              <a:t>When clicked on any command it will invoke the corresponding command given for each.</a:t>
            </a:r>
          </a:p>
        </p:txBody>
      </p:sp>
    </p:spTree>
    <p:extLst>
      <p:ext uri="{BB962C8B-B14F-4D97-AF65-F5344CB8AC3E}">
        <p14:creationId xmlns:p14="http://schemas.microsoft.com/office/powerpoint/2010/main" val="327106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64"/>
          <p:cNvSpPr/>
          <p:nvPr/>
        </p:nvSpPr>
        <p:spPr>
          <a:xfrm>
            <a:off x="5412500" y="187672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64"/>
          <p:cNvSpPr txBox="1">
            <a:spLocks noGrp="1"/>
          </p:cNvSpPr>
          <p:nvPr>
            <p:ph type="title"/>
          </p:nvPr>
        </p:nvSpPr>
        <p:spPr>
          <a:xfrm>
            <a:off x="538159" y="539263"/>
            <a:ext cx="1643036" cy="14052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12</a:t>
            </a:r>
            <a:endParaRPr dirty="0"/>
          </a:p>
        </p:txBody>
      </p:sp>
      <p:sp>
        <p:nvSpPr>
          <p:cNvPr id="3" name="Subtitle 2">
            <a:extLst>
              <a:ext uri="{FF2B5EF4-FFF2-40B4-BE49-F238E27FC236}">
                <a16:creationId xmlns:a16="http://schemas.microsoft.com/office/drawing/2014/main" id="{DF6972FD-2960-4EB8-5E97-81C87B50F8DF}"/>
              </a:ext>
            </a:extLst>
          </p:cNvPr>
          <p:cNvSpPr>
            <a:spLocks noGrp="1"/>
          </p:cNvSpPr>
          <p:nvPr>
            <p:ph type="subTitle" idx="1"/>
          </p:nvPr>
        </p:nvSpPr>
        <p:spPr>
          <a:xfrm>
            <a:off x="426036" y="2039815"/>
            <a:ext cx="4093619" cy="2470571"/>
          </a:xfrm>
        </p:spPr>
        <p:txBody>
          <a:bodyPr/>
          <a:lstStyle/>
          <a:p>
            <a:pPr algn="l"/>
            <a:r>
              <a:rPr lang="en-IN" sz="5400" dirty="0" err="1">
                <a:latin typeface="El Messiri" panose="020B0604020202020204" charset="-78"/>
                <a:cs typeface="El Messiri" panose="020B0604020202020204" charset="-78"/>
              </a:rPr>
              <a:t>Tkinter</a:t>
            </a:r>
            <a:endParaRPr lang="en-IN" sz="5400" dirty="0">
              <a:latin typeface="El Messiri" panose="020B0604020202020204" charset="-78"/>
              <a:cs typeface="El Messiri" panose="020B0604020202020204" charset="-78"/>
            </a:endParaRPr>
          </a:p>
          <a:p>
            <a:pPr algn="l"/>
            <a:r>
              <a:rPr lang="en-IN" sz="5400" dirty="0">
                <a:latin typeface="El Messiri" panose="020B0604020202020204" charset="-78"/>
                <a:cs typeface="El Messiri" panose="020B0604020202020204" charset="-78"/>
              </a:rPr>
              <a:t>Label &amp; </a:t>
            </a:r>
            <a:r>
              <a:rPr lang="en-IN" sz="5400" dirty="0" err="1">
                <a:latin typeface="El Messiri" panose="020B0604020202020204" charset="-78"/>
                <a:cs typeface="El Messiri" panose="020B0604020202020204" charset="-78"/>
              </a:rPr>
              <a:t>CTk</a:t>
            </a:r>
            <a:endParaRPr lang="en-IN" sz="5400" dirty="0">
              <a:latin typeface="El Messiri" panose="020B0604020202020204" charset="-78"/>
              <a:cs typeface="El Messiri" panose="020B0604020202020204" charset="-78"/>
            </a:endParaRPr>
          </a:p>
          <a:p>
            <a:pPr algn="l"/>
            <a:r>
              <a:rPr lang="en-IN" sz="5400" dirty="0">
                <a:latin typeface="El Messiri" panose="020B0604020202020204" charset="-78"/>
                <a:cs typeface="El Messiri" panose="020B0604020202020204" charset="-78"/>
              </a:rPr>
              <a:t>Sliders</a:t>
            </a:r>
          </a:p>
          <a:p>
            <a:pPr algn="l"/>
            <a:endParaRPr lang="en-IN" sz="5400" dirty="0">
              <a:latin typeface="El Messiri" panose="020B0604020202020204" charset="-78"/>
              <a:cs typeface="El Messiri" panose="020B0604020202020204" charset="-78"/>
            </a:endParaRPr>
          </a:p>
        </p:txBody>
      </p:sp>
      <p:grpSp>
        <p:nvGrpSpPr>
          <p:cNvPr id="1283" name="Google Shape;1283;p64"/>
          <p:cNvGrpSpPr/>
          <p:nvPr/>
        </p:nvGrpSpPr>
        <p:grpSpPr>
          <a:xfrm flipH="1">
            <a:off x="4954998" y="1944546"/>
            <a:ext cx="2698516" cy="2537795"/>
            <a:chOff x="1200125" y="1530875"/>
            <a:chExt cx="3065450" cy="2882875"/>
          </a:xfrm>
        </p:grpSpPr>
        <p:sp>
          <p:nvSpPr>
            <p:cNvPr id="1284" name="Google Shape;1284;p64"/>
            <p:cNvSpPr/>
            <p:nvPr/>
          </p:nvSpPr>
          <p:spPr>
            <a:xfrm>
              <a:off x="3968425" y="3753525"/>
              <a:ext cx="297150" cy="615100"/>
            </a:xfrm>
            <a:custGeom>
              <a:avLst/>
              <a:gdLst/>
              <a:ahLst/>
              <a:cxnLst/>
              <a:rect l="l" t="t" r="r" b="b"/>
              <a:pathLst>
                <a:path w="11886" h="24604" extrusionOk="0">
                  <a:moveTo>
                    <a:pt x="9973" y="1"/>
                  </a:moveTo>
                  <a:cubicBezTo>
                    <a:pt x="9501" y="1"/>
                    <a:pt x="8982" y="86"/>
                    <a:pt x="8481" y="360"/>
                  </a:cubicBezTo>
                  <a:cubicBezTo>
                    <a:pt x="8329" y="420"/>
                    <a:pt x="8268" y="572"/>
                    <a:pt x="8238" y="694"/>
                  </a:cubicBezTo>
                  <a:cubicBezTo>
                    <a:pt x="8207" y="1545"/>
                    <a:pt x="8055" y="4402"/>
                    <a:pt x="7326" y="6591"/>
                  </a:cubicBezTo>
                  <a:cubicBezTo>
                    <a:pt x="6870" y="7867"/>
                    <a:pt x="6232" y="8962"/>
                    <a:pt x="5320" y="9266"/>
                  </a:cubicBezTo>
                  <a:cubicBezTo>
                    <a:pt x="2493" y="10147"/>
                    <a:pt x="1" y="10147"/>
                    <a:pt x="1" y="10147"/>
                  </a:cubicBezTo>
                  <a:lnTo>
                    <a:pt x="122" y="12487"/>
                  </a:lnTo>
                  <a:lnTo>
                    <a:pt x="700" y="23855"/>
                  </a:lnTo>
                  <a:cubicBezTo>
                    <a:pt x="700" y="23855"/>
                    <a:pt x="5582" y="24603"/>
                    <a:pt x="9019" y="24603"/>
                  </a:cubicBezTo>
                  <a:cubicBezTo>
                    <a:pt x="9502" y="24603"/>
                    <a:pt x="9957" y="24588"/>
                    <a:pt x="10365" y="24555"/>
                  </a:cubicBezTo>
                  <a:lnTo>
                    <a:pt x="10457" y="24555"/>
                  </a:lnTo>
                  <a:cubicBezTo>
                    <a:pt x="11277" y="24433"/>
                    <a:pt x="11885" y="23734"/>
                    <a:pt x="11885" y="22913"/>
                  </a:cubicBezTo>
                  <a:lnTo>
                    <a:pt x="11885" y="1667"/>
                  </a:lnTo>
                  <a:cubicBezTo>
                    <a:pt x="11885" y="846"/>
                    <a:pt x="11277" y="147"/>
                    <a:pt x="10457" y="25"/>
                  </a:cubicBezTo>
                  <a:lnTo>
                    <a:pt x="10426" y="25"/>
                  </a:lnTo>
                  <a:cubicBezTo>
                    <a:pt x="10282" y="10"/>
                    <a:pt x="10130" y="1"/>
                    <a:pt x="9973"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64"/>
            <p:cNvSpPr/>
            <p:nvPr/>
          </p:nvSpPr>
          <p:spPr>
            <a:xfrm>
              <a:off x="1877200" y="3879525"/>
              <a:ext cx="2117850" cy="477225"/>
            </a:xfrm>
            <a:custGeom>
              <a:avLst/>
              <a:gdLst/>
              <a:ahLst/>
              <a:cxnLst/>
              <a:rect l="l" t="t" r="r" b="b"/>
              <a:pathLst>
                <a:path w="84714" h="19089" extrusionOk="0">
                  <a:moveTo>
                    <a:pt x="21825" y="1"/>
                  </a:moveTo>
                  <a:lnTo>
                    <a:pt x="1" y="19089"/>
                  </a:lnTo>
                  <a:lnTo>
                    <a:pt x="84713" y="19089"/>
                  </a:lnTo>
                  <a:lnTo>
                    <a:pt x="84713" y="4773"/>
                  </a:lnTo>
                  <a:lnTo>
                    <a:pt x="2182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64"/>
            <p:cNvSpPr/>
            <p:nvPr/>
          </p:nvSpPr>
          <p:spPr>
            <a:xfrm>
              <a:off x="2872650" y="4117375"/>
              <a:ext cx="621625" cy="296375"/>
            </a:xfrm>
            <a:custGeom>
              <a:avLst/>
              <a:gdLst/>
              <a:ahLst/>
              <a:cxnLst/>
              <a:rect l="l" t="t" r="r" b="b"/>
              <a:pathLst>
                <a:path w="24865" h="11855" extrusionOk="0">
                  <a:moveTo>
                    <a:pt x="14652" y="0"/>
                  </a:moveTo>
                  <a:lnTo>
                    <a:pt x="12342" y="92"/>
                  </a:lnTo>
                  <a:lnTo>
                    <a:pt x="943" y="669"/>
                  </a:lnTo>
                  <a:cubicBezTo>
                    <a:pt x="943" y="669"/>
                    <a:pt x="1" y="7022"/>
                    <a:pt x="274" y="10335"/>
                  </a:cubicBezTo>
                  <a:cubicBezTo>
                    <a:pt x="274" y="10365"/>
                    <a:pt x="274" y="10396"/>
                    <a:pt x="274" y="10426"/>
                  </a:cubicBezTo>
                  <a:cubicBezTo>
                    <a:pt x="396" y="11247"/>
                    <a:pt x="1095" y="11855"/>
                    <a:pt x="1916" y="11855"/>
                  </a:cubicBezTo>
                  <a:lnTo>
                    <a:pt x="23162" y="11855"/>
                  </a:lnTo>
                  <a:cubicBezTo>
                    <a:pt x="23983" y="11855"/>
                    <a:pt x="24682" y="11247"/>
                    <a:pt x="24804" y="10426"/>
                  </a:cubicBezTo>
                  <a:cubicBezTo>
                    <a:pt x="24865" y="9818"/>
                    <a:pt x="24834" y="9149"/>
                    <a:pt x="24469" y="8450"/>
                  </a:cubicBezTo>
                  <a:cubicBezTo>
                    <a:pt x="24409" y="8329"/>
                    <a:pt x="24257" y="8238"/>
                    <a:pt x="24105" y="8238"/>
                  </a:cubicBezTo>
                  <a:cubicBezTo>
                    <a:pt x="23254" y="8207"/>
                    <a:pt x="20427" y="8025"/>
                    <a:pt x="18238" y="7295"/>
                  </a:cubicBezTo>
                  <a:cubicBezTo>
                    <a:pt x="16931" y="6839"/>
                    <a:pt x="15867" y="6201"/>
                    <a:pt x="15564" y="5289"/>
                  </a:cubicBezTo>
                  <a:cubicBezTo>
                    <a:pt x="14652" y="2493"/>
                    <a:pt x="14652" y="0"/>
                    <a:pt x="1465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64"/>
            <p:cNvSpPr/>
            <p:nvPr/>
          </p:nvSpPr>
          <p:spPr>
            <a:xfrm>
              <a:off x="1360475" y="3038200"/>
              <a:ext cx="1975750" cy="1375525"/>
            </a:xfrm>
            <a:custGeom>
              <a:avLst/>
              <a:gdLst/>
              <a:ahLst/>
              <a:cxnLst/>
              <a:rect l="l" t="t" r="r" b="b"/>
              <a:pathLst>
                <a:path w="79030" h="55021" extrusionOk="0">
                  <a:moveTo>
                    <a:pt x="66679" y="1"/>
                  </a:moveTo>
                  <a:cubicBezTo>
                    <a:pt x="64207" y="1"/>
                    <a:pt x="61315" y="650"/>
                    <a:pt x="58026" y="2133"/>
                  </a:cubicBezTo>
                  <a:cubicBezTo>
                    <a:pt x="49971" y="5811"/>
                    <a:pt x="30244" y="28608"/>
                    <a:pt x="30244" y="28608"/>
                  </a:cubicBezTo>
                  <a:lnTo>
                    <a:pt x="10791" y="33167"/>
                  </a:lnTo>
                  <a:lnTo>
                    <a:pt x="0" y="38395"/>
                  </a:lnTo>
                  <a:cubicBezTo>
                    <a:pt x="0" y="38679"/>
                    <a:pt x="3064" y="55020"/>
                    <a:pt x="15741" y="55020"/>
                  </a:cubicBezTo>
                  <a:cubicBezTo>
                    <a:pt x="16663" y="55020"/>
                    <a:pt x="17637" y="54934"/>
                    <a:pt x="18663" y="54748"/>
                  </a:cubicBezTo>
                  <a:cubicBezTo>
                    <a:pt x="33800" y="52043"/>
                    <a:pt x="60670" y="18517"/>
                    <a:pt x="60670" y="18517"/>
                  </a:cubicBezTo>
                  <a:lnTo>
                    <a:pt x="60670" y="44262"/>
                  </a:lnTo>
                  <a:lnTo>
                    <a:pt x="75595" y="44262"/>
                  </a:lnTo>
                  <a:cubicBezTo>
                    <a:pt x="75595" y="44262"/>
                    <a:pt x="79029" y="8912"/>
                    <a:pt x="74743" y="3562"/>
                  </a:cubicBezTo>
                  <a:cubicBezTo>
                    <a:pt x="72995" y="1380"/>
                    <a:pt x="70283" y="1"/>
                    <a:pt x="6667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64"/>
            <p:cNvSpPr/>
            <p:nvPr/>
          </p:nvSpPr>
          <p:spPr>
            <a:xfrm>
              <a:off x="2497275" y="2954750"/>
              <a:ext cx="691525" cy="323725"/>
            </a:xfrm>
            <a:custGeom>
              <a:avLst/>
              <a:gdLst/>
              <a:ahLst/>
              <a:cxnLst/>
              <a:rect l="l" t="t" r="r" b="b"/>
              <a:pathLst>
                <a:path w="27661" h="12949" extrusionOk="0">
                  <a:moveTo>
                    <a:pt x="27661" y="0"/>
                  </a:moveTo>
                  <a:lnTo>
                    <a:pt x="21703" y="304"/>
                  </a:lnTo>
                  <a:lnTo>
                    <a:pt x="0" y="10943"/>
                  </a:lnTo>
                  <a:lnTo>
                    <a:pt x="639" y="12949"/>
                  </a:lnTo>
                  <a:lnTo>
                    <a:pt x="27661" y="2280"/>
                  </a:lnTo>
                  <a:lnTo>
                    <a:pt x="27661"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64"/>
            <p:cNvSpPr/>
            <p:nvPr/>
          </p:nvSpPr>
          <p:spPr>
            <a:xfrm>
              <a:off x="3000325" y="2285275"/>
              <a:ext cx="188475" cy="700650"/>
            </a:xfrm>
            <a:custGeom>
              <a:avLst/>
              <a:gdLst/>
              <a:ahLst/>
              <a:cxnLst/>
              <a:rect l="l" t="t" r="r" b="b"/>
              <a:pathLst>
                <a:path w="7539" h="28026" extrusionOk="0">
                  <a:moveTo>
                    <a:pt x="5836" y="1"/>
                  </a:moveTo>
                  <a:cubicBezTo>
                    <a:pt x="5411" y="1"/>
                    <a:pt x="5076" y="305"/>
                    <a:pt x="4985" y="700"/>
                  </a:cubicBezTo>
                  <a:lnTo>
                    <a:pt x="0" y="28025"/>
                  </a:lnTo>
                  <a:lnTo>
                    <a:pt x="2432" y="28025"/>
                  </a:lnTo>
                  <a:lnTo>
                    <a:pt x="7539"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64"/>
            <p:cNvSpPr/>
            <p:nvPr/>
          </p:nvSpPr>
          <p:spPr>
            <a:xfrm>
              <a:off x="2469925" y="2921300"/>
              <a:ext cx="591225" cy="307775"/>
            </a:xfrm>
            <a:custGeom>
              <a:avLst/>
              <a:gdLst/>
              <a:ahLst/>
              <a:cxnLst/>
              <a:rect l="l" t="t" r="r" b="b"/>
              <a:pathLst>
                <a:path w="23649" h="12311" extrusionOk="0">
                  <a:moveTo>
                    <a:pt x="22554" y="1"/>
                  </a:moveTo>
                  <a:lnTo>
                    <a:pt x="0" y="9758"/>
                  </a:lnTo>
                  <a:lnTo>
                    <a:pt x="1094" y="12311"/>
                  </a:lnTo>
                  <a:lnTo>
                    <a:pt x="23648" y="2554"/>
                  </a:lnTo>
                  <a:lnTo>
                    <a:pt x="22554"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64"/>
            <p:cNvSpPr/>
            <p:nvPr/>
          </p:nvSpPr>
          <p:spPr>
            <a:xfrm>
              <a:off x="3061125" y="2276900"/>
              <a:ext cx="256775" cy="708250"/>
            </a:xfrm>
            <a:custGeom>
              <a:avLst/>
              <a:gdLst/>
              <a:ahLst/>
              <a:cxnLst/>
              <a:rect l="l" t="t" r="r" b="b"/>
              <a:pathLst>
                <a:path w="10271" h="28330" extrusionOk="0">
                  <a:moveTo>
                    <a:pt x="9258" y="0"/>
                  </a:moveTo>
                  <a:cubicBezTo>
                    <a:pt x="9242" y="0"/>
                    <a:pt x="9226" y="0"/>
                    <a:pt x="9210" y="1"/>
                  </a:cubicBezTo>
                  <a:lnTo>
                    <a:pt x="5107" y="336"/>
                  </a:lnTo>
                  <a:lnTo>
                    <a:pt x="0" y="28330"/>
                  </a:lnTo>
                  <a:lnTo>
                    <a:pt x="5107" y="27114"/>
                  </a:lnTo>
                  <a:lnTo>
                    <a:pt x="10152" y="1096"/>
                  </a:lnTo>
                  <a:cubicBezTo>
                    <a:pt x="10270" y="505"/>
                    <a:pt x="9814" y="0"/>
                    <a:pt x="9258"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64"/>
            <p:cNvSpPr/>
            <p:nvPr/>
          </p:nvSpPr>
          <p:spPr>
            <a:xfrm>
              <a:off x="1960800" y="2520075"/>
              <a:ext cx="320700" cy="758400"/>
            </a:xfrm>
            <a:custGeom>
              <a:avLst/>
              <a:gdLst/>
              <a:ahLst/>
              <a:cxnLst/>
              <a:rect l="l" t="t" r="r" b="b"/>
              <a:pathLst>
                <a:path w="12828" h="30336" extrusionOk="0">
                  <a:moveTo>
                    <a:pt x="1398" y="1"/>
                  </a:moveTo>
                  <a:lnTo>
                    <a:pt x="0" y="2220"/>
                  </a:lnTo>
                  <a:lnTo>
                    <a:pt x="3374" y="20487"/>
                  </a:lnTo>
                  <a:lnTo>
                    <a:pt x="5623" y="30336"/>
                  </a:lnTo>
                  <a:lnTo>
                    <a:pt x="12128" y="25047"/>
                  </a:lnTo>
                  <a:cubicBezTo>
                    <a:pt x="12128" y="25047"/>
                    <a:pt x="12827" y="14652"/>
                    <a:pt x="12128" y="11095"/>
                  </a:cubicBezTo>
                  <a:cubicBezTo>
                    <a:pt x="11459" y="7569"/>
                    <a:pt x="6414" y="4135"/>
                    <a:pt x="6414" y="4135"/>
                  </a:cubicBezTo>
                  <a:lnTo>
                    <a:pt x="1398"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64"/>
            <p:cNvSpPr/>
            <p:nvPr/>
          </p:nvSpPr>
          <p:spPr>
            <a:xfrm>
              <a:off x="2006375" y="2447125"/>
              <a:ext cx="128450" cy="176325"/>
            </a:xfrm>
            <a:custGeom>
              <a:avLst/>
              <a:gdLst/>
              <a:ahLst/>
              <a:cxnLst/>
              <a:rect l="l" t="t" r="r" b="b"/>
              <a:pathLst>
                <a:path w="5138" h="7053" extrusionOk="0">
                  <a:moveTo>
                    <a:pt x="1" y="1"/>
                  </a:moveTo>
                  <a:cubicBezTo>
                    <a:pt x="31" y="1825"/>
                    <a:pt x="214" y="4256"/>
                    <a:pt x="1034" y="6293"/>
                  </a:cubicBezTo>
                  <a:lnTo>
                    <a:pt x="4591" y="7053"/>
                  </a:lnTo>
                  <a:cubicBezTo>
                    <a:pt x="4591" y="7053"/>
                    <a:pt x="5138" y="4195"/>
                    <a:pt x="5107" y="3284"/>
                  </a:cubicBezTo>
                  <a:cubicBezTo>
                    <a:pt x="5046" y="2372"/>
                    <a:pt x="1" y="1"/>
                    <a:pt x="1"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64"/>
            <p:cNvSpPr/>
            <p:nvPr/>
          </p:nvSpPr>
          <p:spPr>
            <a:xfrm>
              <a:off x="1778425" y="2535275"/>
              <a:ext cx="355650" cy="993200"/>
            </a:xfrm>
            <a:custGeom>
              <a:avLst/>
              <a:gdLst/>
              <a:ahLst/>
              <a:cxnLst/>
              <a:rect l="l" t="t" r="r" b="b"/>
              <a:pathLst>
                <a:path w="14226" h="39728" extrusionOk="0">
                  <a:moveTo>
                    <a:pt x="3283" y="1"/>
                  </a:moveTo>
                  <a:lnTo>
                    <a:pt x="0" y="32007"/>
                  </a:lnTo>
                  <a:lnTo>
                    <a:pt x="6049" y="39728"/>
                  </a:lnTo>
                  <a:lnTo>
                    <a:pt x="14225" y="30184"/>
                  </a:lnTo>
                  <a:cubicBezTo>
                    <a:pt x="14225" y="30184"/>
                    <a:pt x="13982" y="11247"/>
                    <a:pt x="13313" y="7691"/>
                  </a:cubicBezTo>
                  <a:cubicBezTo>
                    <a:pt x="12614" y="4135"/>
                    <a:pt x="10152" y="2767"/>
                    <a:pt x="10152" y="2767"/>
                  </a:cubicBezTo>
                  <a:lnTo>
                    <a:pt x="3283"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64"/>
            <p:cNvSpPr/>
            <p:nvPr/>
          </p:nvSpPr>
          <p:spPr>
            <a:xfrm>
              <a:off x="1778425" y="2167500"/>
              <a:ext cx="276625" cy="506100"/>
            </a:xfrm>
            <a:custGeom>
              <a:avLst/>
              <a:gdLst/>
              <a:ahLst/>
              <a:cxnLst/>
              <a:rect l="l" t="t" r="r" b="b"/>
              <a:pathLst>
                <a:path w="11065" h="20244" extrusionOk="0">
                  <a:moveTo>
                    <a:pt x="1842" y="0"/>
                  </a:moveTo>
                  <a:cubicBezTo>
                    <a:pt x="1513" y="0"/>
                    <a:pt x="1277" y="183"/>
                    <a:pt x="1307" y="730"/>
                  </a:cubicBezTo>
                  <a:cubicBezTo>
                    <a:pt x="1368" y="2402"/>
                    <a:pt x="0" y="10882"/>
                    <a:pt x="0" y="10882"/>
                  </a:cubicBezTo>
                  <a:cubicBezTo>
                    <a:pt x="730" y="12493"/>
                    <a:pt x="8632" y="20244"/>
                    <a:pt x="9848" y="20244"/>
                  </a:cubicBezTo>
                  <a:cubicBezTo>
                    <a:pt x="11064" y="20244"/>
                    <a:pt x="10578" y="18420"/>
                    <a:pt x="10578" y="18420"/>
                  </a:cubicBezTo>
                  <a:cubicBezTo>
                    <a:pt x="10426" y="18116"/>
                    <a:pt x="10274" y="17812"/>
                    <a:pt x="10152" y="17478"/>
                  </a:cubicBezTo>
                  <a:cubicBezTo>
                    <a:pt x="9332" y="15441"/>
                    <a:pt x="9149" y="13010"/>
                    <a:pt x="9119" y="11186"/>
                  </a:cubicBezTo>
                  <a:cubicBezTo>
                    <a:pt x="9119" y="9605"/>
                    <a:pt x="9240" y="8511"/>
                    <a:pt x="9240" y="8511"/>
                  </a:cubicBezTo>
                  <a:lnTo>
                    <a:pt x="3526" y="730"/>
                  </a:lnTo>
                  <a:cubicBezTo>
                    <a:pt x="3526" y="730"/>
                    <a:pt x="2499" y="0"/>
                    <a:pt x="184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64"/>
            <p:cNvSpPr/>
            <p:nvPr/>
          </p:nvSpPr>
          <p:spPr>
            <a:xfrm>
              <a:off x="1691775" y="2297425"/>
              <a:ext cx="278150" cy="326025"/>
            </a:xfrm>
            <a:custGeom>
              <a:avLst/>
              <a:gdLst/>
              <a:ahLst/>
              <a:cxnLst/>
              <a:rect l="l" t="t" r="r" b="b"/>
              <a:pathLst>
                <a:path w="11126" h="13041" extrusionOk="0">
                  <a:moveTo>
                    <a:pt x="4317" y="1"/>
                  </a:moveTo>
                  <a:cubicBezTo>
                    <a:pt x="4317" y="1"/>
                    <a:pt x="1460" y="153"/>
                    <a:pt x="913" y="1156"/>
                  </a:cubicBezTo>
                  <a:cubicBezTo>
                    <a:pt x="366" y="2159"/>
                    <a:pt x="1" y="6414"/>
                    <a:pt x="1" y="6414"/>
                  </a:cubicBezTo>
                  <a:lnTo>
                    <a:pt x="10457" y="13041"/>
                  </a:lnTo>
                  <a:lnTo>
                    <a:pt x="10639" y="12159"/>
                  </a:lnTo>
                  <a:cubicBezTo>
                    <a:pt x="10639" y="12159"/>
                    <a:pt x="11126" y="8117"/>
                    <a:pt x="9667" y="6901"/>
                  </a:cubicBezTo>
                  <a:cubicBezTo>
                    <a:pt x="8177" y="5685"/>
                    <a:pt x="4013" y="2129"/>
                    <a:pt x="4013" y="2129"/>
                  </a:cubicBezTo>
                  <a:lnTo>
                    <a:pt x="431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64"/>
            <p:cNvSpPr/>
            <p:nvPr/>
          </p:nvSpPr>
          <p:spPr>
            <a:xfrm>
              <a:off x="1321050" y="3781450"/>
              <a:ext cx="402675" cy="255450"/>
            </a:xfrm>
            <a:custGeom>
              <a:avLst/>
              <a:gdLst/>
              <a:ahLst/>
              <a:cxnLst/>
              <a:rect l="l" t="t" r="r" b="b"/>
              <a:pathLst>
                <a:path w="16107" h="10218" extrusionOk="0">
                  <a:moveTo>
                    <a:pt x="12527" y="1"/>
                  </a:moveTo>
                  <a:cubicBezTo>
                    <a:pt x="12524" y="1"/>
                    <a:pt x="12522" y="1"/>
                    <a:pt x="12520" y="3"/>
                  </a:cubicBezTo>
                  <a:cubicBezTo>
                    <a:pt x="12368" y="124"/>
                    <a:pt x="3736" y="3072"/>
                    <a:pt x="3584" y="3194"/>
                  </a:cubicBezTo>
                  <a:cubicBezTo>
                    <a:pt x="3432" y="3316"/>
                    <a:pt x="1304" y="5322"/>
                    <a:pt x="1304" y="5322"/>
                  </a:cubicBezTo>
                  <a:cubicBezTo>
                    <a:pt x="1304" y="5322"/>
                    <a:pt x="362" y="7875"/>
                    <a:pt x="88" y="9425"/>
                  </a:cubicBezTo>
                  <a:cubicBezTo>
                    <a:pt x="0" y="9835"/>
                    <a:pt x="336" y="10217"/>
                    <a:pt x="768" y="10217"/>
                  </a:cubicBezTo>
                  <a:cubicBezTo>
                    <a:pt x="785" y="10217"/>
                    <a:pt x="801" y="10217"/>
                    <a:pt x="818" y="10215"/>
                  </a:cubicBezTo>
                  <a:cubicBezTo>
                    <a:pt x="3371" y="9942"/>
                    <a:pt x="11486" y="8726"/>
                    <a:pt x="16107" y="3620"/>
                  </a:cubicBezTo>
                  <a:cubicBezTo>
                    <a:pt x="16107" y="3620"/>
                    <a:pt x="12755" y="1"/>
                    <a:pt x="1252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64"/>
            <p:cNvSpPr/>
            <p:nvPr/>
          </p:nvSpPr>
          <p:spPr>
            <a:xfrm>
              <a:off x="1200125" y="2457450"/>
              <a:ext cx="788050" cy="1486675"/>
            </a:xfrm>
            <a:custGeom>
              <a:avLst/>
              <a:gdLst/>
              <a:ahLst/>
              <a:cxnLst/>
              <a:rect l="l" t="t" r="r" b="b"/>
              <a:pathLst>
                <a:path w="31522" h="59467" extrusionOk="0">
                  <a:moveTo>
                    <a:pt x="19990" y="1"/>
                  </a:moveTo>
                  <a:cubicBezTo>
                    <a:pt x="19881" y="1"/>
                    <a:pt x="19774" y="5"/>
                    <a:pt x="19667" y="13"/>
                  </a:cubicBezTo>
                  <a:cubicBezTo>
                    <a:pt x="15472" y="348"/>
                    <a:pt x="8512" y="2779"/>
                    <a:pt x="7205" y="9527"/>
                  </a:cubicBezTo>
                  <a:cubicBezTo>
                    <a:pt x="5715" y="17248"/>
                    <a:pt x="2129" y="24938"/>
                    <a:pt x="1430" y="32780"/>
                  </a:cubicBezTo>
                  <a:cubicBezTo>
                    <a:pt x="1004" y="37674"/>
                    <a:pt x="1977" y="42658"/>
                    <a:pt x="1034" y="47491"/>
                  </a:cubicBezTo>
                  <a:cubicBezTo>
                    <a:pt x="670" y="49406"/>
                    <a:pt x="1" y="51382"/>
                    <a:pt x="457" y="53266"/>
                  </a:cubicBezTo>
                  <a:cubicBezTo>
                    <a:pt x="1126" y="56093"/>
                    <a:pt x="3983" y="57704"/>
                    <a:pt x="6566" y="59011"/>
                  </a:cubicBezTo>
                  <a:cubicBezTo>
                    <a:pt x="7190" y="59328"/>
                    <a:pt x="7822" y="59466"/>
                    <a:pt x="8459" y="59466"/>
                  </a:cubicBezTo>
                  <a:cubicBezTo>
                    <a:pt x="11481" y="59466"/>
                    <a:pt x="14600" y="56356"/>
                    <a:pt x="17387" y="54573"/>
                  </a:cubicBezTo>
                  <a:cubicBezTo>
                    <a:pt x="20761" y="52385"/>
                    <a:pt x="24348" y="49953"/>
                    <a:pt x="28330" y="49741"/>
                  </a:cubicBezTo>
                  <a:cubicBezTo>
                    <a:pt x="31035" y="35363"/>
                    <a:pt x="31521" y="20591"/>
                    <a:pt x="29789" y="6093"/>
                  </a:cubicBezTo>
                  <a:cubicBezTo>
                    <a:pt x="29789" y="6093"/>
                    <a:pt x="24159" y="1"/>
                    <a:pt x="1999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64"/>
            <p:cNvSpPr/>
            <p:nvPr/>
          </p:nvSpPr>
          <p:spPr>
            <a:xfrm>
              <a:off x="2235875" y="2846825"/>
              <a:ext cx="7625" cy="35750"/>
            </a:xfrm>
            <a:custGeom>
              <a:avLst/>
              <a:gdLst/>
              <a:ahLst/>
              <a:cxnLst/>
              <a:rect l="l" t="t" r="r" b="b"/>
              <a:pathLst>
                <a:path w="305" h="1430" extrusionOk="0">
                  <a:moveTo>
                    <a:pt x="152" y="1"/>
                  </a:moveTo>
                  <a:cubicBezTo>
                    <a:pt x="31" y="244"/>
                    <a:pt x="0" y="487"/>
                    <a:pt x="0" y="730"/>
                  </a:cubicBezTo>
                  <a:cubicBezTo>
                    <a:pt x="0" y="974"/>
                    <a:pt x="31" y="1217"/>
                    <a:pt x="152" y="1430"/>
                  </a:cubicBezTo>
                  <a:cubicBezTo>
                    <a:pt x="274" y="1217"/>
                    <a:pt x="304" y="974"/>
                    <a:pt x="304" y="730"/>
                  </a:cubicBezTo>
                  <a:cubicBezTo>
                    <a:pt x="304" y="487"/>
                    <a:pt x="274" y="244"/>
                    <a:pt x="15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64"/>
            <p:cNvSpPr/>
            <p:nvPr/>
          </p:nvSpPr>
          <p:spPr>
            <a:xfrm>
              <a:off x="2538300" y="2747675"/>
              <a:ext cx="422525" cy="251475"/>
            </a:xfrm>
            <a:custGeom>
              <a:avLst/>
              <a:gdLst/>
              <a:ahLst/>
              <a:cxnLst/>
              <a:rect l="l" t="t" r="r" b="b"/>
              <a:pathLst>
                <a:path w="16901" h="10059" extrusionOk="0">
                  <a:moveTo>
                    <a:pt x="9423" y="0"/>
                  </a:moveTo>
                  <a:cubicBezTo>
                    <a:pt x="8220" y="0"/>
                    <a:pt x="7018" y="220"/>
                    <a:pt x="5898" y="654"/>
                  </a:cubicBezTo>
                  <a:cubicBezTo>
                    <a:pt x="3618" y="1535"/>
                    <a:pt x="1065" y="3450"/>
                    <a:pt x="1" y="5669"/>
                  </a:cubicBezTo>
                  <a:cubicBezTo>
                    <a:pt x="1125" y="6763"/>
                    <a:pt x="1551" y="7858"/>
                    <a:pt x="2220" y="8891"/>
                  </a:cubicBezTo>
                  <a:cubicBezTo>
                    <a:pt x="2670" y="9641"/>
                    <a:pt x="3482" y="10059"/>
                    <a:pt x="4306" y="10059"/>
                  </a:cubicBezTo>
                  <a:cubicBezTo>
                    <a:pt x="4651" y="10059"/>
                    <a:pt x="4997" y="9986"/>
                    <a:pt x="5320" y="9833"/>
                  </a:cubicBezTo>
                  <a:cubicBezTo>
                    <a:pt x="6566" y="9256"/>
                    <a:pt x="8208" y="8709"/>
                    <a:pt x="8785" y="8344"/>
                  </a:cubicBezTo>
                  <a:cubicBezTo>
                    <a:pt x="9419" y="7964"/>
                    <a:pt x="10155" y="7672"/>
                    <a:pt x="10872" y="7672"/>
                  </a:cubicBezTo>
                  <a:cubicBezTo>
                    <a:pt x="11187" y="7672"/>
                    <a:pt x="11498" y="7728"/>
                    <a:pt x="11794" y="7858"/>
                  </a:cubicBezTo>
                  <a:cubicBezTo>
                    <a:pt x="12068" y="7979"/>
                    <a:pt x="12311" y="8162"/>
                    <a:pt x="12585" y="8222"/>
                  </a:cubicBezTo>
                  <a:cubicBezTo>
                    <a:pt x="12648" y="8236"/>
                    <a:pt x="12715" y="8244"/>
                    <a:pt x="12784" y="8244"/>
                  </a:cubicBezTo>
                  <a:cubicBezTo>
                    <a:pt x="13013" y="8244"/>
                    <a:pt x="13251" y="8159"/>
                    <a:pt x="13345" y="7949"/>
                  </a:cubicBezTo>
                  <a:cubicBezTo>
                    <a:pt x="13496" y="7645"/>
                    <a:pt x="13284" y="7280"/>
                    <a:pt x="13041" y="7037"/>
                  </a:cubicBezTo>
                  <a:lnTo>
                    <a:pt x="13041" y="7037"/>
                  </a:lnTo>
                  <a:cubicBezTo>
                    <a:pt x="13618" y="7128"/>
                    <a:pt x="14135" y="7310"/>
                    <a:pt x="14591" y="7614"/>
                  </a:cubicBezTo>
                  <a:cubicBezTo>
                    <a:pt x="14838" y="7763"/>
                    <a:pt x="15105" y="7951"/>
                    <a:pt x="15360" y="7951"/>
                  </a:cubicBezTo>
                  <a:cubicBezTo>
                    <a:pt x="15418" y="7951"/>
                    <a:pt x="15476" y="7941"/>
                    <a:pt x="15533" y="7918"/>
                  </a:cubicBezTo>
                  <a:cubicBezTo>
                    <a:pt x="15746" y="7827"/>
                    <a:pt x="15867" y="7614"/>
                    <a:pt x="15898" y="7371"/>
                  </a:cubicBezTo>
                  <a:cubicBezTo>
                    <a:pt x="15928" y="7128"/>
                    <a:pt x="15837" y="6915"/>
                    <a:pt x="15746" y="6703"/>
                  </a:cubicBezTo>
                  <a:lnTo>
                    <a:pt x="15746" y="6703"/>
                  </a:lnTo>
                  <a:cubicBezTo>
                    <a:pt x="15829" y="6762"/>
                    <a:pt x="15925" y="6789"/>
                    <a:pt x="16023" y="6789"/>
                  </a:cubicBezTo>
                  <a:cubicBezTo>
                    <a:pt x="16177" y="6789"/>
                    <a:pt x="16334" y="6723"/>
                    <a:pt x="16445" y="6611"/>
                  </a:cubicBezTo>
                  <a:cubicBezTo>
                    <a:pt x="16627" y="6459"/>
                    <a:pt x="16810" y="6155"/>
                    <a:pt x="16688" y="5943"/>
                  </a:cubicBezTo>
                  <a:cubicBezTo>
                    <a:pt x="16901" y="4818"/>
                    <a:pt x="16536" y="3602"/>
                    <a:pt x="15837" y="2690"/>
                  </a:cubicBezTo>
                  <a:cubicBezTo>
                    <a:pt x="15107" y="1809"/>
                    <a:pt x="14135" y="1140"/>
                    <a:pt x="13071" y="715"/>
                  </a:cubicBezTo>
                  <a:cubicBezTo>
                    <a:pt x="11912" y="236"/>
                    <a:pt x="10667" y="0"/>
                    <a:pt x="942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64"/>
            <p:cNvSpPr/>
            <p:nvPr/>
          </p:nvSpPr>
          <p:spPr>
            <a:xfrm>
              <a:off x="2741950" y="2878175"/>
              <a:ext cx="118575" cy="39350"/>
            </a:xfrm>
            <a:custGeom>
              <a:avLst/>
              <a:gdLst/>
              <a:ahLst/>
              <a:cxnLst/>
              <a:rect l="l" t="t" r="r" b="b"/>
              <a:pathLst>
                <a:path w="4743" h="1574" extrusionOk="0">
                  <a:moveTo>
                    <a:pt x="2448" y="1"/>
                  </a:moveTo>
                  <a:cubicBezTo>
                    <a:pt x="2410" y="1"/>
                    <a:pt x="2372" y="8"/>
                    <a:pt x="2341" y="24"/>
                  </a:cubicBezTo>
                  <a:cubicBezTo>
                    <a:pt x="2281" y="24"/>
                    <a:pt x="2220" y="24"/>
                    <a:pt x="2159" y="54"/>
                  </a:cubicBezTo>
                  <a:cubicBezTo>
                    <a:pt x="2068" y="84"/>
                    <a:pt x="1946" y="115"/>
                    <a:pt x="1855" y="145"/>
                  </a:cubicBezTo>
                  <a:cubicBezTo>
                    <a:pt x="1642" y="206"/>
                    <a:pt x="1429" y="267"/>
                    <a:pt x="1217" y="328"/>
                  </a:cubicBezTo>
                  <a:cubicBezTo>
                    <a:pt x="791" y="480"/>
                    <a:pt x="396" y="631"/>
                    <a:pt x="1" y="844"/>
                  </a:cubicBezTo>
                  <a:cubicBezTo>
                    <a:pt x="426" y="753"/>
                    <a:pt x="852" y="662"/>
                    <a:pt x="1277" y="571"/>
                  </a:cubicBezTo>
                  <a:lnTo>
                    <a:pt x="1916" y="419"/>
                  </a:lnTo>
                  <a:lnTo>
                    <a:pt x="2220" y="328"/>
                  </a:lnTo>
                  <a:cubicBezTo>
                    <a:pt x="2281" y="328"/>
                    <a:pt x="2341" y="328"/>
                    <a:pt x="2372" y="297"/>
                  </a:cubicBezTo>
                  <a:cubicBezTo>
                    <a:pt x="2433" y="297"/>
                    <a:pt x="2433" y="297"/>
                    <a:pt x="2493" y="328"/>
                  </a:cubicBezTo>
                  <a:cubicBezTo>
                    <a:pt x="2858" y="419"/>
                    <a:pt x="3253" y="662"/>
                    <a:pt x="3618" y="905"/>
                  </a:cubicBezTo>
                  <a:cubicBezTo>
                    <a:pt x="3983" y="1118"/>
                    <a:pt x="4378" y="1331"/>
                    <a:pt x="4743" y="1574"/>
                  </a:cubicBezTo>
                  <a:cubicBezTo>
                    <a:pt x="4439" y="1239"/>
                    <a:pt x="4104" y="966"/>
                    <a:pt x="3740" y="692"/>
                  </a:cubicBezTo>
                  <a:cubicBezTo>
                    <a:pt x="3375" y="449"/>
                    <a:pt x="3040" y="176"/>
                    <a:pt x="2554" y="24"/>
                  </a:cubicBezTo>
                  <a:cubicBezTo>
                    <a:pt x="2524" y="8"/>
                    <a:pt x="2486" y="1"/>
                    <a:pt x="244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64"/>
            <p:cNvSpPr/>
            <p:nvPr/>
          </p:nvSpPr>
          <p:spPr>
            <a:xfrm>
              <a:off x="2484350" y="2797825"/>
              <a:ext cx="395925" cy="241350"/>
            </a:xfrm>
            <a:custGeom>
              <a:avLst/>
              <a:gdLst/>
              <a:ahLst/>
              <a:cxnLst/>
              <a:rect l="l" t="t" r="r" b="b"/>
              <a:pathLst>
                <a:path w="15837" h="9654" extrusionOk="0">
                  <a:moveTo>
                    <a:pt x="7310" y="0"/>
                  </a:moveTo>
                  <a:cubicBezTo>
                    <a:pt x="7000" y="0"/>
                    <a:pt x="6691" y="15"/>
                    <a:pt x="6384" y="46"/>
                  </a:cubicBezTo>
                  <a:cubicBezTo>
                    <a:pt x="3952" y="259"/>
                    <a:pt x="1612" y="1475"/>
                    <a:pt x="1" y="3298"/>
                  </a:cubicBezTo>
                  <a:cubicBezTo>
                    <a:pt x="1247" y="5517"/>
                    <a:pt x="2676" y="7584"/>
                    <a:pt x="4195" y="9621"/>
                  </a:cubicBezTo>
                  <a:cubicBezTo>
                    <a:pt x="5046" y="8982"/>
                    <a:pt x="6049" y="8496"/>
                    <a:pt x="7083" y="8222"/>
                  </a:cubicBezTo>
                  <a:cubicBezTo>
                    <a:pt x="7491" y="8111"/>
                    <a:pt x="7930" y="8040"/>
                    <a:pt x="8362" y="8040"/>
                  </a:cubicBezTo>
                  <a:cubicBezTo>
                    <a:pt x="8991" y="8040"/>
                    <a:pt x="9606" y="8191"/>
                    <a:pt x="10092" y="8587"/>
                  </a:cubicBezTo>
                  <a:cubicBezTo>
                    <a:pt x="10305" y="8770"/>
                    <a:pt x="10518" y="9013"/>
                    <a:pt x="10761" y="9134"/>
                  </a:cubicBezTo>
                  <a:cubicBezTo>
                    <a:pt x="10882" y="9210"/>
                    <a:pt x="11034" y="9256"/>
                    <a:pt x="11183" y="9256"/>
                  </a:cubicBezTo>
                  <a:cubicBezTo>
                    <a:pt x="11331" y="9256"/>
                    <a:pt x="11475" y="9210"/>
                    <a:pt x="11581" y="9104"/>
                  </a:cubicBezTo>
                  <a:cubicBezTo>
                    <a:pt x="11794" y="8830"/>
                    <a:pt x="11673" y="8435"/>
                    <a:pt x="11521" y="8131"/>
                  </a:cubicBezTo>
                  <a:lnTo>
                    <a:pt x="11521" y="8131"/>
                  </a:lnTo>
                  <a:cubicBezTo>
                    <a:pt x="12068" y="8374"/>
                    <a:pt x="12493" y="8678"/>
                    <a:pt x="12858" y="9134"/>
                  </a:cubicBezTo>
                  <a:cubicBezTo>
                    <a:pt x="13061" y="9366"/>
                    <a:pt x="13319" y="9653"/>
                    <a:pt x="13632" y="9653"/>
                  </a:cubicBezTo>
                  <a:cubicBezTo>
                    <a:pt x="13648" y="9653"/>
                    <a:pt x="13663" y="9652"/>
                    <a:pt x="13679" y="9651"/>
                  </a:cubicBezTo>
                  <a:cubicBezTo>
                    <a:pt x="13922" y="9651"/>
                    <a:pt x="14104" y="9438"/>
                    <a:pt x="14165" y="9226"/>
                  </a:cubicBezTo>
                  <a:cubicBezTo>
                    <a:pt x="14256" y="9013"/>
                    <a:pt x="14256" y="8770"/>
                    <a:pt x="14195" y="8557"/>
                  </a:cubicBezTo>
                  <a:lnTo>
                    <a:pt x="14195" y="8557"/>
                  </a:lnTo>
                  <a:cubicBezTo>
                    <a:pt x="14287" y="8666"/>
                    <a:pt x="14444" y="8721"/>
                    <a:pt x="14600" y="8721"/>
                  </a:cubicBezTo>
                  <a:cubicBezTo>
                    <a:pt x="14705" y="8721"/>
                    <a:pt x="14809" y="8697"/>
                    <a:pt x="14895" y="8648"/>
                  </a:cubicBezTo>
                  <a:cubicBezTo>
                    <a:pt x="15138" y="8557"/>
                    <a:pt x="15381" y="8314"/>
                    <a:pt x="15320" y="8070"/>
                  </a:cubicBezTo>
                  <a:cubicBezTo>
                    <a:pt x="15837" y="7037"/>
                    <a:pt x="15806" y="5791"/>
                    <a:pt x="15381" y="4727"/>
                  </a:cubicBezTo>
                  <a:cubicBezTo>
                    <a:pt x="14955" y="3663"/>
                    <a:pt x="14165" y="2751"/>
                    <a:pt x="13253" y="2052"/>
                  </a:cubicBezTo>
                  <a:cubicBezTo>
                    <a:pt x="11581" y="725"/>
                    <a:pt x="9444" y="0"/>
                    <a:pt x="731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64"/>
            <p:cNvSpPr/>
            <p:nvPr/>
          </p:nvSpPr>
          <p:spPr>
            <a:xfrm>
              <a:off x="1328550" y="2519975"/>
              <a:ext cx="1247775" cy="1409025"/>
            </a:xfrm>
            <a:custGeom>
              <a:avLst/>
              <a:gdLst/>
              <a:ahLst/>
              <a:cxnLst/>
              <a:rect l="l" t="t" r="r" b="b"/>
              <a:pathLst>
                <a:path w="49911" h="56361" extrusionOk="0">
                  <a:moveTo>
                    <a:pt x="13294" y="1"/>
                  </a:moveTo>
                  <a:cubicBezTo>
                    <a:pt x="11776" y="1"/>
                    <a:pt x="10264" y="338"/>
                    <a:pt x="8907" y="1038"/>
                  </a:cubicBezTo>
                  <a:cubicBezTo>
                    <a:pt x="6110" y="2497"/>
                    <a:pt x="4226" y="5324"/>
                    <a:pt x="3223" y="8303"/>
                  </a:cubicBezTo>
                  <a:cubicBezTo>
                    <a:pt x="2189" y="11282"/>
                    <a:pt x="2037" y="14686"/>
                    <a:pt x="1490" y="17786"/>
                  </a:cubicBezTo>
                  <a:cubicBezTo>
                    <a:pt x="1" y="26145"/>
                    <a:pt x="1095" y="34929"/>
                    <a:pt x="4560" y="42650"/>
                  </a:cubicBezTo>
                  <a:cubicBezTo>
                    <a:pt x="6566" y="47118"/>
                    <a:pt x="9484" y="51373"/>
                    <a:pt x="13618" y="53957"/>
                  </a:cubicBezTo>
                  <a:cubicBezTo>
                    <a:pt x="16023" y="55478"/>
                    <a:pt x="18911" y="56360"/>
                    <a:pt x="21743" y="56360"/>
                  </a:cubicBezTo>
                  <a:cubicBezTo>
                    <a:pt x="23781" y="56360"/>
                    <a:pt x="25790" y="55904"/>
                    <a:pt x="27570" y="54899"/>
                  </a:cubicBezTo>
                  <a:cubicBezTo>
                    <a:pt x="30032" y="53501"/>
                    <a:pt x="31916" y="51252"/>
                    <a:pt x="34348" y="49793"/>
                  </a:cubicBezTo>
                  <a:cubicBezTo>
                    <a:pt x="36567" y="48486"/>
                    <a:pt x="39211" y="47878"/>
                    <a:pt x="41217" y="46237"/>
                  </a:cubicBezTo>
                  <a:cubicBezTo>
                    <a:pt x="44713" y="43349"/>
                    <a:pt x="45169" y="38243"/>
                    <a:pt x="47449" y="34291"/>
                  </a:cubicBezTo>
                  <a:cubicBezTo>
                    <a:pt x="48452" y="32559"/>
                    <a:pt x="49911" y="30826"/>
                    <a:pt x="49698" y="28850"/>
                  </a:cubicBezTo>
                  <a:cubicBezTo>
                    <a:pt x="49607" y="27786"/>
                    <a:pt x="49060" y="26844"/>
                    <a:pt x="48725" y="25872"/>
                  </a:cubicBezTo>
                  <a:cubicBezTo>
                    <a:pt x="48360" y="24868"/>
                    <a:pt x="48269" y="23653"/>
                    <a:pt x="48968" y="22862"/>
                  </a:cubicBezTo>
                  <a:cubicBezTo>
                    <a:pt x="46780" y="20674"/>
                    <a:pt x="44895" y="18181"/>
                    <a:pt x="43102" y="15628"/>
                  </a:cubicBezTo>
                  <a:cubicBezTo>
                    <a:pt x="42890" y="15598"/>
                    <a:pt x="42679" y="15584"/>
                    <a:pt x="42470" y="15584"/>
                  </a:cubicBezTo>
                  <a:cubicBezTo>
                    <a:pt x="40753" y="15584"/>
                    <a:pt x="39127" y="16543"/>
                    <a:pt x="37935" y="17817"/>
                  </a:cubicBezTo>
                  <a:cubicBezTo>
                    <a:pt x="36567" y="19215"/>
                    <a:pt x="35685" y="21008"/>
                    <a:pt x="34743" y="22710"/>
                  </a:cubicBezTo>
                  <a:cubicBezTo>
                    <a:pt x="31916" y="27878"/>
                    <a:pt x="28421" y="32680"/>
                    <a:pt x="24409" y="36966"/>
                  </a:cubicBezTo>
                  <a:cubicBezTo>
                    <a:pt x="23861" y="30400"/>
                    <a:pt x="23709" y="24109"/>
                    <a:pt x="24165" y="17543"/>
                  </a:cubicBezTo>
                  <a:cubicBezTo>
                    <a:pt x="24348" y="14595"/>
                    <a:pt x="24621" y="11616"/>
                    <a:pt x="23922" y="8759"/>
                  </a:cubicBezTo>
                  <a:cubicBezTo>
                    <a:pt x="23132" y="5628"/>
                    <a:pt x="21065" y="2771"/>
                    <a:pt x="18238" y="1251"/>
                  </a:cubicBezTo>
                  <a:cubicBezTo>
                    <a:pt x="16724" y="430"/>
                    <a:pt x="15005" y="1"/>
                    <a:pt x="13294"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64"/>
            <p:cNvSpPr/>
            <p:nvPr/>
          </p:nvSpPr>
          <p:spPr>
            <a:xfrm>
              <a:off x="2406075" y="2849875"/>
              <a:ext cx="203675" cy="241675"/>
            </a:xfrm>
            <a:custGeom>
              <a:avLst/>
              <a:gdLst/>
              <a:ahLst/>
              <a:cxnLst/>
              <a:rect l="l" t="t" r="r" b="b"/>
              <a:pathLst>
                <a:path w="8147" h="9667" extrusionOk="0">
                  <a:moveTo>
                    <a:pt x="2503" y="0"/>
                  </a:moveTo>
                  <a:cubicBezTo>
                    <a:pt x="2500" y="0"/>
                    <a:pt x="2497" y="0"/>
                    <a:pt x="2493" y="1"/>
                  </a:cubicBezTo>
                  <a:cubicBezTo>
                    <a:pt x="1642" y="61"/>
                    <a:pt x="1" y="2432"/>
                    <a:pt x="1" y="2432"/>
                  </a:cubicBezTo>
                  <a:cubicBezTo>
                    <a:pt x="1606" y="5551"/>
                    <a:pt x="5534" y="9667"/>
                    <a:pt x="5864" y="9667"/>
                  </a:cubicBezTo>
                  <a:cubicBezTo>
                    <a:pt x="5865" y="9667"/>
                    <a:pt x="5866" y="9666"/>
                    <a:pt x="5867" y="9666"/>
                  </a:cubicBezTo>
                  <a:cubicBezTo>
                    <a:pt x="6171" y="9666"/>
                    <a:pt x="8056" y="8542"/>
                    <a:pt x="8117" y="8116"/>
                  </a:cubicBezTo>
                  <a:cubicBezTo>
                    <a:pt x="8147" y="7723"/>
                    <a:pt x="3352" y="0"/>
                    <a:pt x="250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64"/>
            <p:cNvSpPr/>
            <p:nvPr/>
          </p:nvSpPr>
          <p:spPr>
            <a:xfrm>
              <a:off x="1830850" y="1842225"/>
              <a:ext cx="570700" cy="574550"/>
            </a:xfrm>
            <a:custGeom>
              <a:avLst/>
              <a:gdLst/>
              <a:ahLst/>
              <a:cxnLst/>
              <a:rect l="l" t="t" r="r" b="b"/>
              <a:pathLst>
                <a:path w="22828" h="22982" extrusionOk="0">
                  <a:moveTo>
                    <a:pt x="11431" y="1"/>
                  </a:moveTo>
                  <a:cubicBezTo>
                    <a:pt x="11430" y="1"/>
                    <a:pt x="11429" y="1"/>
                    <a:pt x="11429" y="2"/>
                  </a:cubicBezTo>
                  <a:cubicBezTo>
                    <a:pt x="11429" y="124"/>
                    <a:pt x="4256" y="3224"/>
                    <a:pt x="4256" y="3224"/>
                  </a:cubicBezTo>
                  <a:lnTo>
                    <a:pt x="0" y="6415"/>
                  </a:lnTo>
                  <a:lnTo>
                    <a:pt x="0" y="13376"/>
                  </a:lnTo>
                  <a:cubicBezTo>
                    <a:pt x="0" y="13376"/>
                    <a:pt x="4590" y="22951"/>
                    <a:pt x="9605" y="22981"/>
                  </a:cubicBezTo>
                  <a:cubicBezTo>
                    <a:pt x="9623" y="22981"/>
                    <a:pt x="9641" y="22981"/>
                    <a:pt x="9659" y="22981"/>
                  </a:cubicBezTo>
                  <a:cubicBezTo>
                    <a:pt x="13067" y="22981"/>
                    <a:pt x="15661" y="20084"/>
                    <a:pt x="16961" y="18239"/>
                  </a:cubicBezTo>
                  <a:cubicBezTo>
                    <a:pt x="17189" y="18353"/>
                    <a:pt x="17452" y="18415"/>
                    <a:pt x="17717" y="18415"/>
                  </a:cubicBezTo>
                  <a:cubicBezTo>
                    <a:pt x="17947" y="18415"/>
                    <a:pt x="18178" y="18369"/>
                    <a:pt x="18390" y="18270"/>
                  </a:cubicBezTo>
                  <a:cubicBezTo>
                    <a:pt x="18967" y="18027"/>
                    <a:pt x="19393" y="17419"/>
                    <a:pt x="19423" y="16811"/>
                  </a:cubicBezTo>
                  <a:cubicBezTo>
                    <a:pt x="19454" y="16172"/>
                    <a:pt x="19150" y="15595"/>
                    <a:pt x="18967" y="14987"/>
                  </a:cubicBezTo>
                  <a:cubicBezTo>
                    <a:pt x="18603" y="13893"/>
                    <a:pt x="18663" y="12677"/>
                    <a:pt x="19119" y="11613"/>
                  </a:cubicBezTo>
                  <a:cubicBezTo>
                    <a:pt x="19302" y="11157"/>
                    <a:pt x="19606" y="10762"/>
                    <a:pt x="20062" y="10488"/>
                  </a:cubicBezTo>
                  <a:cubicBezTo>
                    <a:pt x="22828" y="8938"/>
                    <a:pt x="21125" y="5808"/>
                    <a:pt x="21125" y="5808"/>
                  </a:cubicBezTo>
                  <a:cubicBezTo>
                    <a:pt x="21125" y="5808"/>
                    <a:pt x="11577" y="1"/>
                    <a:pt x="1143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64"/>
            <p:cNvSpPr/>
            <p:nvPr/>
          </p:nvSpPr>
          <p:spPr>
            <a:xfrm>
              <a:off x="1577800" y="1530875"/>
              <a:ext cx="1133800" cy="710100"/>
            </a:xfrm>
            <a:custGeom>
              <a:avLst/>
              <a:gdLst/>
              <a:ahLst/>
              <a:cxnLst/>
              <a:rect l="l" t="t" r="r" b="b"/>
              <a:pathLst>
                <a:path w="45352" h="28404" extrusionOk="0">
                  <a:moveTo>
                    <a:pt x="17413" y="0"/>
                  </a:moveTo>
                  <a:cubicBezTo>
                    <a:pt x="16939" y="0"/>
                    <a:pt x="16464" y="28"/>
                    <a:pt x="15989" y="85"/>
                  </a:cubicBezTo>
                  <a:cubicBezTo>
                    <a:pt x="12220" y="541"/>
                    <a:pt x="8815" y="3246"/>
                    <a:pt x="7752" y="6924"/>
                  </a:cubicBezTo>
                  <a:cubicBezTo>
                    <a:pt x="7069" y="6403"/>
                    <a:pt x="6226" y="6158"/>
                    <a:pt x="5375" y="6158"/>
                  </a:cubicBezTo>
                  <a:cubicBezTo>
                    <a:pt x="4787" y="6158"/>
                    <a:pt x="4195" y="6275"/>
                    <a:pt x="3648" y="6498"/>
                  </a:cubicBezTo>
                  <a:cubicBezTo>
                    <a:pt x="2341" y="7076"/>
                    <a:pt x="1308" y="8231"/>
                    <a:pt x="730" y="9538"/>
                  </a:cubicBezTo>
                  <a:cubicBezTo>
                    <a:pt x="153" y="10875"/>
                    <a:pt x="1" y="12334"/>
                    <a:pt x="61" y="13763"/>
                  </a:cubicBezTo>
                  <a:cubicBezTo>
                    <a:pt x="122" y="15192"/>
                    <a:pt x="426" y="16651"/>
                    <a:pt x="1186" y="17866"/>
                  </a:cubicBezTo>
                  <a:cubicBezTo>
                    <a:pt x="1946" y="19082"/>
                    <a:pt x="3131" y="19994"/>
                    <a:pt x="4317" y="20815"/>
                  </a:cubicBezTo>
                  <a:cubicBezTo>
                    <a:pt x="5411" y="21575"/>
                    <a:pt x="6566" y="22304"/>
                    <a:pt x="7539" y="23246"/>
                  </a:cubicBezTo>
                  <a:cubicBezTo>
                    <a:pt x="7904" y="24098"/>
                    <a:pt x="8147" y="25009"/>
                    <a:pt x="8177" y="25952"/>
                  </a:cubicBezTo>
                  <a:cubicBezTo>
                    <a:pt x="8207" y="26499"/>
                    <a:pt x="8147" y="27046"/>
                    <a:pt x="8359" y="27563"/>
                  </a:cubicBezTo>
                  <a:cubicBezTo>
                    <a:pt x="8522" y="27995"/>
                    <a:pt x="8948" y="28403"/>
                    <a:pt x="9425" y="28403"/>
                  </a:cubicBezTo>
                  <a:cubicBezTo>
                    <a:pt x="9484" y="28403"/>
                    <a:pt x="9545" y="28397"/>
                    <a:pt x="9606" y="28383"/>
                  </a:cubicBezTo>
                  <a:cubicBezTo>
                    <a:pt x="9970" y="28292"/>
                    <a:pt x="10244" y="27958"/>
                    <a:pt x="10426" y="27623"/>
                  </a:cubicBezTo>
                  <a:cubicBezTo>
                    <a:pt x="10973" y="26712"/>
                    <a:pt x="11490" y="25708"/>
                    <a:pt x="11429" y="24645"/>
                  </a:cubicBezTo>
                  <a:cubicBezTo>
                    <a:pt x="10670" y="23824"/>
                    <a:pt x="10335" y="22608"/>
                    <a:pt x="10487" y="21484"/>
                  </a:cubicBezTo>
                  <a:cubicBezTo>
                    <a:pt x="10639" y="20359"/>
                    <a:pt x="11247" y="19295"/>
                    <a:pt x="12098" y="18566"/>
                  </a:cubicBezTo>
                  <a:cubicBezTo>
                    <a:pt x="12694" y="18017"/>
                    <a:pt x="13477" y="17619"/>
                    <a:pt x="14271" y="17619"/>
                  </a:cubicBezTo>
                  <a:cubicBezTo>
                    <a:pt x="14489" y="17619"/>
                    <a:pt x="14708" y="17649"/>
                    <a:pt x="14925" y="17714"/>
                  </a:cubicBezTo>
                  <a:cubicBezTo>
                    <a:pt x="15867" y="17988"/>
                    <a:pt x="16505" y="18961"/>
                    <a:pt x="16718" y="19933"/>
                  </a:cubicBezTo>
                  <a:cubicBezTo>
                    <a:pt x="16901" y="20906"/>
                    <a:pt x="16992" y="21848"/>
                    <a:pt x="16901" y="22821"/>
                  </a:cubicBezTo>
                  <a:cubicBezTo>
                    <a:pt x="16844" y="23304"/>
                    <a:pt x="17319" y="23708"/>
                    <a:pt x="17804" y="23708"/>
                  </a:cubicBezTo>
                  <a:cubicBezTo>
                    <a:pt x="17837" y="23708"/>
                    <a:pt x="17871" y="23706"/>
                    <a:pt x="17904" y="23702"/>
                  </a:cubicBezTo>
                  <a:cubicBezTo>
                    <a:pt x="18420" y="23672"/>
                    <a:pt x="18846" y="23277"/>
                    <a:pt x="19059" y="22821"/>
                  </a:cubicBezTo>
                  <a:cubicBezTo>
                    <a:pt x="19302" y="22395"/>
                    <a:pt x="19393" y="21879"/>
                    <a:pt x="19515" y="21392"/>
                  </a:cubicBezTo>
                  <a:cubicBezTo>
                    <a:pt x="19849" y="20055"/>
                    <a:pt x="20396" y="18778"/>
                    <a:pt x="21156" y="17623"/>
                  </a:cubicBezTo>
                  <a:cubicBezTo>
                    <a:pt x="21582" y="16955"/>
                    <a:pt x="22129" y="16316"/>
                    <a:pt x="22858" y="16012"/>
                  </a:cubicBezTo>
                  <a:cubicBezTo>
                    <a:pt x="23156" y="15887"/>
                    <a:pt x="23475" y="15829"/>
                    <a:pt x="23797" y="15829"/>
                  </a:cubicBezTo>
                  <a:cubicBezTo>
                    <a:pt x="24494" y="15829"/>
                    <a:pt x="25205" y="16102"/>
                    <a:pt x="25746" y="16559"/>
                  </a:cubicBezTo>
                  <a:cubicBezTo>
                    <a:pt x="26536" y="17167"/>
                    <a:pt x="27053" y="18140"/>
                    <a:pt x="27357" y="19113"/>
                  </a:cubicBezTo>
                  <a:cubicBezTo>
                    <a:pt x="27661" y="20085"/>
                    <a:pt x="27782" y="21088"/>
                    <a:pt x="27965" y="22091"/>
                  </a:cubicBezTo>
                  <a:cubicBezTo>
                    <a:pt x="28056" y="22639"/>
                    <a:pt x="28177" y="23186"/>
                    <a:pt x="28542" y="23581"/>
                  </a:cubicBezTo>
                  <a:cubicBezTo>
                    <a:pt x="28755" y="23885"/>
                    <a:pt x="29120" y="24067"/>
                    <a:pt x="29454" y="24098"/>
                  </a:cubicBezTo>
                  <a:cubicBezTo>
                    <a:pt x="30032" y="24888"/>
                    <a:pt x="30852" y="25496"/>
                    <a:pt x="31764" y="25769"/>
                  </a:cubicBezTo>
                  <a:cubicBezTo>
                    <a:pt x="32152" y="25884"/>
                    <a:pt x="32555" y="25940"/>
                    <a:pt x="32958" y="25940"/>
                  </a:cubicBezTo>
                  <a:cubicBezTo>
                    <a:pt x="33944" y="25940"/>
                    <a:pt x="34930" y="25605"/>
                    <a:pt x="35685" y="24979"/>
                  </a:cubicBezTo>
                  <a:cubicBezTo>
                    <a:pt x="36749" y="24067"/>
                    <a:pt x="37661" y="22456"/>
                    <a:pt x="37357" y="21119"/>
                  </a:cubicBezTo>
                  <a:cubicBezTo>
                    <a:pt x="39819" y="20359"/>
                    <a:pt x="42129" y="18869"/>
                    <a:pt x="43558" y="16711"/>
                  </a:cubicBezTo>
                  <a:cubicBezTo>
                    <a:pt x="44956" y="14553"/>
                    <a:pt x="45351" y="11696"/>
                    <a:pt x="44287" y="9325"/>
                  </a:cubicBezTo>
                  <a:cubicBezTo>
                    <a:pt x="43345" y="7253"/>
                    <a:pt x="41140" y="5752"/>
                    <a:pt x="38875" y="5752"/>
                  </a:cubicBezTo>
                  <a:cubicBezTo>
                    <a:pt x="38582" y="5752"/>
                    <a:pt x="38288" y="5778"/>
                    <a:pt x="37995" y="5830"/>
                  </a:cubicBezTo>
                  <a:cubicBezTo>
                    <a:pt x="36536" y="6103"/>
                    <a:pt x="35199" y="7015"/>
                    <a:pt x="33709" y="7137"/>
                  </a:cubicBezTo>
                  <a:cubicBezTo>
                    <a:pt x="33581" y="7148"/>
                    <a:pt x="33453" y="7154"/>
                    <a:pt x="33325" y="7154"/>
                  </a:cubicBezTo>
                  <a:cubicBezTo>
                    <a:pt x="32092" y="7154"/>
                    <a:pt x="30896" y="6640"/>
                    <a:pt x="29849" y="5951"/>
                  </a:cubicBezTo>
                  <a:cubicBezTo>
                    <a:pt x="28694" y="5191"/>
                    <a:pt x="27691" y="4249"/>
                    <a:pt x="26627" y="3398"/>
                  </a:cubicBezTo>
                  <a:cubicBezTo>
                    <a:pt x="23994" y="1350"/>
                    <a:pt x="20733" y="0"/>
                    <a:pt x="1741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64"/>
            <p:cNvSpPr/>
            <p:nvPr/>
          </p:nvSpPr>
          <p:spPr>
            <a:xfrm>
              <a:off x="1578575" y="1771775"/>
              <a:ext cx="1107175" cy="326600"/>
            </a:xfrm>
            <a:custGeom>
              <a:avLst/>
              <a:gdLst/>
              <a:ahLst/>
              <a:cxnLst/>
              <a:rect l="l" t="t" r="r" b="b"/>
              <a:pathLst>
                <a:path w="44287" h="13064" extrusionOk="0">
                  <a:moveTo>
                    <a:pt x="36233" y="0"/>
                  </a:moveTo>
                  <a:cubicBezTo>
                    <a:pt x="33614" y="0"/>
                    <a:pt x="30844" y="885"/>
                    <a:pt x="28390" y="1574"/>
                  </a:cubicBezTo>
                  <a:cubicBezTo>
                    <a:pt x="24724" y="2606"/>
                    <a:pt x="21058" y="3127"/>
                    <a:pt x="17351" y="3127"/>
                  </a:cubicBezTo>
                  <a:cubicBezTo>
                    <a:pt x="15711" y="3127"/>
                    <a:pt x="14062" y="3025"/>
                    <a:pt x="12401" y="2820"/>
                  </a:cubicBezTo>
                  <a:cubicBezTo>
                    <a:pt x="9777" y="2510"/>
                    <a:pt x="7153" y="1990"/>
                    <a:pt x="4529" y="1990"/>
                  </a:cubicBezTo>
                  <a:cubicBezTo>
                    <a:pt x="4326" y="1990"/>
                    <a:pt x="4124" y="1993"/>
                    <a:pt x="3921" y="1999"/>
                  </a:cubicBezTo>
                  <a:cubicBezTo>
                    <a:pt x="2614" y="2060"/>
                    <a:pt x="1337" y="2334"/>
                    <a:pt x="61" y="2698"/>
                  </a:cubicBezTo>
                  <a:cubicBezTo>
                    <a:pt x="30" y="3154"/>
                    <a:pt x="0" y="3641"/>
                    <a:pt x="30" y="4127"/>
                  </a:cubicBezTo>
                  <a:cubicBezTo>
                    <a:pt x="91" y="5252"/>
                    <a:pt x="274" y="6376"/>
                    <a:pt x="730" y="7379"/>
                  </a:cubicBezTo>
                  <a:cubicBezTo>
                    <a:pt x="5208" y="6414"/>
                    <a:pt x="9955" y="5694"/>
                    <a:pt x="14646" y="5694"/>
                  </a:cubicBezTo>
                  <a:cubicBezTo>
                    <a:pt x="17342" y="5694"/>
                    <a:pt x="20019" y="5932"/>
                    <a:pt x="22614" y="6498"/>
                  </a:cubicBezTo>
                  <a:cubicBezTo>
                    <a:pt x="22675" y="6437"/>
                    <a:pt x="22766" y="6407"/>
                    <a:pt x="22827" y="6376"/>
                  </a:cubicBezTo>
                  <a:cubicBezTo>
                    <a:pt x="23127" y="6250"/>
                    <a:pt x="23449" y="6192"/>
                    <a:pt x="23774" y="6192"/>
                  </a:cubicBezTo>
                  <a:cubicBezTo>
                    <a:pt x="24468" y="6192"/>
                    <a:pt x="25176" y="6458"/>
                    <a:pt x="25715" y="6893"/>
                  </a:cubicBezTo>
                  <a:cubicBezTo>
                    <a:pt x="25958" y="7106"/>
                    <a:pt x="26140" y="7319"/>
                    <a:pt x="26323" y="7531"/>
                  </a:cubicBezTo>
                  <a:cubicBezTo>
                    <a:pt x="29879" y="8778"/>
                    <a:pt x="33314" y="10632"/>
                    <a:pt x="36475" y="12577"/>
                  </a:cubicBezTo>
                  <a:cubicBezTo>
                    <a:pt x="36657" y="12699"/>
                    <a:pt x="36931" y="12881"/>
                    <a:pt x="37204" y="13063"/>
                  </a:cubicBezTo>
                  <a:cubicBezTo>
                    <a:pt x="37387" y="12516"/>
                    <a:pt x="37448" y="11999"/>
                    <a:pt x="37326" y="11483"/>
                  </a:cubicBezTo>
                  <a:cubicBezTo>
                    <a:pt x="39818" y="10723"/>
                    <a:pt x="42098" y="9233"/>
                    <a:pt x="43527" y="7075"/>
                  </a:cubicBezTo>
                  <a:cubicBezTo>
                    <a:pt x="43831" y="6619"/>
                    <a:pt x="44074" y="6133"/>
                    <a:pt x="44287" y="5616"/>
                  </a:cubicBezTo>
                  <a:cubicBezTo>
                    <a:pt x="43679" y="4401"/>
                    <a:pt x="42949" y="3246"/>
                    <a:pt x="42037" y="2303"/>
                  </a:cubicBezTo>
                  <a:cubicBezTo>
                    <a:pt x="40366" y="578"/>
                    <a:pt x="38349" y="0"/>
                    <a:pt x="3623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8" name="Google Shape;1308;p64"/>
          <p:cNvGrpSpPr/>
          <p:nvPr/>
        </p:nvGrpSpPr>
        <p:grpSpPr>
          <a:xfrm>
            <a:off x="7497374" y="1853382"/>
            <a:ext cx="1628002" cy="3290198"/>
            <a:chOff x="6795049" y="1179275"/>
            <a:chExt cx="916719" cy="1852694"/>
          </a:xfrm>
        </p:grpSpPr>
        <p:sp>
          <p:nvSpPr>
            <p:cNvPr id="1309" name="Google Shape;1309;p64"/>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64"/>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64"/>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64"/>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64"/>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1DFB7-42D5-07A9-F65B-131159900C73}"/>
              </a:ext>
            </a:extLst>
          </p:cNvPr>
          <p:cNvSpPr>
            <a:spLocks noGrp="1"/>
          </p:cNvSpPr>
          <p:nvPr>
            <p:ph type="title"/>
          </p:nvPr>
        </p:nvSpPr>
        <p:spPr>
          <a:xfrm>
            <a:off x="713525" y="324750"/>
            <a:ext cx="7717500" cy="572700"/>
          </a:xfrm>
        </p:spPr>
        <p:txBody>
          <a:bodyPr/>
          <a:lstStyle/>
          <a:p>
            <a:r>
              <a:rPr lang="en-US" dirty="0" err="1"/>
              <a:t>Tkinter</a:t>
            </a:r>
            <a:r>
              <a:rPr lang="en-US" dirty="0"/>
              <a:t> Label &amp; </a:t>
            </a:r>
            <a:r>
              <a:rPr lang="en-US" dirty="0" err="1"/>
              <a:t>CTk</a:t>
            </a:r>
            <a:r>
              <a:rPr lang="en-US" dirty="0"/>
              <a:t> Sliders</a:t>
            </a:r>
          </a:p>
        </p:txBody>
      </p:sp>
      <p:sp>
        <p:nvSpPr>
          <p:cNvPr id="3" name="Subtitle 2">
            <a:extLst>
              <a:ext uri="{FF2B5EF4-FFF2-40B4-BE49-F238E27FC236}">
                <a16:creationId xmlns:a16="http://schemas.microsoft.com/office/drawing/2014/main" id="{AA15C600-8A86-45C4-DCF7-017843AE6276}"/>
              </a:ext>
            </a:extLst>
          </p:cNvPr>
          <p:cNvSpPr>
            <a:spLocks noGrp="1"/>
          </p:cNvSpPr>
          <p:nvPr>
            <p:ph type="subTitle" idx="1"/>
          </p:nvPr>
        </p:nvSpPr>
        <p:spPr/>
        <p:txBody>
          <a:bodyPr/>
          <a:lstStyle/>
          <a:p>
            <a:pPr marL="114300" indent="0">
              <a:buNone/>
            </a:pPr>
            <a:r>
              <a:rPr lang="en-US" sz="1200" dirty="0" err="1"/>
              <a:t>statu_bar</a:t>
            </a:r>
            <a:r>
              <a:rPr lang="en-US" sz="1200" dirty="0"/>
              <a:t> = Label(root, text='', anchor=E, </a:t>
            </a:r>
            <a:r>
              <a:rPr lang="en-US" sz="1200" dirty="0" err="1"/>
              <a:t>bg</a:t>
            </a:r>
            <a:r>
              <a:rPr lang="en-US" sz="1200" dirty="0"/>
              <a:t>='#1f6aa5', </a:t>
            </a:r>
            <a:r>
              <a:rPr lang="en-US" sz="1200" dirty="0" err="1"/>
              <a:t>fg</a:t>
            </a:r>
            <a:r>
              <a:rPr lang="en-US" sz="1200" dirty="0"/>
              <a:t>="#</a:t>
            </a:r>
            <a:r>
              <a:rPr lang="en-US" sz="1200" dirty="0" err="1"/>
              <a:t>ffffff</a:t>
            </a:r>
            <a:r>
              <a:rPr lang="en-US" sz="1200" dirty="0"/>
              <a:t>")</a:t>
            </a:r>
          </a:p>
          <a:p>
            <a:pPr marL="114300" indent="0">
              <a:buNone/>
            </a:pPr>
            <a:r>
              <a:rPr lang="en-US" sz="1200" dirty="0" err="1"/>
              <a:t>statu_bar.pack</a:t>
            </a:r>
            <a:r>
              <a:rPr lang="en-US" sz="1200" dirty="0"/>
              <a:t>(fill=X, side=BOTTOM, </a:t>
            </a:r>
            <a:r>
              <a:rPr lang="en-US" sz="1200" dirty="0" err="1"/>
              <a:t>ipady</a:t>
            </a:r>
            <a:r>
              <a:rPr lang="en-US" sz="1200" dirty="0"/>
              <a:t>=2)</a:t>
            </a:r>
          </a:p>
          <a:p>
            <a:pPr marL="114300" indent="0">
              <a:buNone/>
            </a:pPr>
            <a:endParaRPr lang="en-US" sz="1200" dirty="0"/>
          </a:p>
          <a:p>
            <a:pPr marL="114300" indent="0">
              <a:buNone/>
            </a:pPr>
            <a:r>
              <a:rPr lang="en-US" sz="1200" dirty="0" err="1"/>
              <a:t>my_slider</a:t>
            </a:r>
            <a:r>
              <a:rPr lang="en-US" sz="1200" dirty="0"/>
              <a:t> = </a:t>
            </a:r>
            <a:r>
              <a:rPr lang="en-US" sz="1200" dirty="0" err="1"/>
              <a:t>customtkinter.CTkSlider</a:t>
            </a:r>
            <a:r>
              <a:rPr lang="en-US" sz="1200" dirty="0"/>
              <a:t>(</a:t>
            </a:r>
            <a:r>
              <a:rPr lang="en-US" sz="1200" dirty="0" err="1"/>
              <a:t>master_frame</a:t>
            </a:r>
            <a:r>
              <a:rPr lang="en-US" sz="1200" dirty="0"/>
              <a:t>, from_=0, to=100, orientation=HORIZONTAL, command=slide, width=360,fg_color='#4c4c4c')</a:t>
            </a:r>
          </a:p>
          <a:p>
            <a:pPr marL="114300" indent="0">
              <a:buNone/>
            </a:pPr>
            <a:r>
              <a:rPr lang="en-US" sz="1200" dirty="0" err="1"/>
              <a:t>my_slider.set</a:t>
            </a:r>
            <a:r>
              <a:rPr lang="en-US" sz="1200" dirty="0"/>
              <a:t>(0)</a:t>
            </a:r>
          </a:p>
          <a:p>
            <a:pPr marL="114300" indent="0">
              <a:buNone/>
            </a:pPr>
            <a:r>
              <a:rPr lang="en-US" sz="1200" dirty="0" err="1"/>
              <a:t>my_slider.grid</a:t>
            </a:r>
            <a:r>
              <a:rPr lang="en-US" sz="1200" dirty="0"/>
              <a:t>(row=2, column=0, </a:t>
            </a:r>
            <a:r>
              <a:rPr lang="en-US" sz="1200" dirty="0" err="1"/>
              <a:t>pady</a:t>
            </a:r>
            <a:r>
              <a:rPr lang="en-US" sz="1200" dirty="0"/>
              <a:t>=10)</a:t>
            </a:r>
          </a:p>
          <a:p>
            <a:pPr marL="114300" indent="0">
              <a:buNone/>
            </a:pPr>
            <a:endParaRPr lang="en-US" sz="1200" dirty="0"/>
          </a:p>
          <a:p>
            <a:pPr marL="114300" indent="0">
              <a:buNone/>
            </a:pPr>
            <a:r>
              <a:rPr lang="en-US" sz="1200" dirty="0" err="1"/>
              <a:t>volume_slider</a:t>
            </a:r>
            <a:r>
              <a:rPr lang="en-US" sz="1200" dirty="0"/>
              <a:t>=</a:t>
            </a:r>
            <a:r>
              <a:rPr lang="en-US" sz="1200" dirty="0" err="1"/>
              <a:t>customtkinter.CTkSlider</a:t>
            </a:r>
            <a:r>
              <a:rPr lang="en-US" sz="1200" dirty="0"/>
              <a:t>(</a:t>
            </a:r>
            <a:r>
              <a:rPr lang="en-US" sz="1200" dirty="0" err="1"/>
              <a:t>volume_frame</a:t>
            </a:r>
            <a:r>
              <a:rPr lang="en-US" sz="1200" dirty="0"/>
              <a:t>, from_=0, to=1, orientation=VERTICAL, command=volume, height=120,fg_color='#4c4c4c')</a:t>
            </a:r>
          </a:p>
          <a:p>
            <a:pPr marL="114300" indent="0">
              <a:buNone/>
            </a:pPr>
            <a:r>
              <a:rPr lang="en-US" sz="1200" dirty="0" err="1"/>
              <a:t>volume_slider.set</a:t>
            </a:r>
            <a:r>
              <a:rPr lang="en-US" sz="1200" dirty="0"/>
              <a:t>(1)</a:t>
            </a:r>
          </a:p>
          <a:p>
            <a:pPr marL="114300" indent="0">
              <a:buNone/>
            </a:pPr>
            <a:r>
              <a:rPr lang="en-US" sz="1200" dirty="0" err="1"/>
              <a:t>volume_slider.pack</a:t>
            </a:r>
            <a:r>
              <a:rPr lang="en-US" sz="1200" dirty="0"/>
              <a:t>()</a:t>
            </a:r>
          </a:p>
          <a:p>
            <a:pPr marL="114300" indent="0">
              <a:buNone/>
            </a:pPr>
            <a:endParaRPr lang="en-US" sz="1200" dirty="0"/>
          </a:p>
          <a:p>
            <a:pPr marL="114300" indent="0">
              <a:buNone/>
            </a:pPr>
            <a:r>
              <a:rPr lang="en-US" sz="1200" dirty="0"/>
              <a:t>label1 = </a:t>
            </a:r>
            <a:r>
              <a:rPr lang="en-US" sz="1200" dirty="0" err="1"/>
              <a:t>tkinter.Label</a:t>
            </a:r>
            <a:r>
              <a:rPr lang="en-US" sz="1200" dirty="0"/>
              <a:t>(</a:t>
            </a:r>
            <a:r>
              <a:rPr lang="en-US" sz="1200" dirty="0" err="1"/>
              <a:t>album_frame</a:t>
            </a:r>
            <a:r>
              <a:rPr lang="en-US" sz="1200" dirty="0"/>
              <a:t>)</a:t>
            </a:r>
          </a:p>
          <a:p>
            <a:pPr marL="114300" indent="0">
              <a:buNone/>
            </a:pPr>
            <a:endParaRPr lang="en-US" sz="1200" dirty="0"/>
          </a:p>
        </p:txBody>
      </p:sp>
      <p:sp>
        <p:nvSpPr>
          <p:cNvPr id="4" name="Subtitle 3">
            <a:extLst>
              <a:ext uri="{FF2B5EF4-FFF2-40B4-BE49-F238E27FC236}">
                <a16:creationId xmlns:a16="http://schemas.microsoft.com/office/drawing/2014/main" id="{3EBCD449-3C25-859B-CF50-8DDFB38EA8B1}"/>
              </a:ext>
            </a:extLst>
          </p:cNvPr>
          <p:cNvSpPr>
            <a:spLocks noGrp="1"/>
          </p:cNvSpPr>
          <p:nvPr>
            <p:ph type="subTitle" idx="2"/>
          </p:nvPr>
        </p:nvSpPr>
        <p:spPr>
          <a:xfrm>
            <a:off x="4572000" y="1072200"/>
            <a:ext cx="3858900" cy="3460200"/>
          </a:xfrm>
        </p:spPr>
        <p:txBody>
          <a:bodyPr/>
          <a:lstStyle/>
          <a:p>
            <a:pPr marL="114300" indent="0">
              <a:buNone/>
            </a:pPr>
            <a:r>
              <a:rPr lang="en-US" sz="1400" dirty="0"/>
              <a:t>The status bar is the bottom bar which displays the time </a:t>
            </a:r>
            <a:r>
              <a:rPr lang="en-US" sz="1400" dirty="0" err="1"/>
              <a:t>enlapsed</a:t>
            </a:r>
            <a:r>
              <a:rPr lang="en-US" sz="1400" dirty="0"/>
              <a:t>.</a:t>
            </a:r>
          </a:p>
          <a:p>
            <a:pPr marL="114300" indent="0">
              <a:buNone/>
            </a:pPr>
            <a:endParaRPr lang="en-US" sz="1400" dirty="0"/>
          </a:p>
          <a:p>
            <a:pPr marL="114300" indent="0">
              <a:buNone/>
            </a:pPr>
            <a:r>
              <a:rPr lang="en-US" sz="1400" dirty="0"/>
              <a:t>The status bar is a label which is class in the Tkinter module.</a:t>
            </a:r>
          </a:p>
          <a:p>
            <a:pPr marL="114300" indent="0">
              <a:buNone/>
            </a:pPr>
            <a:r>
              <a:rPr lang="en-US" sz="1400" dirty="0"/>
              <a:t>The label is just a text with some attributes.</a:t>
            </a:r>
          </a:p>
          <a:p>
            <a:pPr marL="114300" indent="0">
              <a:buNone/>
            </a:pPr>
            <a:endParaRPr lang="en-US" sz="1400" dirty="0"/>
          </a:p>
          <a:p>
            <a:pPr marL="114300" indent="0">
              <a:buNone/>
            </a:pPr>
            <a:r>
              <a:rPr lang="en-US" sz="1400" dirty="0"/>
              <a:t>The attributes given here are:</a:t>
            </a:r>
          </a:p>
          <a:p>
            <a:pPr>
              <a:buFont typeface="+mj-lt"/>
              <a:buAutoNum type="arabicPeriod"/>
            </a:pPr>
            <a:r>
              <a:rPr lang="en-US" sz="1400" dirty="0"/>
              <a:t>Master: Where the label is present. Here ‘root’ i.e. main window.</a:t>
            </a:r>
          </a:p>
          <a:p>
            <a:pPr>
              <a:buFont typeface="+mj-lt"/>
              <a:buAutoNum type="arabicPeriod"/>
            </a:pPr>
            <a:r>
              <a:rPr lang="en-US" sz="1400" dirty="0"/>
              <a:t>Text: which is initially set to empty.</a:t>
            </a:r>
          </a:p>
          <a:p>
            <a:pPr>
              <a:buFont typeface="+mj-lt"/>
              <a:buAutoNum type="arabicPeriod"/>
            </a:pPr>
            <a:r>
              <a:rPr lang="en-US" sz="1400" dirty="0"/>
              <a:t>Anchor: Which is the relative position if the text in the area which is set to ‘East’ here.</a:t>
            </a:r>
          </a:p>
          <a:p>
            <a:pPr>
              <a:buFont typeface="+mj-lt"/>
              <a:buAutoNum type="arabicPeriod"/>
            </a:pPr>
            <a:r>
              <a:rPr lang="en-US" sz="1400" dirty="0" err="1"/>
              <a:t>Bg</a:t>
            </a:r>
            <a:r>
              <a:rPr lang="en-US" sz="1400" dirty="0"/>
              <a:t> &amp; </a:t>
            </a:r>
            <a:r>
              <a:rPr lang="en-US" sz="1400" dirty="0" err="1"/>
              <a:t>Fg</a:t>
            </a:r>
            <a:r>
              <a:rPr lang="en-US" sz="1400" dirty="0"/>
              <a:t>: Which is the background and foreground color.</a:t>
            </a:r>
          </a:p>
          <a:p>
            <a:pPr>
              <a:buFont typeface="+mj-lt"/>
              <a:buAutoNum type="arabicPeriod"/>
            </a:pPr>
            <a:endParaRPr lang="en-US" sz="1400" dirty="0"/>
          </a:p>
        </p:txBody>
      </p:sp>
    </p:spTree>
    <p:extLst>
      <p:ext uri="{BB962C8B-B14F-4D97-AF65-F5344CB8AC3E}">
        <p14:creationId xmlns:p14="http://schemas.microsoft.com/office/powerpoint/2010/main" val="99267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3619D-4963-8547-93AF-3127CD39B0B1}"/>
              </a:ext>
            </a:extLst>
          </p:cNvPr>
          <p:cNvSpPr>
            <a:spLocks noGrp="1"/>
          </p:cNvSpPr>
          <p:nvPr>
            <p:ph type="title"/>
          </p:nvPr>
        </p:nvSpPr>
        <p:spPr/>
        <p:txBody>
          <a:bodyPr/>
          <a:lstStyle/>
          <a:p>
            <a:r>
              <a:rPr lang="en-US" dirty="0"/>
              <a:t>Continued..</a:t>
            </a:r>
          </a:p>
        </p:txBody>
      </p:sp>
      <p:sp>
        <p:nvSpPr>
          <p:cNvPr id="34" name="Subtitle 33">
            <a:extLst>
              <a:ext uri="{FF2B5EF4-FFF2-40B4-BE49-F238E27FC236}">
                <a16:creationId xmlns:a16="http://schemas.microsoft.com/office/drawing/2014/main" id="{574ED7E8-2DBC-54FD-C77E-AD654500A84C}"/>
              </a:ext>
            </a:extLst>
          </p:cNvPr>
          <p:cNvSpPr>
            <a:spLocks noGrp="1"/>
          </p:cNvSpPr>
          <p:nvPr>
            <p:ph type="subTitle" idx="1"/>
          </p:nvPr>
        </p:nvSpPr>
        <p:spPr>
          <a:xfrm>
            <a:off x="713100" y="1072200"/>
            <a:ext cx="7717925" cy="3460200"/>
          </a:xfrm>
          <a:custGeom>
            <a:avLst/>
            <a:gdLst>
              <a:gd name="connsiteX0" fmla="*/ 3859025 w 7717925"/>
              <a:gd name="connsiteY0" fmla="*/ 0 h 3460200"/>
              <a:gd name="connsiteX1" fmla="*/ 7717925 w 7717925"/>
              <a:gd name="connsiteY1" fmla="*/ 0 h 3460200"/>
              <a:gd name="connsiteX2" fmla="*/ 7717925 w 7717925"/>
              <a:gd name="connsiteY2" fmla="*/ 3460200 h 3460200"/>
              <a:gd name="connsiteX3" fmla="*/ 3859025 w 7717925"/>
              <a:gd name="connsiteY3" fmla="*/ 3460200 h 3460200"/>
              <a:gd name="connsiteX4" fmla="*/ 0 w 7717925"/>
              <a:gd name="connsiteY4" fmla="*/ 0 h 3460200"/>
              <a:gd name="connsiteX5" fmla="*/ 125 w 7717925"/>
              <a:gd name="connsiteY5" fmla="*/ 0 h 3460200"/>
              <a:gd name="connsiteX6" fmla="*/ 125 w 7717925"/>
              <a:gd name="connsiteY6" fmla="*/ 3460200 h 3460200"/>
              <a:gd name="connsiteX7" fmla="*/ 0 w 7717925"/>
              <a:gd name="connsiteY7" fmla="*/ 3460200 h 346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17925" h="3460200">
                <a:moveTo>
                  <a:pt x="3859025" y="0"/>
                </a:moveTo>
                <a:lnTo>
                  <a:pt x="7717925" y="0"/>
                </a:lnTo>
                <a:lnTo>
                  <a:pt x="7717925" y="3460200"/>
                </a:lnTo>
                <a:lnTo>
                  <a:pt x="3859025" y="3460200"/>
                </a:lnTo>
                <a:close/>
                <a:moveTo>
                  <a:pt x="0" y="0"/>
                </a:moveTo>
                <a:lnTo>
                  <a:pt x="125" y="0"/>
                </a:lnTo>
                <a:lnTo>
                  <a:pt x="125" y="3460200"/>
                </a:lnTo>
                <a:lnTo>
                  <a:pt x="0" y="3460200"/>
                </a:lnTo>
                <a:close/>
              </a:path>
            </a:pathLst>
          </a:custGeom>
          <a:noFill/>
          <a:ln>
            <a:noFill/>
          </a:ln>
        </p:spPr>
        <p:txBody>
          <a:bodyPr wrap="square">
            <a:noAutofit/>
          </a:bodyPr>
          <a:lstStyle/>
          <a:p>
            <a:pPr marL="114300" indent="0">
              <a:buNone/>
            </a:pPr>
            <a:r>
              <a:rPr lang="en-US" sz="1200" dirty="0" err="1"/>
              <a:t>My_slider</a:t>
            </a:r>
            <a:r>
              <a:rPr lang="en-US" sz="1200" dirty="0"/>
              <a:t> is the song slider. The </a:t>
            </a:r>
            <a:r>
              <a:rPr lang="en-US" sz="1200" dirty="0" err="1"/>
              <a:t>CTk</a:t>
            </a:r>
            <a:r>
              <a:rPr lang="en-US" sz="1200" dirty="0"/>
              <a:t> class is set with some attributes which are:</a:t>
            </a:r>
          </a:p>
          <a:p>
            <a:pPr marL="342900" indent="-228600">
              <a:buFont typeface="+mj-lt"/>
              <a:buAutoNum type="arabicPeriod"/>
            </a:pPr>
            <a:r>
              <a:rPr lang="en-US" sz="1200" dirty="0"/>
              <a:t>Master: Where the slider is present. Here ‘</a:t>
            </a:r>
            <a:r>
              <a:rPr lang="en-US" sz="1200" dirty="0" err="1"/>
              <a:t>master_frame</a:t>
            </a:r>
            <a:r>
              <a:rPr lang="en-US" sz="1200" dirty="0"/>
              <a:t>’ .</a:t>
            </a:r>
          </a:p>
          <a:p>
            <a:pPr marL="342900" indent="-228600">
              <a:buFont typeface="+mj-lt"/>
              <a:buAutoNum type="arabicPeriod"/>
            </a:pPr>
            <a:endParaRPr lang="en-US" sz="1200" dirty="0"/>
          </a:p>
          <a:p>
            <a:pPr marL="342900" indent="-228600">
              <a:buFont typeface="+mj-lt"/>
              <a:buAutoNum type="arabicPeriod"/>
            </a:pPr>
            <a:r>
              <a:rPr lang="en-US" sz="1200" dirty="0"/>
              <a:t>From &amp; To: Which is the maximum and minimum position of the slide. The minimum is 0 and the maximum is 100 ideally.</a:t>
            </a:r>
          </a:p>
          <a:p>
            <a:pPr marL="342900" indent="-228600">
              <a:buFont typeface="+mj-lt"/>
              <a:buAutoNum type="arabicPeriod"/>
            </a:pPr>
            <a:endParaRPr lang="en-US" sz="1200" dirty="0"/>
          </a:p>
          <a:p>
            <a:pPr marL="342900" indent="-228600">
              <a:buFont typeface="+mj-lt"/>
              <a:buAutoNum type="arabicPeriod"/>
            </a:pPr>
            <a:r>
              <a:rPr lang="en-US" sz="1200" dirty="0"/>
              <a:t>Orientation: The here orientation is set to Horizontal.</a:t>
            </a:r>
          </a:p>
          <a:p>
            <a:pPr marL="342900" indent="-228600">
              <a:buFont typeface="+mj-lt"/>
              <a:buAutoNum type="arabicPeriod"/>
            </a:pPr>
            <a:endParaRPr lang="en-US" sz="1200" dirty="0"/>
          </a:p>
          <a:p>
            <a:pPr marL="342900" indent="-228600">
              <a:buFont typeface="+mj-lt"/>
              <a:buAutoNum type="arabicPeriod"/>
            </a:pPr>
            <a:r>
              <a:rPr lang="en-US" sz="1200" dirty="0"/>
              <a:t>Command: command is the function to execute here it is slide .</a:t>
            </a:r>
          </a:p>
          <a:p>
            <a:pPr marL="342900" indent="-228600">
              <a:buFont typeface="+mj-lt"/>
              <a:buAutoNum type="arabicPeriod"/>
            </a:pPr>
            <a:endParaRPr lang="en-US" sz="1200" dirty="0"/>
          </a:p>
          <a:p>
            <a:pPr marL="342900" indent="-228600">
              <a:buFont typeface="+mj-lt"/>
              <a:buAutoNum type="arabicPeriod"/>
            </a:pPr>
            <a:r>
              <a:rPr lang="en-US" sz="1200" dirty="0"/>
              <a:t>Width: The width here set is 360.</a:t>
            </a:r>
          </a:p>
          <a:p>
            <a:pPr marL="342900" indent="-228600">
              <a:buFont typeface="+mj-lt"/>
              <a:buAutoNum type="arabicPeriod"/>
            </a:pPr>
            <a:endParaRPr lang="en-US" sz="1200" dirty="0"/>
          </a:p>
          <a:p>
            <a:pPr marL="342900" indent="-228600">
              <a:buFont typeface="+mj-lt"/>
              <a:buAutoNum type="arabicPeriod"/>
            </a:pPr>
            <a:r>
              <a:rPr lang="en-US" sz="1200" dirty="0" err="1"/>
              <a:t>Fg_color</a:t>
            </a:r>
            <a:r>
              <a:rPr lang="en-US" sz="1200" dirty="0"/>
              <a:t>:  Which is the foreground color.</a:t>
            </a:r>
          </a:p>
          <a:p>
            <a:pPr marL="342900" indent="-228600">
              <a:buFont typeface="+mj-lt"/>
              <a:buAutoNum type="arabicPeriod"/>
            </a:pPr>
            <a:endParaRPr lang="en-US" sz="1200" dirty="0"/>
          </a:p>
          <a:p>
            <a:pPr marL="114300" indent="0">
              <a:buNone/>
            </a:pPr>
            <a:r>
              <a:rPr lang="en-US" sz="1200" dirty="0"/>
              <a:t>Same goes with the volume slider the difference is the to is set to 1. Which is from 0 to 1, as the volume is accepted by the </a:t>
            </a:r>
            <a:r>
              <a:rPr lang="en-US" sz="1200" dirty="0" err="1"/>
              <a:t>pygame</a:t>
            </a:r>
            <a:r>
              <a:rPr lang="en-US" sz="1200" dirty="0"/>
              <a:t> mixer is between 0 and 1.</a:t>
            </a:r>
          </a:p>
          <a:p>
            <a:pPr marL="114300" indent="0">
              <a:buNone/>
            </a:pPr>
            <a:r>
              <a:rPr lang="en-US" sz="1200" dirty="0"/>
              <a:t>And the command is set to volume function and is set to 1 and while the song slider is ideally set to zero which indicates the song is starting from 00:00.</a:t>
            </a:r>
          </a:p>
        </p:txBody>
      </p:sp>
    </p:spTree>
    <p:extLst>
      <p:ext uri="{BB962C8B-B14F-4D97-AF65-F5344CB8AC3E}">
        <p14:creationId xmlns:p14="http://schemas.microsoft.com/office/powerpoint/2010/main" val="2281431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52"/>
          <p:cNvSpPr/>
          <p:nvPr/>
        </p:nvSpPr>
        <p:spPr>
          <a:xfrm>
            <a:off x="6195875" y="1460700"/>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2"/>
          <p:cNvSpPr txBox="1">
            <a:spLocks noGrp="1"/>
          </p:cNvSpPr>
          <p:nvPr>
            <p:ph type="title"/>
          </p:nvPr>
        </p:nvSpPr>
        <p:spPr>
          <a:xfrm>
            <a:off x="713225" y="1224450"/>
            <a:ext cx="4855200" cy="238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Images</a:t>
            </a:r>
            <a:endParaRPr dirty="0"/>
          </a:p>
        </p:txBody>
      </p:sp>
      <p:grpSp>
        <p:nvGrpSpPr>
          <p:cNvPr id="823" name="Google Shape;823;p52"/>
          <p:cNvGrpSpPr/>
          <p:nvPr/>
        </p:nvGrpSpPr>
        <p:grpSpPr>
          <a:xfrm>
            <a:off x="6657490" y="1946419"/>
            <a:ext cx="1581982" cy="3197193"/>
            <a:chOff x="6795049" y="1179275"/>
            <a:chExt cx="916719" cy="1852694"/>
          </a:xfrm>
        </p:grpSpPr>
        <p:sp>
          <p:nvSpPr>
            <p:cNvPr id="824" name="Google Shape;824;p52"/>
            <p:cNvSpPr/>
            <p:nvPr/>
          </p:nvSpPr>
          <p:spPr>
            <a:xfrm flipH="1">
              <a:off x="7005588" y="1179275"/>
              <a:ext cx="520739" cy="924305"/>
            </a:xfrm>
            <a:custGeom>
              <a:avLst/>
              <a:gdLst/>
              <a:ahLst/>
              <a:cxnLst/>
              <a:rect l="l" t="t" r="r" b="b"/>
              <a:pathLst>
                <a:path w="16559" h="29392" extrusionOk="0">
                  <a:moveTo>
                    <a:pt x="8501" y="4644"/>
                  </a:moveTo>
                  <a:cubicBezTo>
                    <a:pt x="8562" y="4644"/>
                    <a:pt x="8636" y="4667"/>
                    <a:pt x="8724" y="4719"/>
                  </a:cubicBezTo>
                  <a:cubicBezTo>
                    <a:pt x="8937" y="4841"/>
                    <a:pt x="8998" y="5084"/>
                    <a:pt x="9059" y="5297"/>
                  </a:cubicBezTo>
                  <a:cubicBezTo>
                    <a:pt x="9211" y="5874"/>
                    <a:pt x="9302" y="6452"/>
                    <a:pt x="9332" y="6999"/>
                  </a:cubicBezTo>
                  <a:cubicBezTo>
                    <a:pt x="9332" y="7090"/>
                    <a:pt x="9332" y="7364"/>
                    <a:pt x="9271" y="7576"/>
                  </a:cubicBezTo>
                  <a:cubicBezTo>
                    <a:pt x="9252" y="7733"/>
                    <a:pt x="9195" y="7852"/>
                    <a:pt x="9100" y="7852"/>
                  </a:cubicBezTo>
                  <a:cubicBezTo>
                    <a:pt x="9047" y="7852"/>
                    <a:pt x="8983" y="7815"/>
                    <a:pt x="8907" y="7728"/>
                  </a:cubicBezTo>
                  <a:cubicBezTo>
                    <a:pt x="8420" y="7242"/>
                    <a:pt x="8299" y="6543"/>
                    <a:pt x="8268" y="5874"/>
                  </a:cubicBezTo>
                  <a:cubicBezTo>
                    <a:pt x="8242" y="5637"/>
                    <a:pt x="8101" y="4644"/>
                    <a:pt x="8501" y="4644"/>
                  </a:cubicBezTo>
                  <a:close/>
                  <a:moveTo>
                    <a:pt x="12372" y="12501"/>
                  </a:moveTo>
                  <a:cubicBezTo>
                    <a:pt x="12493" y="12501"/>
                    <a:pt x="12585" y="12531"/>
                    <a:pt x="12645" y="12653"/>
                  </a:cubicBezTo>
                  <a:cubicBezTo>
                    <a:pt x="12676" y="12713"/>
                    <a:pt x="12676" y="12865"/>
                    <a:pt x="12615" y="12926"/>
                  </a:cubicBezTo>
                  <a:cubicBezTo>
                    <a:pt x="11825" y="13686"/>
                    <a:pt x="10761" y="14081"/>
                    <a:pt x="9697" y="14081"/>
                  </a:cubicBezTo>
                  <a:cubicBezTo>
                    <a:pt x="9484" y="14081"/>
                    <a:pt x="9393" y="13747"/>
                    <a:pt x="9575" y="13625"/>
                  </a:cubicBezTo>
                  <a:cubicBezTo>
                    <a:pt x="9636" y="13595"/>
                    <a:pt x="9697" y="13564"/>
                    <a:pt x="9758" y="13504"/>
                  </a:cubicBezTo>
                  <a:cubicBezTo>
                    <a:pt x="9788" y="13443"/>
                    <a:pt x="9819" y="13382"/>
                    <a:pt x="9910" y="13321"/>
                  </a:cubicBezTo>
                  <a:cubicBezTo>
                    <a:pt x="10609" y="12956"/>
                    <a:pt x="11399" y="12561"/>
                    <a:pt x="12189" y="12501"/>
                  </a:cubicBezTo>
                  <a:close/>
                  <a:moveTo>
                    <a:pt x="4855" y="12077"/>
                  </a:moveTo>
                  <a:cubicBezTo>
                    <a:pt x="4939" y="12077"/>
                    <a:pt x="5024" y="12087"/>
                    <a:pt x="5107" y="12105"/>
                  </a:cubicBezTo>
                  <a:cubicBezTo>
                    <a:pt x="5350" y="12197"/>
                    <a:pt x="5563" y="12349"/>
                    <a:pt x="5746" y="12561"/>
                  </a:cubicBezTo>
                  <a:cubicBezTo>
                    <a:pt x="6232" y="13139"/>
                    <a:pt x="6475" y="13899"/>
                    <a:pt x="6566" y="14659"/>
                  </a:cubicBezTo>
                  <a:cubicBezTo>
                    <a:pt x="6597" y="15054"/>
                    <a:pt x="6566" y="15449"/>
                    <a:pt x="6384" y="15753"/>
                  </a:cubicBezTo>
                  <a:cubicBezTo>
                    <a:pt x="6170" y="16087"/>
                    <a:pt x="5968" y="16221"/>
                    <a:pt x="5782" y="16221"/>
                  </a:cubicBezTo>
                  <a:cubicBezTo>
                    <a:pt x="5119" y="16221"/>
                    <a:pt x="4648" y="14525"/>
                    <a:pt x="4530" y="14051"/>
                  </a:cubicBezTo>
                  <a:cubicBezTo>
                    <a:pt x="4439" y="13656"/>
                    <a:pt x="3983" y="12592"/>
                    <a:pt x="4347" y="12257"/>
                  </a:cubicBezTo>
                  <a:cubicBezTo>
                    <a:pt x="4474" y="12130"/>
                    <a:pt x="4661" y="12077"/>
                    <a:pt x="4855" y="12077"/>
                  </a:cubicBezTo>
                  <a:close/>
                  <a:moveTo>
                    <a:pt x="13172" y="0"/>
                  </a:moveTo>
                  <a:cubicBezTo>
                    <a:pt x="12729" y="0"/>
                    <a:pt x="12240" y="117"/>
                    <a:pt x="11703" y="373"/>
                  </a:cubicBezTo>
                  <a:cubicBezTo>
                    <a:pt x="11764" y="677"/>
                    <a:pt x="11825" y="950"/>
                    <a:pt x="11916" y="1224"/>
                  </a:cubicBezTo>
                  <a:cubicBezTo>
                    <a:pt x="11977" y="1558"/>
                    <a:pt x="12037" y="1893"/>
                    <a:pt x="12037" y="2227"/>
                  </a:cubicBezTo>
                  <a:cubicBezTo>
                    <a:pt x="12037" y="2409"/>
                    <a:pt x="12007" y="2592"/>
                    <a:pt x="11977" y="2774"/>
                  </a:cubicBezTo>
                  <a:cubicBezTo>
                    <a:pt x="11916" y="2987"/>
                    <a:pt x="11855" y="3139"/>
                    <a:pt x="11642" y="3200"/>
                  </a:cubicBezTo>
                  <a:cubicBezTo>
                    <a:pt x="11618" y="3208"/>
                    <a:pt x="11591" y="3211"/>
                    <a:pt x="11565" y="3211"/>
                  </a:cubicBezTo>
                  <a:cubicBezTo>
                    <a:pt x="11492" y="3211"/>
                    <a:pt x="11421" y="3183"/>
                    <a:pt x="11399" y="3139"/>
                  </a:cubicBezTo>
                  <a:cubicBezTo>
                    <a:pt x="10913" y="2531"/>
                    <a:pt x="10761" y="1771"/>
                    <a:pt x="10670" y="1011"/>
                  </a:cubicBezTo>
                  <a:cubicBezTo>
                    <a:pt x="10487" y="1133"/>
                    <a:pt x="10274" y="1285"/>
                    <a:pt x="10092" y="1467"/>
                  </a:cubicBezTo>
                  <a:cubicBezTo>
                    <a:pt x="6779" y="4263"/>
                    <a:pt x="4439" y="8032"/>
                    <a:pt x="2888" y="12166"/>
                  </a:cubicBezTo>
                  <a:cubicBezTo>
                    <a:pt x="1885" y="14841"/>
                    <a:pt x="1247" y="17607"/>
                    <a:pt x="882" y="20434"/>
                  </a:cubicBezTo>
                  <a:cubicBezTo>
                    <a:pt x="609" y="22653"/>
                    <a:pt x="1" y="25875"/>
                    <a:pt x="669" y="28063"/>
                  </a:cubicBezTo>
                  <a:cubicBezTo>
                    <a:pt x="821" y="28580"/>
                    <a:pt x="1217" y="29066"/>
                    <a:pt x="1733" y="29188"/>
                  </a:cubicBezTo>
                  <a:cubicBezTo>
                    <a:pt x="1801" y="29203"/>
                    <a:pt x="1869" y="29210"/>
                    <a:pt x="1938" y="29210"/>
                  </a:cubicBezTo>
                  <a:cubicBezTo>
                    <a:pt x="2428" y="29210"/>
                    <a:pt x="2919" y="28847"/>
                    <a:pt x="2919" y="28367"/>
                  </a:cubicBezTo>
                  <a:cubicBezTo>
                    <a:pt x="2983" y="29101"/>
                    <a:pt x="3448" y="29391"/>
                    <a:pt x="3978" y="29391"/>
                  </a:cubicBezTo>
                  <a:cubicBezTo>
                    <a:pt x="4457" y="29391"/>
                    <a:pt x="4988" y="29154"/>
                    <a:pt x="5320" y="28793"/>
                  </a:cubicBezTo>
                  <a:cubicBezTo>
                    <a:pt x="10700" y="22926"/>
                    <a:pt x="14469" y="15601"/>
                    <a:pt x="16110" y="7820"/>
                  </a:cubicBezTo>
                  <a:lnTo>
                    <a:pt x="16110" y="7820"/>
                  </a:lnTo>
                  <a:cubicBezTo>
                    <a:pt x="14834" y="8367"/>
                    <a:pt x="13557" y="8853"/>
                    <a:pt x="12189" y="9005"/>
                  </a:cubicBezTo>
                  <a:cubicBezTo>
                    <a:pt x="12178" y="9007"/>
                    <a:pt x="12167" y="9007"/>
                    <a:pt x="12157" y="9007"/>
                  </a:cubicBezTo>
                  <a:cubicBezTo>
                    <a:pt x="11959" y="9007"/>
                    <a:pt x="11802" y="8752"/>
                    <a:pt x="11946" y="8580"/>
                  </a:cubicBezTo>
                  <a:cubicBezTo>
                    <a:pt x="12645" y="7728"/>
                    <a:pt x="13740" y="7181"/>
                    <a:pt x="14773" y="6786"/>
                  </a:cubicBezTo>
                  <a:cubicBezTo>
                    <a:pt x="15290" y="6573"/>
                    <a:pt x="15806" y="6421"/>
                    <a:pt x="16354" y="6269"/>
                  </a:cubicBezTo>
                  <a:cubicBezTo>
                    <a:pt x="16558" y="3253"/>
                    <a:pt x="15516" y="0"/>
                    <a:pt x="13172"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2"/>
            <p:cNvSpPr/>
            <p:nvPr/>
          </p:nvSpPr>
          <p:spPr>
            <a:xfrm flipH="1">
              <a:off x="6795049" y="1817172"/>
              <a:ext cx="639516" cy="653070"/>
            </a:xfrm>
            <a:custGeom>
              <a:avLst/>
              <a:gdLst/>
              <a:ahLst/>
              <a:cxnLst/>
              <a:rect l="l" t="t" r="r" b="b"/>
              <a:pathLst>
                <a:path w="20336" h="20767" extrusionOk="0">
                  <a:moveTo>
                    <a:pt x="16779" y="6714"/>
                  </a:moveTo>
                  <a:cubicBezTo>
                    <a:pt x="17022" y="6714"/>
                    <a:pt x="17296" y="6775"/>
                    <a:pt x="17417" y="6988"/>
                  </a:cubicBezTo>
                  <a:cubicBezTo>
                    <a:pt x="17569" y="7292"/>
                    <a:pt x="17235" y="7596"/>
                    <a:pt x="16931" y="7778"/>
                  </a:cubicBezTo>
                  <a:cubicBezTo>
                    <a:pt x="16901" y="7808"/>
                    <a:pt x="16901" y="7808"/>
                    <a:pt x="16870" y="7839"/>
                  </a:cubicBezTo>
                  <a:cubicBezTo>
                    <a:pt x="15958" y="8325"/>
                    <a:pt x="14986" y="8903"/>
                    <a:pt x="13952" y="9024"/>
                  </a:cubicBezTo>
                  <a:cubicBezTo>
                    <a:pt x="13853" y="9033"/>
                    <a:pt x="13699" y="9045"/>
                    <a:pt x="13529" y="9045"/>
                  </a:cubicBezTo>
                  <a:cubicBezTo>
                    <a:pt x="13127" y="9045"/>
                    <a:pt x="12630" y="8980"/>
                    <a:pt x="12524" y="8660"/>
                  </a:cubicBezTo>
                  <a:cubicBezTo>
                    <a:pt x="12341" y="8112"/>
                    <a:pt x="13253" y="7596"/>
                    <a:pt x="13618" y="7413"/>
                  </a:cubicBezTo>
                  <a:cubicBezTo>
                    <a:pt x="14591" y="6957"/>
                    <a:pt x="15685" y="6714"/>
                    <a:pt x="16779" y="6714"/>
                  </a:cubicBezTo>
                  <a:close/>
                  <a:moveTo>
                    <a:pt x="10927" y="5510"/>
                  </a:moveTo>
                  <a:cubicBezTo>
                    <a:pt x="10986" y="5510"/>
                    <a:pt x="11043" y="5524"/>
                    <a:pt x="11095" y="5559"/>
                  </a:cubicBezTo>
                  <a:cubicBezTo>
                    <a:pt x="11430" y="5802"/>
                    <a:pt x="11521" y="6198"/>
                    <a:pt x="11490" y="6653"/>
                  </a:cubicBezTo>
                  <a:cubicBezTo>
                    <a:pt x="11430" y="7565"/>
                    <a:pt x="10852" y="8720"/>
                    <a:pt x="10518" y="9146"/>
                  </a:cubicBezTo>
                  <a:cubicBezTo>
                    <a:pt x="10453" y="9253"/>
                    <a:pt x="10328" y="9361"/>
                    <a:pt x="10217" y="9361"/>
                  </a:cubicBezTo>
                  <a:cubicBezTo>
                    <a:pt x="10171" y="9361"/>
                    <a:pt x="10128" y="9342"/>
                    <a:pt x="10092" y="9298"/>
                  </a:cubicBezTo>
                  <a:cubicBezTo>
                    <a:pt x="10062" y="9267"/>
                    <a:pt x="10062" y="9207"/>
                    <a:pt x="10062" y="9146"/>
                  </a:cubicBezTo>
                  <a:cubicBezTo>
                    <a:pt x="10031" y="8872"/>
                    <a:pt x="10031" y="8416"/>
                    <a:pt x="10062" y="8295"/>
                  </a:cubicBezTo>
                  <a:cubicBezTo>
                    <a:pt x="10001" y="7444"/>
                    <a:pt x="9849" y="6380"/>
                    <a:pt x="10518" y="5711"/>
                  </a:cubicBezTo>
                  <a:cubicBezTo>
                    <a:pt x="10626" y="5603"/>
                    <a:pt x="10781" y="5510"/>
                    <a:pt x="10927" y="5510"/>
                  </a:cubicBezTo>
                  <a:close/>
                  <a:moveTo>
                    <a:pt x="9732" y="14091"/>
                  </a:moveTo>
                  <a:cubicBezTo>
                    <a:pt x="10332" y="14091"/>
                    <a:pt x="10997" y="14179"/>
                    <a:pt x="11034" y="14496"/>
                  </a:cubicBezTo>
                  <a:cubicBezTo>
                    <a:pt x="11065" y="14799"/>
                    <a:pt x="10761" y="15012"/>
                    <a:pt x="10305" y="15164"/>
                  </a:cubicBezTo>
                  <a:cubicBezTo>
                    <a:pt x="9515" y="15438"/>
                    <a:pt x="8329" y="15468"/>
                    <a:pt x="8056" y="15529"/>
                  </a:cubicBezTo>
                  <a:cubicBezTo>
                    <a:pt x="7630" y="15590"/>
                    <a:pt x="7204" y="15651"/>
                    <a:pt x="6809" y="15711"/>
                  </a:cubicBezTo>
                  <a:cubicBezTo>
                    <a:pt x="6718" y="15559"/>
                    <a:pt x="6870" y="15377"/>
                    <a:pt x="6992" y="15225"/>
                  </a:cubicBezTo>
                  <a:cubicBezTo>
                    <a:pt x="7539" y="14769"/>
                    <a:pt x="8147" y="14374"/>
                    <a:pt x="8846" y="14161"/>
                  </a:cubicBezTo>
                  <a:cubicBezTo>
                    <a:pt x="8999" y="14126"/>
                    <a:pt x="9353" y="14091"/>
                    <a:pt x="9732" y="14091"/>
                  </a:cubicBezTo>
                  <a:close/>
                  <a:moveTo>
                    <a:pt x="18891" y="0"/>
                  </a:moveTo>
                  <a:cubicBezTo>
                    <a:pt x="18590" y="0"/>
                    <a:pt x="18276" y="71"/>
                    <a:pt x="17995" y="149"/>
                  </a:cubicBezTo>
                  <a:cubicBezTo>
                    <a:pt x="16931" y="453"/>
                    <a:pt x="15898" y="818"/>
                    <a:pt x="14895" y="1273"/>
                  </a:cubicBezTo>
                  <a:cubicBezTo>
                    <a:pt x="14864" y="1273"/>
                    <a:pt x="15168" y="3918"/>
                    <a:pt x="15047" y="4252"/>
                  </a:cubicBezTo>
                  <a:cubicBezTo>
                    <a:pt x="14940" y="4549"/>
                    <a:pt x="14493" y="4921"/>
                    <a:pt x="14109" y="4921"/>
                  </a:cubicBezTo>
                  <a:cubicBezTo>
                    <a:pt x="13943" y="4921"/>
                    <a:pt x="13789" y="4852"/>
                    <a:pt x="13679" y="4678"/>
                  </a:cubicBezTo>
                  <a:cubicBezTo>
                    <a:pt x="13588" y="4526"/>
                    <a:pt x="13588" y="4343"/>
                    <a:pt x="13588" y="4161"/>
                  </a:cubicBezTo>
                  <a:cubicBezTo>
                    <a:pt x="13618" y="3462"/>
                    <a:pt x="13679" y="2732"/>
                    <a:pt x="13648" y="2003"/>
                  </a:cubicBezTo>
                  <a:lnTo>
                    <a:pt x="13648" y="2003"/>
                  </a:lnTo>
                  <a:cubicBezTo>
                    <a:pt x="10852" y="3219"/>
                    <a:pt x="8420" y="5134"/>
                    <a:pt x="6353" y="7413"/>
                  </a:cubicBezTo>
                  <a:cubicBezTo>
                    <a:pt x="5867" y="7991"/>
                    <a:pt x="4773" y="8903"/>
                    <a:pt x="4803" y="9693"/>
                  </a:cubicBezTo>
                  <a:cubicBezTo>
                    <a:pt x="4803" y="10149"/>
                    <a:pt x="5168" y="10726"/>
                    <a:pt x="5229" y="11213"/>
                  </a:cubicBezTo>
                  <a:cubicBezTo>
                    <a:pt x="5290" y="11760"/>
                    <a:pt x="5290" y="12337"/>
                    <a:pt x="5198" y="12885"/>
                  </a:cubicBezTo>
                  <a:cubicBezTo>
                    <a:pt x="5198" y="13006"/>
                    <a:pt x="5138" y="13158"/>
                    <a:pt x="5016" y="13189"/>
                  </a:cubicBezTo>
                  <a:cubicBezTo>
                    <a:pt x="4997" y="13195"/>
                    <a:pt x="4978" y="13198"/>
                    <a:pt x="4959" y="13198"/>
                  </a:cubicBezTo>
                  <a:cubicBezTo>
                    <a:pt x="4803" y="13198"/>
                    <a:pt x="4678" y="12984"/>
                    <a:pt x="4651" y="12793"/>
                  </a:cubicBezTo>
                  <a:cubicBezTo>
                    <a:pt x="4499" y="11973"/>
                    <a:pt x="4469" y="11152"/>
                    <a:pt x="4378" y="10301"/>
                  </a:cubicBezTo>
                  <a:cubicBezTo>
                    <a:pt x="2584" y="12094"/>
                    <a:pt x="1642" y="15012"/>
                    <a:pt x="1065" y="17413"/>
                  </a:cubicBezTo>
                  <a:cubicBezTo>
                    <a:pt x="943" y="17991"/>
                    <a:pt x="1" y="20392"/>
                    <a:pt x="578" y="20757"/>
                  </a:cubicBezTo>
                  <a:cubicBezTo>
                    <a:pt x="589" y="20764"/>
                    <a:pt x="607" y="20767"/>
                    <a:pt x="631" y="20767"/>
                  </a:cubicBezTo>
                  <a:cubicBezTo>
                    <a:pt x="1156" y="20767"/>
                    <a:pt x="4710" y="19260"/>
                    <a:pt x="5320" y="19085"/>
                  </a:cubicBezTo>
                  <a:cubicBezTo>
                    <a:pt x="8572" y="18295"/>
                    <a:pt x="11733" y="16532"/>
                    <a:pt x="13983" y="13766"/>
                  </a:cubicBezTo>
                  <a:cubicBezTo>
                    <a:pt x="15351" y="12094"/>
                    <a:pt x="16658" y="10301"/>
                    <a:pt x="17721" y="8386"/>
                  </a:cubicBezTo>
                  <a:cubicBezTo>
                    <a:pt x="18572" y="6836"/>
                    <a:pt x="20031" y="4313"/>
                    <a:pt x="19880" y="2520"/>
                  </a:cubicBezTo>
                  <a:cubicBezTo>
                    <a:pt x="19606" y="2520"/>
                    <a:pt x="19302" y="2611"/>
                    <a:pt x="18998" y="2732"/>
                  </a:cubicBezTo>
                  <a:cubicBezTo>
                    <a:pt x="18694" y="2854"/>
                    <a:pt x="18390" y="2976"/>
                    <a:pt x="18025" y="2976"/>
                  </a:cubicBezTo>
                  <a:cubicBezTo>
                    <a:pt x="17995" y="2976"/>
                    <a:pt x="17934" y="2976"/>
                    <a:pt x="17904" y="2945"/>
                  </a:cubicBezTo>
                  <a:cubicBezTo>
                    <a:pt x="17843" y="2915"/>
                    <a:pt x="17843" y="2854"/>
                    <a:pt x="17843" y="2824"/>
                  </a:cubicBezTo>
                  <a:cubicBezTo>
                    <a:pt x="17813" y="2398"/>
                    <a:pt x="18177" y="2033"/>
                    <a:pt x="18572" y="1881"/>
                  </a:cubicBezTo>
                  <a:cubicBezTo>
                    <a:pt x="18876" y="1729"/>
                    <a:pt x="19849" y="1760"/>
                    <a:pt x="20062" y="1547"/>
                  </a:cubicBezTo>
                  <a:cubicBezTo>
                    <a:pt x="20335" y="1243"/>
                    <a:pt x="19940" y="453"/>
                    <a:pt x="19667" y="240"/>
                  </a:cubicBezTo>
                  <a:cubicBezTo>
                    <a:pt x="19445" y="63"/>
                    <a:pt x="19174" y="0"/>
                    <a:pt x="188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2"/>
            <p:cNvSpPr/>
            <p:nvPr/>
          </p:nvSpPr>
          <p:spPr>
            <a:xfrm flipH="1">
              <a:off x="7093297" y="2145853"/>
              <a:ext cx="366112" cy="535331"/>
            </a:xfrm>
            <a:custGeom>
              <a:avLst/>
              <a:gdLst/>
              <a:ahLst/>
              <a:cxnLst/>
              <a:rect l="l" t="t" r="r" b="b"/>
              <a:pathLst>
                <a:path w="11642" h="17023" fill="none" extrusionOk="0">
                  <a:moveTo>
                    <a:pt x="11642" y="1"/>
                  </a:moveTo>
                  <a:cubicBezTo>
                    <a:pt x="9423" y="1946"/>
                    <a:pt x="7235" y="3892"/>
                    <a:pt x="5046" y="5837"/>
                  </a:cubicBezTo>
                  <a:cubicBezTo>
                    <a:pt x="3861" y="6870"/>
                    <a:pt x="2675" y="7934"/>
                    <a:pt x="1855" y="9302"/>
                  </a:cubicBezTo>
                  <a:cubicBezTo>
                    <a:pt x="517" y="11551"/>
                    <a:pt x="244" y="14348"/>
                    <a:pt x="0" y="17022"/>
                  </a:cubicBez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2"/>
            <p:cNvSpPr/>
            <p:nvPr/>
          </p:nvSpPr>
          <p:spPr>
            <a:xfrm flipH="1">
              <a:off x="7207985" y="1467233"/>
              <a:ext cx="270543" cy="1289473"/>
            </a:xfrm>
            <a:custGeom>
              <a:avLst/>
              <a:gdLst/>
              <a:ahLst/>
              <a:cxnLst/>
              <a:rect l="l" t="t" r="r" b="b"/>
              <a:pathLst>
                <a:path w="8603" h="41004" fill="none" extrusionOk="0">
                  <a:moveTo>
                    <a:pt x="8602" y="0"/>
                  </a:moveTo>
                  <a:cubicBezTo>
                    <a:pt x="6536" y="4620"/>
                    <a:pt x="1399" y="17660"/>
                    <a:pt x="639" y="22766"/>
                  </a:cubicBezTo>
                  <a:cubicBezTo>
                    <a:pt x="213" y="25441"/>
                    <a:pt x="183" y="28177"/>
                    <a:pt x="122" y="30882"/>
                  </a:cubicBezTo>
                  <a:lnTo>
                    <a:pt x="1" y="41004"/>
                  </a:lnTo>
                </a:path>
              </a:pathLst>
            </a:custGeom>
            <a:solidFill>
              <a:schemeClr val="dk2"/>
            </a:solidFill>
            <a:ln w="9525"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2"/>
            <p:cNvSpPr/>
            <p:nvPr/>
          </p:nvSpPr>
          <p:spPr>
            <a:xfrm flipH="1">
              <a:off x="7227099" y="2628560"/>
              <a:ext cx="484669" cy="403409"/>
            </a:xfrm>
            <a:custGeom>
              <a:avLst/>
              <a:gdLst/>
              <a:ahLst/>
              <a:cxnLst/>
              <a:rect l="l" t="t" r="r" b="b"/>
              <a:pathLst>
                <a:path w="15412" h="12828" extrusionOk="0">
                  <a:moveTo>
                    <a:pt x="1" y="1"/>
                  </a:moveTo>
                  <a:cubicBezTo>
                    <a:pt x="1" y="1"/>
                    <a:pt x="1065" y="12797"/>
                    <a:pt x="1065" y="12828"/>
                  </a:cubicBezTo>
                  <a:cubicBezTo>
                    <a:pt x="1065" y="12828"/>
                    <a:pt x="14500" y="12676"/>
                    <a:pt x="14530" y="12615"/>
                  </a:cubicBezTo>
                  <a:lnTo>
                    <a:pt x="154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1248028" y="4574575"/>
            <a:ext cx="6647944"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Light Mode set same as the system</a:t>
            </a:r>
            <a:endParaRPr dirty="0">
              <a:solidFill>
                <a:schemeClr val="tx1"/>
              </a:solidFill>
            </a:endParaRPr>
          </a:p>
        </p:txBody>
      </p:sp>
    </p:spTree>
    <p:extLst>
      <p:ext uri="{BB962C8B-B14F-4D97-AF65-F5344CB8AC3E}">
        <p14:creationId xmlns:p14="http://schemas.microsoft.com/office/powerpoint/2010/main" val="42271418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1264156" y="4574575"/>
            <a:ext cx="6615688"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Dark Mode set same as the system</a:t>
            </a:r>
            <a:endParaRPr dirty="0">
              <a:solidFill>
                <a:schemeClr val="tx1"/>
              </a:solidFill>
            </a:endParaRPr>
          </a:p>
        </p:txBody>
      </p:sp>
    </p:spTree>
    <p:extLst>
      <p:ext uri="{BB962C8B-B14F-4D97-AF65-F5344CB8AC3E}">
        <p14:creationId xmlns:p14="http://schemas.microsoft.com/office/powerpoint/2010/main" val="10913719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276527" y="4574575"/>
            <a:ext cx="2590946"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Adding Song</a:t>
            </a:r>
            <a:endParaRPr dirty="0">
              <a:solidFill>
                <a:schemeClr val="tx1"/>
              </a:solidFill>
            </a:endParaRPr>
          </a:p>
        </p:txBody>
      </p:sp>
    </p:spTree>
    <p:extLst>
      <p:ext uri="{BB962C8B-B14F-4D97-AF65-F5344CB8AC3E}">
        <p14:creationId xmlns:p14="http://schemas.microsoft.com/office/powerpoint/2010/main" val="4247696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2954464" y="4574575"/>
            <a:ext cx="3235072"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Playing t</a:t>
            </a:r>
            <a:r>
              <a:rPr lang="en-IN" dirty="0">
                <a:solidFill>
                  <a:schemeClr val="tx1"/>
                </a:solidFill>
              </a:rPr>
              <a:t>he</a:t>
            </a:r>
            <a:r>
              <a:rPr lang="en" dirty="0">
                <a:solidFill>
                  <a:schemeClr val="tx1"/>
                </a:solidFill>
              </a:rPr>
              <a:t> song</a:t>
            </a:r>
            <a:endParaRPr dirty="0">
              <a:solidFill>
                <a:schemeClr val="tx1"/>
              </a:solidFill>
            </a:endParaRPr>
          </a:p>
        </p:txBody>
      </p:sp>
    </p:spTree>
    <p:extLst>
      <p:ext uri="{BB962C8B-B14F-4D97-AF65-F5344CB8AC3E}">
        <p14:creationId xmlns:p14="http://schemas.microsoft.com/office/powerpoint/2010/main" val="5266601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2521807" y="4574575"/>
            <a:ext cx="4100386"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a:solidFill>
                  <a:schemeClr val="tx1"/>
                </a:solidFill>
              </a:rPr>
              <a:t>Skipping song ahead</a:t>
            </a:r>
            <a:endParaRPr dirty="0">
              <a:solidFill>
                <a:schemeClr val="tx1"/>
              </a:solidFill>
            </a:endParaRPr>
          </a:p>
        </p:txBody>
      </p:sp>
    </p:spTree>
    <p:extLst>
      <p:ext uri="{BB962C8B-B14F-4D97-AF65-F5344CB8AC3E}">
        <p14:creationId xmlns:p14="http://schemas.microsoft.com/office/powerpoint/2010/main" val="1652006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2516616" y="4574575"/>
            <a:ext cx="4110768"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Pause/Unpause song</a:t>
            </a:r>
            <a:endParaRPr dirty="0">
              <a:solidFill>
                <a:schemeClr val="tx1"/>
              </a:solidFill>
            </a:endParaRPr>
          </a:p>
        </p:txBody>
      </p:sp>
    </p:spTree>
    <p:extLst>
      <p:ext uri="{BB962C8B-B14F-4D97-AF65-F5344CB8AC3E}">
        <p14:creationId xmlns:p14="http://schemas.microsoft.com/office/powerpoint/2010/main" val="19132936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535791" y="4574575"/>
            <a:ext cx="2072418"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Next song</a:t>
            </a:r>
            <a:endParaRPr dirty="0">
              <a:solidFill>
                <a:schemeClr val="tx1"/>
              </a:solidFill>
            </a:endParaRPr>
          </a:p>
        </p:txBody>
      </p:sp>
    </p:spTree>
    <p:extLst>
      <p:ext uri="{BB962C8B-B14F-4D97-AF65-F5344CB8AC3E}">
        <p14:creationId xmlns:p14="http://schemas.microsoft.com/office/powerpoint/2010/main" val="1922748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168070" y="4574575"/>
            <a:ext cx="2807859"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Previous song</a:t>
            </a:r>
            <a:endParaRPr dirty="0">
              <a:solidFill>
                <a:schemeClr val="tx1"/>
              </a:solidFill>
            </a:endParaRPr>
          </a:p>
        </p:txBody>
      </p:sp>
    </p:spTree>
    <p:extLst>
      <p:ext uri="{BB962C8B-B14F-4D97-AF65-F5344CB8AC3E}">
        <p14:creationId xmlns:p14="http://schemas.microsoft.com/office/powerpoint/2010/main" val="42703464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555710" y="4574575"/>
            <a:ext cx="2032580"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Stop song</a:t>
            </a:r>
            <a:endParaRPr dirty="0">
              <a:solidFill>
                <a:schemeClr val="tx1"/>
              </a:solidFill>
            </a:endParaRPr>
          </a:p>
        </p:txBody>
      </p:sp>
    </p:spTree>
    <p:extLst>
      <p:ext uri="{BB962C8B-B14F-4D97-AF65-F5344CB8AC3E}">
        <p14:creationId xmlns:p14="http://schemas.microsoft.com/office/powerpoint/2010/main" val="26551314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644755" y="4574575"/>
            <a:ext cx="1854490"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Autoplay</a:t>
            </a:r>
            <a:endParaRPr dirty="0">
              <a:solidFill>
                <a:schemeClr val="tx1"/>
              </a:solidFill>
            </a:endParaRPr>
          </a:p>
        </p:txBody>
      </p:sp>
    </p:spTree>
    <p:extLst>
      <p:ext uri="{BB962C8B-B14F-4D97-AF65-F5344CB8AC3E}">
        <p14:creationId xmlns:p14="http://schemas.microsoft.com/office/powerpoint/2010/main" val="3382975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3170237" y="4574575"/>
            <a:ext cx="2803525"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Saving  Songs</a:t>
            </a:r>
            <a:endParaRPr dirty="0">
              <a:solidFill>
                <a:schemeClr val="tx1"/>
              </a:solidFill>
            </a:endParaRPr>
          </a:p>
        </p:txBody>
      </p:sp>
    </p:spTree>
    <p:extLst>
      <p:ext uri="{BB962C8B-B14F-4D97-AF65-F5344CB8AC3E}">
        <p14:creationId xmlns:p14="http://schemas.microsoft.com/office/powerpoint/2010/main" val="27617480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000" b="-1000"/>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2403475" y="4574575"/>
            <a:ext cx="4337050" cy="568925"/>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tx1"/>
                </a:solidFill>
              </a:rPr>
              <a:t>Shortcut SHIFT+ESC</a:t>
            </a:r>
            <a:endParaRPr dirty="0">
              <a:solidFill>
                <a:schemeClr val="tx1"/>
              </a:solidFill>
            </a:endParaRPr>
          </a:p>
        </p:txBody>
      </p:sp>
    </p:spTree>
    <p:extLst>
      <p:ext uri="{BB962C8B-B14F-4D97-AF65-F5344CB8AC3E}">
        <p14:creationId xmlns:p14="http://schemas.microsoft.com/office/powerpoint/2010/main" val="36484009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713225" y="3044225"/>
            <a:ext cx="3330300" cy="14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solidFill>
              </a:rPr>
              <a:t>Menubar Add Songs command</a:t>
            </a:r>
            <a:endParaRPr dirty="0">
              <a:solidFill>
                <a:schemeClr val="bg1"/>
              </a:solidFill>
            </a:endParaRPr>
          </a:p>
        </p:txBody>
      </p:sp>
    </p:spTree>
    <p:extLst>
      <p:ext uri="{BB962C8B-B14F-4D97-AF65-F5344CB8AC3E}">
        <p14:creationId xmlns:p14="http://schemas.microsoft.com/office/powerpoint/2010/main" val="60382384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72"/>
        <p:cNvGrpSpPr/>
        <p:nvPr/>
      </p:nvGrpSpPr>
      <p:grpSpPr>
        <a:xfrm>
          <a:off x="0" y="0"/>
          <a:ext cx="0" cy="0"/>
          <a:chOff x="0" y="0"/>
          <a:chExt cx="0" cy="0"/>
        </a:xfrm>
      </p:grpSpPr>
      <p:sp>
        <p:nvSpPr>
          <p:cNvPr id="974" name="Google Shape;974;p57"/>
          <p:cNvSpPr txBox="1">
            <a:spLocks noGrp="1"/>
          </p:cNvSpPr>
          <p:nvPr>
            <p:ph type="title"/>
          </p:nvPr>
        </p:nvSpPr>
        <p:spPr>
          <a:xfrm>
            <a:off x="713225" y="3044225"/>
            <a:ext cx="3330300" cy="141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solidFill>
                  <a:schemeClr val="bg1"/>
                </a:solidFill>
              </a:rPr>
              <a:t>Menubar Delete Songs command</a:t>
            </a:r>
            <a:endParaRPr dirty="0">
              <a:solidFill>
                <a:schemeClr val="bg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81"/>
        <p:cNvGrpSpPr/>
        <p:nvPr/>
      </p:nvGrpSpPr>
      <p:grpSpPr>
        <a:xfrm>
          <a:off x="0" y="0"/>
          <a:ext cx="0" cy="0"/>
          <a:chOff x="0" y="0"/>
          <a:chExt cx="0" cy="0"/>
        </a:xfrm>
      </p:grpSpPr>
      <p:sp>
        <p:nvSpPr>
          <p:cNvPr id="1682" name="Google Shape;1682;p76"/>
          <p:cNvSpPr/>
          <p:nvPr/>
        </p:nvSpPr>
        <p:spPr>
          <a:xfrm>
            <a:off x="1299800" y="1355175"/>
            <a:ext cx="2222100" cy="2222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83" name="Google Shape;1683;p76"/>
          <p:cNvGrpSpPr/>
          <p:nvPr/>
        </p:nvGrpSpPr>
        <p:grpSpPr>
          <a:xfrm>
            <a:off x="1780968" y="2020245"/>
            <a:ext cx="1259755" cy="3123261"/>
            <a:chOff x="2330682" y="1468700"/>
            <a:chExt cx="824447" cy="2044019"/>
          </a:xfrm>
        </p:grpSpPr>
        <p:sp>
          <p:nvSpPr>
            <p:cNvPr id="1684" name="Google Shape;1684;p76"/>
            <p:cNvSpPr/>
            <p:nvPr/>
          </p:nvSpPr>
          <p:spPr>
            <a:xfrm>
              <a:off x="2519514" y="2137089"/>
              <a:ext cx="635615" cy="611378"/>
            </a:xfrm>
            <a:custGeom>
              <a:avLst/>
              <a:gdLst/>
              <a:ahLst/>
              <a:cxnLst/>
              <a:rect l="l" t="t" r="r" b="b"/>
              <a:pathLst>
                <a:path w="19302" h="18566" extrusionOk="0">
                  <a:moveTo>
                    <a:pt x="13070" y="0"/>
                  </a:moveTo>
                  <a:cubicBezTo>
                    <a:pt x="12789" y="0"/>
                    <a:pt x="12499" y="104"/>
                    <a:pt x="12250" y="229"/>
                  </a:cubicBezTo>
                  <a:cubicBezTo>
                    <a:pt x="11003" y="867"/>
                    <a:pt x="9940" y="1901"/>
                    <a:pt x="8633" y="2357"/>
                  </a:cubicBezTo>
                  <a:cubicBezTo>
                    <a:pt x="8025" y="2570"/>
                    <a:pt x="7386" y="2661"/>
                    <a:pt x="6809" y="2934"/>
                  </a:cubicBezTo>
                  <a:cubicBezTo>
                    <a:pt x="3739" y="4393"/>
                    <a:pt x="4012" y="8892"/>
                    <a:pt x="3040" y="11597"/>
                  </a:cubicBezTo>
                  <a:cubicBezTo>
                    <a:pt x="2584" y="12843"/>
                    <a:pt x="0" y="17038"/>
                    <a:pt x="1034" y="18223"/>
                  </a:cubicBezTo>
                  <a:cubicBezTo>
                    <a:pt x="1241" y="18458"/>
                    <a:pt x="1409" y="18537"/>
                    <a:pt x="1563" y="18537"/>
                  </a:cubicBezTo>
                  <a:cubicBezTo>
                    <a:pt x="1880" y="18537"/>
                    <a:pt x="2137" y="18200"/>
                    <a:pt x="2568" y="18200"/>
                  </a:cubicBezTo>
                  <a:cubicBezTo>
                    <a:pt x="2630" y="18200"/>
                    <a:pt x="2696" y="18207"/>
                    <a:pt x="2766" y="18223"/>
                  </a:cubicBezTo>
                  <a:cubicBezTo>
                    <a:pt x="3070" y="18314"/>
                    <a:pt x="3374" y="18527"/>
                    <a:pt x="3708" y="18558"/>
                  </a:cubicBezTo>
                  <a:cubicBezTo>
                    <a:pt x="3750" y="18563"/>
                    <a:pt x="3791" y="18566"/>
                    <a:pt x="3832" y="18566"/>
                  </a:cubicBezTo>
                  <a:cubicBezTo>
                    <a:pt x="4476" y="18566"/>
                    <a:pt x="5007" y="17913"/>
                    <a:pt x="5350" y="17342"/>
                  </a:cubicBezTo>
                  <a:cubicBezTo>
                    <a:pt x="6383" y="15731"/>
                    <a:pt x="7295" y="14059"/>
                    <a:pt x="8116" y="12327"/>
                  </a:cubicBezTo>
                  <a:cubicBezTo>
                    <a:pt x="8420" y="11658"/>
                    <a:pt x="9423" y="8253"/>
                    <a:pt x="10122" y="8193"/>
                  </a:cubicBezTo>
                  <a:cubicBezTo>
                    <a:pt x="10129" y="8192"/>
                    <a:pt x="10137" y="8192"/>
                    <a:pt x="10145" y="8192"/>
                  </a:cubicBezTo>
                  <a:cubicBezTo>
                    <a:pt x="10769" y="8192"/>
                    <a:pt x="12316" y="10568"/>
                    <a:pt x="12766" y="10959"/>
                  </a:cubicBezTo>
                  <a:cubicBezTo>
                    <a:pt x="13718" y="11751"/>
                    <a:pt x="14899" y="12567"/>
                    <a:pt x="16169" y="12567"/>
                  </a:cubicBezTo>
                  <a:cubicBezTo>
                    <a:pt x="16360" y="12567"/>
                    <a:pt x="16554" y="12549"/>
                    <a:pt x="16748" y="12509"/>
                  </a:cubicBezTo>
                  <a:cubicBezTo>
                    <a:pt x="17751" y="12327"/>
                    <a:pt x="18572" y="11536"/>
                    <a:pt x="18937" y="10594"/>
                  </a:cubicBezTo>
                  <a:cubicBezTo>
                    <a:pt x="19301" y="9652"/>
                    <a:pt x="19241" y="8588"/>
                    <a:pt x="18997" y="7615"/>
                  </a:cubicBezTo>
                  <a:cubicBezTo>
                    <a:pt x="18238" y="4910"/>
                    <a:pt x="16049" y="2387"/>
                    <a:pt x="14073" y="533"/>
                  </a:cubicBezTo>
                  <a:cubicBezTo>
                    <a:pt x="13830" y="320"/>
                    <a:pt x="13557" y="77"/>
                    <a:pt x="13253" y="16"/>
                  </a:cubicBezTo>
                  <a:cubicBezTo>
                    <a:pt x="13192" y="5"/>
                    <a:pt x="13131" y="0"/>
                    <a:pt x="1307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76"/>
            <p:cNvSpPr/>
            <p:nvPr/>
          </p:nvSpPr>
          <p:spPr>
            <a:xfrm>
              <a:off x="2502489" y="2544998"/>
              <a:ext cx="166198" cy="684648"/>
            </a:xfrm>
            <a:custGeom>
              <a:avLst/>
              <a:gdLst/>
              <a:ahLst/>
              <a:cxnLst/>
              <a:rect l="l" t="t" r="r" b="b"/>
              <a:pathLst>
                <a:path w="5047" h="20791" fill="none" extrusionOk="0">
                  <a:moveTo>
                    <a:pt x="5046" y="0"/>
                  </a:moveTo>
                  <a:cubicBezTo>
                    <a:pt x="3131" y="2918"/>
                    <a:pt x="1642" y="6414"/>
                    <a:pt x="1277" y="9940"/>
                  </a:cubicBezTo>
                  <a:cubicBezTo>
                    <a:pt x="943" y="13557"/>
                    <a:pt x="1672" y="17356"/>
                    <a:pt x="0" y="2079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76"/>
            <p:cNvSpPr/>
            <p:nvPr/>
          </p:nvSpPr>
          <p:spPr>
            <a:xfrm>
              <a:off x="2361349" y="1468700"/>
              <a:ext cx="507517" cy="1142111"/>
            </a:xfrm>
            <a:custGeom>
              <a:avLst/>
              <a:gdLst/>
              <a:ahLst/>
              <a:cxnLst/>
              <a:rect l="l" t="t" r="r" b="b"/>
              <a:pathLst>
                <a:path w="15412" h="34683" extrusionOk="0">
                  <a:moveTo>
                    <a:pt x="6626" y="4517"/>
                  </a:moveTo>
                  <a:cubicBezTo>
                    <a:pt x="7077" y="4517"/>
                    <a:pt x="7246" y="5616"/>
                    <a:pt x="7296" y="5936"/>
                  </a:cubicBezTo>
                  <a:cubicBezTo>
                    <a:pt x="7389" y="6704"/>
                    <a:pt x="7210" y="7004"/>
                    <a:pt x="6961" y="7004"/>
                  </a:cubicBezTo>
                  <a:cubicBezTo>
                    <a:pt x="6560" y="7004"/>
                    <a:pt x="5974" y="6222"/>
                    <a:pt x="6049" y="5359"/>
                  </a:cubicBezTo>
                  <a:cubicBezTo>
                    <a:pt x="6049" y="5359"/>
                    <a:pt x="6049" y="5359"/>
                    <a:pt x="6049" y="5328"/>
                  </a:cubicBezTo>
                  <a:cubicBezTo>
                    <a:pt x="6080" y="5116"/>
                    <a:pt x="6110" y="4872"/>
                    <a:pt x="6262" y="4720"/>
                  </a:cubicBezTo>
                  <a:cubicBezTo>
                    <a:pt x="6400" y="4576"/>
                    <a:pt x="6521" y="4517"/>
                    <a:pt x="6626" y="4517"/>
                  </a:cubicBezTo>
                  <a:close/>
                  <a:moveTo>
                    <a:pt x="11187" y="8259"/>
                  </a:moveTo>
                  <a:cubicBezTo>
                    <a:pt x="11412" y="8259"/>
                    <a:pt x="11540" y="8423"/>
                    <a:pt x="11429" y="8915"/>
                  </a:cubicBezTo>
                  <a:cubicBezTo>
                    <a:pt x="11156" y="10313"/>
                    <a:pt x="10153" y="11468"/>
                    <a:pt x="8937" y="12106"/>
                  </a:cubicBezTo>
                  <a:cubicBezTo>
                    <a:pt x="8694" y="12258"/>
                    <a:pt x="8420" y="12350"/>
                    <a:pt x="8147" y="12350"/>
                  </a:cubicBezTo>
                  <a:cubicBezTo>
                    <a:pt x="7873" y="12350"/>
                    <a:pt x="7569" y="12228"/>
                    <a:pt x="7478" y="11955"/>
                  </a:cubicBezTo>
                  <a:cubicBezTo>
                    <a:pt x="7356" y="11651"/>
                    <a:pt x="7508" y="11316"/>
                    <a:pt x="7660" y="11073"/>
                  </a:cubicBezTo>
                  <a:cubicBezTo>
                    <a:pt x="8268" y="10070"/>
                    <a:pt x="9089" y="9401"/>
                    <a:pt x="10031" y="8793"/>
                  </a:cubicBezTo>
                  <a:cubicBezTo>
                    <a:pt x="10321" y="8612"/>
                    <a:pt x="10858" y="8259"/>
                    <a:pt x="11187" y="8259"/>
                  </a:cubicBezTo>
                  <a:close/>
                  <a:moveTo>
                    <a:pt x="3739" y="14629"/>
                  </a:moveTo>
                  <a:cubicBezTo>
                    <a:pt x="5411" y="14660"/>
                    <a:pt x="5411" y="17304"/>
                    <a:pt x="5198" y="18733"/>
                  </a:cubicBezTo>
                  <a:cubicBezTo>
                    <a:pt x="5138" y="18976"/>
                    <a:pt x="5107" y="19189"/>
                    <a:pt x="5077" y="19341"/>
                  </a:cubicBezTo>
                  <a:cubicBezTo>
                    <a:pt x="5049" y="19479"/>
                    <a:pt x="4971" y="19618"/>
                    <a:pt x="4842" y="19618"/>
                  </a:cubicBezTo>
                  <a:cubicBezTo>
                    <a:pt x="4829" y="19618"/>
                    <a:pt x="4816" y="19617"/>
                    <a:pt x="4803" y="19614"/>
                  </a:cubicBezTo>
                  <a:cubicBezTo>
                    <a:pt x="4742" y="19614"/>
                    <a:pt x="4682" y="19523"/>
                    <a:pt x="4651" y="19462"/>
                  </a:cubicBezTo>
                  <a:cubicBezTo>
                    <a:pt x="3952" y="18246"/>
                    <a:pt x="3496" y="16909"/>
                    <a:pt x="3314" y="15511"/>
                  </a:cubicBezTo>
                  <a:cubicBezTo>
                    <a:pt x="3283" y="15328"/>
                    <a:pt x="3283" y="15146"/>
                    <a:pt x="3344" y="14964"/>
                  </a:cubicBezTo>
                  <a:cubicBezTo>
                    <a:pt x="3405" y="14781"/>
                    <a:pt x="3557" y="14629"/>
                    <a:pt x="3739" y="14629"/>
                  </a:cubicBezTo>
                  <a:close/>
                  <a:moveTo>
                    <a:pt x="8238" y="20830"/>
                  </a:moveTo>
                  <a:cubicBezTo>
                    <a:pt x="8299" y="20982"/>
                    <a:pt x="8359" y="21164"/>
                    <a:pt x="8390" y="21286"/>
                  </a:cubicBezTo>
                  <a:cubicBezTo>
                    <a:pt x="8451" y="21711"/>
                    <a:pt x="8390" y="22015"/>
                    <a:pt x="7904" y="22350"/>
                  </a:cubicBezTo>
                  <a:cubicBezTo>
                    <a:pt x="7630" y="22549"/>
                    <a:pt x="7049" y="22891"/>
                    <a:pt x="6615" y="22891"/>
                  </a:cubicBezTo>
                  <a:cubicBezTo>
                    <a:pt x="6519" y="22891"/>
                    <a:pt x="6430" y="22875"/>
                    <a:pt x="6353" y="22836"/>
                  </a:cubicBezTo>
                  <a:cubicBezTo>
                    <a:pt x="6171" y="22745"/>
                    <a:pt x="6049" y="22532"/>
                    <a:pt x="6080" y="22350"/>
                  </a:cubicBezTo>
                  <a:cubicBezTo>
                    <a:pt x="6080" y="22167"/>
                    <a:pt x="6201" y="21985"/>
                    <a:pt x="6323" y="21863"/>
                  </a:cubicBezTo>
                  <a:cubicBezTo>
                    <a:pt x="6809" y="21286"/>
                    <a:pt x="7508" y="20891"/>
                    <a:pt x="8238" y="20830"/>
                  </a:cubicBezTo>
                  <a:close/>
                  <a:moveTo>
                    <a:pt x="11135" y="1"/>
                  </a:moveTo>
                  <a:cubicBezTo>
                    <a:pt x="10928" y="1"/>
                    <a:pt x="10739" y="14"/>
                    <a:pt x="10578" y="39"/>
                  </a:cubicBezTo>
                  <a:cubicBezTo>
                    <a:pt x="6688" y="617"/>
                    <a:pt x="4682" y="3960"/>
                    <a:pt x="3010" y="7122"/>
                  </a:cubicBezTo>
                  <a:cubicBezTo>
                    <a:pt x="2979" y="7182"/>
                    <a:pt x="2949" y="7213"/>
                    <a:pt x="2979" y="7274"/>
                  </a:cubicBezTo>
                  <a:cubicBezTo>
                    <a:pt x="2979" y="7365"/>
                    <a:pt x="3040" y="7395"/>
                    <a:pt x="3101" y="7456"/>
                  </a:cubicBezTo>
                  <a:cubicBezTo>
                    <a:pt x="3770" y="8003"/>
                    <a:pt x="4195" y="8885"/>
                    <a:pt x="4226" y="9796"/>
                  </a:cubicBezTo>
                  <a:cubicBezTo>
                    <a:pt x="4226" y="9888"/>
                    <a:pt x="4195" y="9979"/>
                    <a:pt x="4165" y="10070"/>
                  </a:cubicBezTo>
                  <a:cubicBezTo>
                    <a:pt x="4095" y="10163"/>
                    <a:pt x="3972" y="10203"/>
                    <a:pt x="3850" y="10203"/>
                  </a:cubicBezTo>
                  <a:cubicBezTo>
                    <a:pt x="3813" y="10203"/>
                    <a:pt x="3775" y="10199"/>
                    <a:pt x="3739" y="10192"/>
                  </a:cubicBezTo>
                  <a:cubicBezTo>
                    <a:pt x="3618" y="10131"/>
                    <a:pt x="3496" y="10009"/>
                    <a:pt x="3405" y="9918"/>
                  </a:cubicBezTo>
                  <a:cubicBezTo>
                    <a:pt x="3040" y="9492"/>
                    <a:pt x="2827" y="9037"/>
                    <a:pt x="2645" y="8520"/>
                  </a:cubicBezTo>
                  <a:cubicBezTo>
                    <a:pt x="1490" y="10769"/>
                    <a:pt x="1125" y="14265"/>
                    <a:pt x="1399" y="16727"/>
                  </a:cubicBezTo>
                  <a:cubicBezTo>
                    <a:pt x="1551" y="18216"/>
                    <a:pt x="2098" y="19857"/>
                    <a:pt x="1976" y="21347"/>
                  </a:cubicBezTo>
                  <a:cubicBezTo>
                    <a:pt x="1855" y="23170"/>
                    <a:pt x="1095" y="24903"/>
                    <a:pt x="609" y="26666"/>
                  </a:cubicBezTo>
                  <a:cubicBezTo>
                    <a:pt x="61" y="28581"/>
                    <a:pt x="1" y="30709"/>
                    <a:pt x="396" y="32684"/>
                  </a:cubicBezTo>
                  <a:cubicBezTo>
                    <a:pt x="548" y="33414"/>
                    <a:pt x="913" y="34113"/>
                    <a:pt x="1581" y="34478"/>
                  </a:cubicBezTo>
                  <a:cubicBezTo>
                    <a:pt x="1821" y="34614"/>
                    <a:pt x="2103" y="34683"/>
                    <a:pt x="2384" y="34683"/>
                  </a:cubicBezTo>
                  <a:cubicBezTo>
                    <a:pt x="2854" y="34683"/>
                    <a:pt x="3321" y="34493"/>
                    <a:pt x="3587" y="34113"/>
                  </a:cubicBezTo>
                  <a:cubicBezTo>
                    <a:pt x="3779" y="34177"/>
                    <a:pt x="3978" y="34207"/>
                    <a:pt x="4177" y="34207"/>
                  </a:cubicBezTo>
                  <a:cubicBezTo>
                    <a:pt x="4929" y="34207"/>
                    <a:pt x="5683" y="33776"/>
                    <a:pt x="6019" y="33079"/>
                  </a:cubicBezTo>
                  <a:cubicBezTo>
                    <a:pt x="6323" y="32380"/>
                    <a:pt x="6232" y="31590"/>
                    <a:pt x="6201" y="30830"/>
                  </a:cubicBezTo>
                  <a:cubicBezTo>
                    <a:pt x="6141" y="28277"/>
                    <a:pt x="7052" y="26210"/>
                    <a:pt x="8511" y="24204"/>
                  </a:cubicBezTo>
                  <a:cubicBezTo>
                    <a:pt x="9940" y="22259"/>
                    <a:pt x="9788" y="19249"/>
                    <a:pt x="10335" y="16939"/>
                  </a:cubicBezTo>
                  <a:cubicBezTo>
                    <a:pt x="10882" y="14599"/>
                    <a:pt x="12098" y="12471"/>
                    <a:pt x="13162" y="10344"/>
                  </a:cubicBezTo>
                  <a:cubicBezTo>
                    <a:pt x="14135" y="8337"/>
                    <a:pt x="15411" y="6362"/>
                    <a:pt x="15047" y="4143"/>
                  </a:cubicBezTo>
                  <a:cubicBezTo>
                    <a:pt x="14986" y="3930"/>
                    <a:pt x="14955" y="3717"/>
                    <a:pt x="14864" y="3474"/>
                  </a:cubicBezTo>
                  <a:cubicBezTo>
                    <a:pt x="14864" y="3444"/>
                    <a:pt x="14864" y="3413"/>
                    <a:pt x="14803" y="3383"/>
                  </a:cubicBezTo>
                  <a:cubicBezTo>
                    <a:pt x="14786" y="3365"/>
                    <a:pt x="14765" y="3358"/>
                    <a:pt x="14744" y="3358"/>
                  </a:cubicBezTo>
                  <a:cubicBezTo>
                    <a:pt x="14692" y="3358"/>
                    <a:pt x="14634" y="3401"/>
                    <a:pt x="14591" y="3444"/>
                  </a:cubicBezTo>
                  <a:cubicBezTo>
                    <a:pt x="14013" y="3930"/>
                    <a:pt x="13314" y="4325"/>
                    <a:pt x="12584" y="4568"/>
                  </a:cubicBezTo>
                  <a:cubicBezTo>
                    <a:pt x="12535" y="4581"/>
                    <a:pt x="12470" y="4593"/>
                    <a:pt x="12407" y="4593"/>
                  </a:cubicBezTo>
                  <a:cubicBezTo>
                    <a:pt x="12314" y="4593"/>
                    <a:pt x="12225" y="4567"/>
                    <a:pt x="12189" y="4477"/>
                  </a:cubicBezTo>
                  <a:cubicBezTo>
                    <a:pt x="12159" y="4386"/>
                    <a:pt x="12189" y="4325"/>
                    <a:pt x="12220" y="4264"/>
                  </a:cubicBezTo>
                  <a:cubicBezTo>
                    <a:pt x="12463" y="3808"/>
                    <a:pt x="12797" y="3413"/>
                    <a:pt x="13223" y="3109"/>
                  </a:cubicBezTo>
                  <a:cubicBezTo>
                    <a:pt x="13648" y="2805"/>
                    <a:pt x="14256" y="2532"/>
                    <a:pt x="14287" y="2015"/>
                  </a:cubicBezTo>
                  <a:cubicBezTo>
                    <a:pt x="14365" y="523"/>
                    <a:pt x="12415" y="1"/>
                    <a:pt x="1113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76"/>
            <p:cNvSpPr/>
            <p:nvPr/>
          </p:nvSpPr>
          <p:spPr>
            <a:xfrm>
              <a:off x="2410415" y="2260709"/>
              <a:ext cx="119141" cy="1026000"/>
            </a:xfrm>
            <a:custGeom>
              <a:avLst/>
              <a:gdLst/>
              <a:ahLst/>
              <a:cxnLst/>
              <a:rect l="l" t="t" r="r" b="b"/>
              <a:pathLst>
                <a:path w="3618" h="31157" fill="none" extrusionOk="0">
                  <a:moveTo>
                    <a:pt x="0" y="31156"/>
                  </a:moveTo>
                  <a:cubicBezTo>
                    <a:pt x="669" y="29941"/>
                    <a:pt x="1337" y="28694"/>
                    <a:pt x="1641" y="27327"/>
                  </a:cubicBezTo>
                  <a:cubicBezTo>
                    <a:pt x="1854" y="26415"/>
                    <a:pt x="1915" y="25442"/>
                    <a:pt x="1976" y="24469"/>
                  </a:cubicBezTo>
                  <a:cubicBezTo>
                    <a:pt x="2006" y="23801"/>
                    <a:pt x="1945" y="23618"/>
                    <a:pt x="2067" y="22980"/>
                  </a:cubicBezTo>
                  <a:cubicBezTo>
                    <a:pt x="2857" y="19302"/>
                    <a:pt x="3617" y="15472"/>
                    <a:pt x="2553" y="11916"/>
                  </a:cubicBezTo>
                  <a:cubicBezTo>
                    <a:pt x="2037" y="10183"/>
                    <a:pt x="1125" y="8573"/>
                    <a:pt x="973" y="6779"/>
                  </a:cubicBezTo>
                  <a:cubicBezTo>
                    <a:pt x="821" y="4348"/>
                    <a:pt x="2128" y="2068"/>
                    <a:pt x="3404" y="1"/>
                  </a:cubicBezTo>
                </a:path>
              </a:pathLst>
            </a:custGeom>
            <a:solidFill>
              <a:schemeClr val="dk2"/>
            </a:solidFill>
            <a:ln w="9525" cap="rnd"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76"/>
            <p:cNvSpPr/>
            <p:nvPr/>
          </p:nvSpPr>
          <p:spPr>
            <a:xfrm>
              <a:off x="2330682" y="3113509"/>
              <a:ext cx="338001" cy="399210"/>
            </a:xfrm>
            <a:custGeom>
              <a:avLst/>
              <a:gdLst/>
              <a:ahLst/>
              <a:cxnLst/>
              <a:rect l="l" t="t" r="r" b="b"/>
              <a:pathLst>
                <a:path w="13588" h="12123" extrusionOk="0">
                  <a:moveTo>
                    <a:pt x="1" y="1"/>
                  </a:moveTo>
                  <a:cubicBezTo>
                    <a:pt x="1" y="1"/>
                    <a:pt x="1277" y="10852"/>
                    <a:pt x="1551" y="12068"/>
                  </a:cubicBezTo>
                  <a:cubicBezTo>
                    <a:pt x="1561" y="12109"/>
                    <a:pt x="2746" y="12122"/>
                    <a:pt x="4323" y="12122"/>
                  </a:cubicBezTo>
                  <a:cubicBezTo>
                    <a:pt x="7475" y="12122"/>
                    <a:pt x="12189" y="12068"/>
                    <a:pt x="12189" y="12068"/>
                  </a:cubicBezTo>
                  <a:cubicBezTo>
                    <a:pt x="12250" y="11946"/>
                    <a:pt x="12737" y="5959"/>
                    <a:pt x="12858" y="5472"/>
                  </a:cubicBezTo>
                  <a:lnTo>
                    <a:pt x="1358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9" name="Google Shape;1689;p76"/>
          <p:cNvSpPr txBox="1">
            <a:spLocks noGrp="1"/>
          </p:cNvSpPr>
          <p:nvPr>
            <p:ph type="title"/>
          </p:nvPr>
        </p:nvSpPr>
        <p:spPr>
          <a:xfrm>
            <a:off x="4560178" y="2302268"/>
            <a:ext cx="3858900" cy="1181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Thanks!</a:t>
            </a:r>
            <a:endParaRPr dirty="0"/>
          </a:p>
        </p:txBody>
      </p:sp>
      <p:grpSp>
        <p:nvGrpSpPr>
          <p:cNvPr id="1707" name="Google Shape;1707;p76"/>
          <p:cNvGrpSpPr/>
          <p:nvPr/>
        </p:nvGrpSpPr>
        <p:grpSpPr>
          <a:xfrm>
            <a:off x="570870" y="1796223"/>
            <a:ext cx="3500680" cy="2149710"/>
            <a:chOff x="713223" y="2038668"/>
            <a:chExt cx="2783620" cy="1709375"/>
          </a:xfrm>
        </p:grpSpPr>
        <p:sp>
          <p:nvSpPr>
            <p:cNvPr id="1708" name="Google Shape;1708;p76"/>
            <p:cNvSpPr/>
            <p:nvPr/>
          </p:nvSpPr>
          <p:spPr>
            <a:xfrm>
              <a:off x="2236912" y="3199987"/>
              <a:ext cx="678879" cy="400324"/>
            </a:xfrm>
            <a:custGeom>
              <a:avLst/>
              <a:gdLst/>
              <a:ahLst/>
              <a:cxnLst/>
              <a:rect l="l" t="t" r="r" b="b"/>
              <a:pathLst>
                <a:path w="18147" h="10701" extrusionOk="0">
                  <a:moveTo>
                    <a:pt x="5380" y="1"/>
                  </a:moveTo>
                  <a:cubicBezTo>
                    <a:pt x="5380" y="1"/>
                    <a:pt x="2675" y="1"/>
                    <a:pt x="1307" y="1186"/>
                  </a:cubicBezTo>
                  <a:lnTo>
                    <a:pt x="1277" y="1186"/>
                  </a:lnTo>
                  <a:cubicBezTo>
                    <a:pt x="942" y="1490"/>
                    <a:pt x="669" y="1855"/>
                    <a:pt x="547" y="2311"/>
                  </a:cubicBezTo>
                  <a:cubicBezTo>
                    <a:pt x="0" y="4621"/>
                    <a:pt x="1033" y="6201"/>
                    <a:pt x="3222" y="7478"/>
                  </a:cubicBezTo>
                  <a:cubicBezTo>
                    <a:pt x="5380" y="8755"/>
                    <a:pt x="13040" y="10700"/>
                    <a:pt x="13040" y="10700"/>
                  </a:cubicBezTo>
                  <a:lnTo>
                    <a:pt x="16201" y="8755"/>
                  </a:lnTo>
                  <a:lnTo>
                    <a:pt x="18146" y="7600"/>
                  </a:lnTo>
                  <a:lnTo>
                    <a:pt x="5380"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76"/>
            <p:cNvSpPr/>
            <p:nvPr/>
          </p:nvSpPr>
          <p:spPr>
            <a:xfrm>
              <a:off x="2236912" y="3228493"/>
              <a:ext cx="606079" cy="371818"/>
            </a:xfrm>
            <a:custGeom>
              <a:avLst/>
              <a:gdLst/>
              <a:ahLst/>
              <a:cxnLst/>
              <a:rect l="l" t="t" r="r" b="b"/>
              <a:pathLst>
                <a:path w="16201" h="9939" extrusionOk="0">
                  <a:moveTo>
                    <a:pt x="2759" y="1"/>
                  </a:moveTo>
                  <a:cubicBezTo>
                    <a:pt x="1949" y="1"/>
                    <a:pt x="1482" y="279"/>
                    <a:pt x="1307" y="424"/>
                  </a:cubicBezTo>
                  <a:lnTo>
                    <a:pt x="1277" y="424"/>
                  </a:lnTo>
                  <a:cubicBezTo>
                    <a:pt x="942" y="728"/>
                    <a:pt x="669" y="1093"/>
                    <a:pt x="547" y="1549"/>
                  </a:cubicBezTo>
                  <a:cubicBezTo>
                    <a:pt x="0" y="3859"/>
                    <a:pt x="1033" y="5439"/>
                    <a:pt x="3222" y="6716"/>
                  </a:cubicBezTo>
                  <a:cubicBezTo>
                    <a:pt x="5380" y="7993"/>
                    <a:pt x="13040" y="9938"/>
                    <a:pt x="13040" y="9938"/>
                  </a:cubicBezTo>
                  <a:lnTo>
                    <a:pt x="16201" y="7993"/>
                  </a:lnTo>
                  <a:cubicBezTo>
                    <a:pt x="15897" y="7780"/>
                    <a:pt x="10487" y="4102"/>
                    <a:pt x="6687" y="1518"/>
                  </a:cubicBezTo>
                  <a:cubicBezTo>
                    <a:pt x="4928" y="330"/>
                    <a:pt x="3641" y="1"/>
                    <a:pt x="2759"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76"/>
            <p:cNvSpPr/>
            <p:nvPr/>
          </p:nvSpPr>
          <p:spPr>
            <a:xfrm>
              <a:off x="2621225" y="3514380"/>
              <a:ext cx="321838" cy="233663"/>
            </a:xfrm>
            <a:custGeom>
              <a:avLst/>
              <a:gdLst/>
              <a:ahLst/>
              <a:cxnLst/>
              <a:rect l="l" t="t" r="r" b="b"/>
              <a:pathLst>
                <a:path w="8603" h="6246" extrusionOk="0">
                  <a:moveTo>
                    <a:pt x="6372" y="1"/>
                  </a:moveTo>
                  <a:cubicBezTo>
                    <a:pt x="6158" y="1"/>
                    <a:pt x="5921" y="43"/>
                    <a:pt x="5654" y="138"/>
                  </a:cubicBezTo>
                  <a:cubicBezTo>
                    <a:pt x="5654" y="138"/>
                    <a:pt x="5138" y="290"/>
                    <a:pt x="3435" y="1658"/>
                  </a:cubicBezTo>
                  <a:cubicBezTo>
                    <a:pt x="1703" y="3026"/>
                    <a:pt x="1" y="3633"/>
                    <a:pt x="305" y="5062"/>
                  </a:cubicBezTo>
                  <a:cubicBezTo>
                    <a:pt x="455" y="5846"/>
                    <a:pt x="1356" y="6246"/>
                    <a:pt x="2384" y="6246"/>
                  </a:cubicBezTo>
                  <a:cubicBezTo>
                    <a:pt x="3230" y="6246"/>
                    <a:pt x="4162" y="5975"/>
                    <a:pt x="4834" y="5427"/>
                  </a:cubicBezTo>
                  <a:cubicBezTo>
                    <a:pt x="6293" y="4181"/>
                    <a:pt x="8603" y="1992"/>
                    <a:pt x="8086" y="1232"/>
                  </a:cubicBezTo>
                  <a:cubicBezTo>
                    <a:pt x="7653" y="607"/>
                    <a:pt x="7182" y="1"/>
                    <a:pt x="637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76"/>
            <p:cNvSpPr/>
            <p:nvPr/>
          </p:nvSpPr>
          <p:spPr>
            <a:xfrm>
              <a:off x="2637161" y="3518645"/>
              <a:ext cx="290002" cy="211142"/>
            </a:xfrm>
            <a:custGeom>
              <a:avLst/>
              <a:gdLst/>
              <a:ahLst/>
              <a:cxnLst/>
              <a:rect l="l" t="t" r="r" b="b"/>
              <a:pathLst>
                <a:path w="7752" h="5644" extrusionOk="0">
                  <a:moveTo>
                    <a:pt x="5718" y="1"/>
                  </a:moveTo>
                  <a:cubicBezTo>
                    <a:pt x="5535" y="1"/>
                    <a:pt x="5333" y="36"/>
                    <a:pt x="5107" y="115"/>
                  </a:cubicBezTo>
                  <a:cubicBezTo>
                    <a:pt x="5107" y="115"/>
                    <a:pt x="4620" y="267"/>
                    <a:pt x="3070" y="1513"/>
                  </a:cubicBezTo>
                  <a:cubicBezTo>
                    <a:pt x="1520" y="2760"/>
                    <a:pt x="0" y="3276"/>
                    <a:pt x="243" y="4583"/>
                  </a:cubicBezTo>
                  <a:cubicBezTo>
                    <a:pt x="393" y="5282"/>
                    <a:pt x="1208" y="5644"/>
                    <a:pt x="2134" y="5644"/>
                  </a:cubicBezTo>
                  <a:cubicBezTo>
                    <a:pt x="2899" y="5644"/>
                    <a:pt x="3741" y="5396"/>
                    <a:pt x="4347" y="4887"/>
                  </a:cubicBezTo>
                  <a:cubicBezTo>
                    <a:pt x="5654" y="3793"/>
                    <a:pt x="7751" y="1817"/>
                    <a:pt x="7265" y="1118"/>
                  </a:cubicBezTo>
                  <a:cubicBezTo>
                    <a:pt x="6876" y="559"/>
                    <a:pt x="6449" y="1"/>
                    <a:pt x="571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76"/>
            <p:cNvSpPr/>
            <p:nvPr/>
          </p:nvSpPr>
          <p:spPr>
            <a:xfrm>
              <a:off x="2802027" y="2567758"/>
              <a:ext cx="233139" cy="584419"/>
            </a:xfrm>
            <a:custGeom>
              <a:avLst/>
              <a:gdLst/>
              <a:ahLst/>
              <a:cxnLst/>
              <a:rect l="l" t="t" r="r" b="b"/>
              <a:pathLst>
                <a:path w="6232" h="15622" extrusionOk="0">
                  <a:moveTo>
                    <a:pt x="6201" y="1"/>
                  </a:moveTo>
                  <a:lnTo>
                    <a:pt x="6201" y="19"/>
                  </a:lnTo>
                  <a:lnTo>
                    <a:pt x="6201" y="19"/>
                  </a:lnTo>
                  <a:cubicBezTo>
                    <a:pt x="6221" y="7"/>
                    <a:pt x="6232" y="1"/>
                    <a:pt x="6232" y="1"/>
                  </a:cubicBezTo>
                  <a:close/>
                  <a:moveTo>
                    <a:pt x="6201" y="19"/>
                  </a:moveTo>
                  <a:cubicBezTo>
                    <a:pt x="5985" y="151"/>
                    <a:pt x="4661" y="1031"/>
                    <a:pt x="3770" y="3314"/>
                  </a:cubicBezTo>
                  <a:cubicBezTo>
                    <a:pt x="2767" y="5776"/>
                    <a:pt x="1247" y="12159"/>
                    <a:pt x="882" y="13041"/>
                  </a:cubicBezTo>
                  <a:cubicBezTo>
                    <a:pt x="548" y="13922"/>
                    <a:pt x="1" y="15077"/>
                    <a:pt x="2311" y="15503"/>
                  </a:cubicBezTo>
                  <a:cubicBezTo>
                    <a:pt x="2767" y="15588"/>
                    <a:pt x="3196" y="15622"/>
                    <a:pt x="3591" y="15622"/>
                  </a:cubicBezTo>
                  <a:cubicBezTo>
                    <a:pt x="5170" y="15622"/>
                    <a:pt x="6201" y="15077"/>
                    <a:pt x="6201" y="15077"/>
                  </a:cubicBezTo>
                  <a:lnTo>
                    <a:pt x="6201" y="19"/>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76"/>
            <p:cNvSpPr/>
            <p:nvPr/>
          </p:nvSpPr>
          <p:spPr>
            <a:xfrm>
              <a:off x="2447268" y="3536565"/>
              <a:ext cx="145562" cy="127418"/>
            </a:xfrm>
            <a:custGeom>
              <a:avLst/>
              <a:gdLst/>
              <a:ahLst/>
              <a:cxnLst/>
              <a:rect l="l" t="t" r="r" b="b"/>
              <a:pathLst>
                <a:path w="3891" h="3406" extrusionOk="0">
                  <a:moveTo>
                    <a:pt x="1246" y="1"/>
                  </a:moveTo>
                  <a:lnTo>
                    <a:pt x="243" y="700"/>
                  </a:lnTo>
                  <a:cubicBezTo>
                    <a:pt x="0" y="2098"/>
                    <a:pt x="487" y="2980"/>
                    <a:pt x="1702" y="3405"/>
                  </a:cubicBezTo>
                  <a:lnTo>
                    <a:pt x="3891" y="2524"/>
                  </a:lnTo>
                  <a:lnTo>
                    <a:pt x="124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76"/>
            <p:cNvSpPr/>
            <p:nvPr/>
          </p:nvSpPr>
          <p:spPr>
            <a:xfrm>
              <a:off x="2487072" y="3233731"/>
              <a:ext cx="357078" cy="423406"/>
            </a:xfrm>
            <a:custGeom>
              <a:avLst/>
              <a:gdLst/>
              <a:ahLst/>
              <a:cxnLst/>
              <a:rect l="l" t="t" r="r" b="b"/>
              <a:pathLst>
                <a:path w="9545" h="11318" extrusionOk="0">
                  <a:moveTo>
                    <a:pt x="8080" y="0"/>
                  </a:moveTo>
                  <a:cubicBezTo>
                    <a:pt x="7480" y="0"/>
                    <a:pt x="6485" y="167"/>
                    <a:pt x="5289" y="1014"/>
                  </a:cubicBezTo>
                  <a:cubicBezTo>
                    <a:pt x="3313" y="2412"/>
                    <a:pt x="0" y="8005"/>
                    <a:pt x="0" y="8005"/>
                  </a:cubicBezTo>
                  <a:cubicBezTo>
                    <a:pt x="0" y="8005"/>
                    <a:pt x="243" y="10588"/>
                    <a:pt x="2097" y="11318"/>
                  </a:cubicBezTo>
                  <a:cubicBezTo>
                    <a:pt x="2097" y="11318"/>
                    <a:pt x="5471" y="9707"/>
                    <a:pt x="7204" y="8643"/>
                  </a:cubicBezTo>
                  <a:cubicBezTo>
                    <a:pt x="8936" y="7579"/>
                    <a:pt x="9544" y="6546"/>
                    <a:pt x="9544" y="6546"/>
                  </a:cubicBezTo>
                  <a:lnTo>
                    <a:pt x="8693" y="71"/>
                  </a:lnTo>
                  <a:cubicBezTo>
                    <a:pt x="8693" y="71"/>
                    <a:pt x="8471" y="0"/>
                    <a:pt x="808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76"/>
            <p:cNvSpPr/>
            <p:nvPr/>
          </p:nvSpPr>
          <p:spPr>
            <a:xfrm>
              <a:off x="2881636" y="2556385"/>
              <a:ext cx="590180" cy="852873"/>
            </a:xfrm>
            <a:custGeom>
              <a:avLst/>
              <a:gdLst/>
              <a:ahLst/>
              <a:cxnLst/>
              <a:rect l="l" t="t" r="r" b="b"/>
              <a:pathLst>
                <a:path w="15776" h="22798" extrusionOk="0">
                  <a:moveTo>
                    <a:pt x="4256" y="1"/>
                  </a:moveTo>
                  <a:cubicBezTo>
                    <a:pt x="4256" y="1"/>
                    <a:pt x="2766" y="2797"/>
                    <a:pt x="2128" y="4226"/>
                  </a:cubicBezTo>
                  <a:cubicBezTo>
                    <a:pt x="1490" y="5624"/>
                    <a:pt x="426" y="7813"/>
                    <a:pt x="2098" y="10001"/>
                  </a:cubicBezTo>
                  <a:cubicBezTo>
                    <a:pt x="3739" y="12220"/>
                    <a:pt x="0" y="19059"/>
                    <a:pt x="0" y="19059"/>
                  </a:cubicBezTo>
                  <a:cubicBezTo>
                    <a:pt x="0" y="19059"/>
                    <a:pt x="2067" y="22038"/>
                    <a:pt x="7356" y="22311"/>
                  </a:cubicBezTo>
                  <a:cubicBezTo>
                    <a:pt x="8754" y="22402"/>
                    <a:pt x="9849" y="22463"/>
                    <a:pt x="10669" y="22524"/>
                  </a:cubicBezTo>
                  <a:cubicBezTo>
                    <a:pt x="12949" y="22706"/>
                    <a:pt x="13283" y="22798"/>
                    <a:pt x="13283" y="22798"/>
                  </a:cubicBezTo>
                  <a:cubicBezTo>
                    <a:pt x="13283" y="22798"/>
                    <a:pt x="14894" y="14864"/>
                    <a:pt x="15472" y="8968"/>
                  </a:cubicBezTo>
                  <a:cubicBezTo>
                    <a:pt x="15715" y="6597"/>
                    <a:pt x="15776" y="4530"/>
                    <a:pt x="15502" y="3466"/>
                  </a:cubicBezTo>
                  <a:cubicBezTo>
                    <a:pt x="14731" y="660"/>
                    <a:pt x="12898" y="337"/>
                    <a:pt x="12093" y="337"/>
                  </a:cubicBezTo>
                  <a:cubicBezTo>
                    <a:pt x="11852" y="337"/>
                    <a:pt x="11703" y="366"/>
                    <a:pt x="11703" y="366"/>
                  </a:cubicBezTo>
                  <a:lnTo>
                    <a:pt x="5259" y="305"/>
                  </a:lnTo>
                  <a:lnTo>
                    <a:pt x="4256"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76"/>
            <p:cNvSpPr/>
            <p:nvPr/>
          </p:nvSpPr>
          <p:spPr>
            <a:xfrm>
              <a:off x="2409746" y="3215923"/>
              <a:ext cx="573121" cy="180129"/>
            </a:xfrm>
            <a:custGeom>
              <a:avLst/>
              <a:gdLst/>
              <a:ahLst/>
              <a:cxnLst/>
              <a:rect l="l" t="t" r="r" b="b"/>
              <a:pathLst>
                <a:path w="15320" h="4815" extrusionOk="0">
                  <a:moveTo>
                    <a:pt x="0" y="0"/>
                  </a:moveTo>
                  <a:lnTo>
                    <a:pt x="183" y="669"/>
                  </a:lnTo>
                  <a:cubicBezTo>
                    <a:pt x="243" y="973"/>
                    <a:pt x="426" y="1216"/>
                    <a:pt x="699" y="1368"/>
                  </a:cubicBezTo>
                  <a:lnTo>
                    <a:pt x="5958" y="4499"/>
                  </a:lnTo>
                  <a:cubicBezTo>
                    <a:pt x="6310" y="4706"/>
                    <a:pt x="6704" y="4814"/>
                    <a:pt x="7102" y="4814"/>
                  </a:cubicBezTo>
                  <a:cubicBezTo>
                    <a:pt x="7289" y="4814"/>
                    <a:pt x="7476" y="4790"/>
                    <a:pt x="7660" y="4742"/>
                  </a:cubicBezTo>
                  <a:lnTo>
                    <a:pt x="14681" y="2827"/>
                  </a:lnTo>
                  <a:cubicBezTo>
                    <a:pt x="14985" y="2766"/>
                    <a:pt x="15228" y="2493"/>
                    <a:pt x="15259" y="2189"/>
                  </a:cubicBezTo>
                  <a:lnTo>
                    <a:pt x="15320" y="1672"/>
                  </a:lnTo>
                  <a:lnTo>
                    <a:pt x="0" y="0"/>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76"/>
            <p:cNvSpPr/>
            <p:nvPr/>
          </p:nvSpPr>
          <p:spPr>
            <a:xfrm>
              <a:off x="2555271" y="3180234"/>
              <a:ext cx="427596" cy="179007"/>
            </a:xfrm>
            <a:custGeom>
              <a:avLst/>
              <a:gdLst/>
              <a:ahLst/>
              <a:cxnLst/>
              <a:rect l="l" t="t" r="r" b="b"/>
              <a:pathLst>
                <a:path w="11430" h="4785" extrusionOk="0">
                  <a:moveTo>
                    <a:pt x="5563" y="0"/>
                  </a:moveTo>
                  <a:cubicBezTo>
                    <a:pt x="5523" y="0"/>
                    <a:pt x="5482" y="4"/>
                    <a:pt x="5442" y="12"/>
                  </a:cubicBezTo>
                  <a:cubicBezTo>
                    <a:pt x="4408" y="164"/>
                    <a:pt x="92" y="863"/>
                    <a:pt x="1" y="894"/>
                  </a:cubicBezTo>
                  <a:lnTo>
                    <a:pt x="2645" y="4784"/>
                  </a:lnTo>
                  <a:lnTo>
                    <a:pt x="11430" y="2626"/>
                  </a:lnTo>
                  <a:lnTo>
                    <a:pt x="5867" y="73"/>
                  </a:lnTo>
                  <a:cubicBezTo>
                    <a:pt x="5778" y="28"/>
                    <a:pt x="5673" y="0"/>
                    <a:pt x="556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76"/>
            <p:cNvSpPr/>
            <p:nvPr/>
          </p:nvSpPr>
          <p:spPr>
            <a:xfrm>
              <a:off x="2259059" y="2867150"/>
              <a:ext cx="414503" cy="498900"/>
            </a:xfrm>
            <a:custGeom>
              <a:avLst/>
              <a:gdLst/>
              <a:ahLst/>
              <a:cxnLst/>
              <a:rect l="l" t="t" r="r" b="b"/>
              <a:pathLst>
                <a:path w="11080" h="13336" extrusionOk="0">
                  <a:moveTo>
                    <a:pt x="308" y="1"/>
                  </a:moveTo>
                  <a:cubicBezTo>
                    <a:pt x="137" y="1"/>
                    <a:pt x="0" y="179"/>
                    <a:pt x="77" y="357"/>
                  </a:cubicBezTo>
                  <a:lnTo>
                    <a:pt x="138" y="509"/>
                  </a:lnTo>
                  <a:lnTo>
                    <a:pt x="4028" y="9323"/>
                  </a:lnTo>
                  <a:lnTo>
                    <a:pt x="10320" y="13336"/>
                  </a:lnTo>
                  <a:lnTo>
                    <a:pt x="11080" y="13032"/>
                  </a:lnTo>
                  <a:lnTo>
                    <a:pt x="6642" y="3487"/>
                  </a:lnTo>
                  <a:cubicBezTo>
                    <a:pt x="6399" y="2849"/>
                    <a:pt x="5913" y="2363"/>
                    <a:pt x="5274" y="2089"/>
                  </a:cubicBezTo>
                  <a:lnTo>
                    <a:pt x="411" y="22"/>
                  </a:lnTo>
                  <a:cubicBezTo>
                    <a:pt x="376" y="7"/>
                    <a:pt x="342" y="1"/>
                    <a:pt x="30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76"/>
            <p:cNvSpPr/>
            <p:nvPr/>
          </p:nvSpPr>
          <p:spPr>
            <a:xfrm>
              <a:off x="2264184" y="2886154"/>
              <a:ext cx="380983" cy="479895"/>
            </a:xfrm>
            <a:custGeom>
              <a:avLst/>
              <a:gdLst/>
              <a:ahLst/>
              <a:cxnLst/>
              <a:rect l="l" t="t" r="r" b="b"/>
              <a:pathLst>
                <a:path w="10184" h="12828" extrusionOk="0">
                  <a:moveTo>
                    <a:pt x="1" y="1"/>
                  </a:moveTo>
                  <a:lnTo>
                    <a:pt x="3891" y="8815"/>
                  </a:lnTo>
                  <a:lnTo>
                    <a:pt x="10183" y="12828"/>
                  </a:lnTo>
                  <a:lnTo>
                    <a:pt x="6049" y="3375"/>
                  </a:lnTo>
                  <a:cubicBezTo>
                    <a:pt x="5776" y="2736"/>
                    <a:pt x="5289" y="2250"/>
                    <a:pt x="4681" y="1976"/>
                  </a:cubicBezTo>
                  <a:lnTo>
                    <a:pt x="1"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76"/>
            <p:cNvSpPr/>
            <p:nvPr/>
          </p:nvSpPr>
          <p:spPr>
            <a:xfrm>
              <a:off x="3082902" y="2038668"/>
              <a:ext cx="295651" cy="527556"/>
            </a:xfrm>
            <a:custGeom>
              <a:avLst/>
              <a:gdLst/>
              <a:ahLst/>
              <a:cxnLst/>
              <a:rect l="l" t="t" r="r" b="b"/>
              <a:pathLst>
                <a:path w="7903" h="14102" extrusionOk="0">
                  <a:moveTo>
                    <a:pt x="3093" y="0"/>
                  </a:moveTo>
                  <a:cubicBezTo>
                    <a:pt x="2924" y="0"/>
                    <a:pt x="2754" y="13"/>
                    <a:pt x="2584" y="40"/>
                  </a:cubicBezTo>
                  <a:cubicBezTo>
                    <a:pt x="92" y="435"/>
                    <a:pt x="0" y="2624"/>
                    <a:pt x="0" y="2624"/>
                  </a:cubicBezTo>
                  <a:cubicBezTo>
                    <a:pt x="0" y="2624"/>
                    <a:pt x="2037" y="10436"/>
                    <a:pt x="3496" y="12928"/>
                  </a:cubicBezTo>
                  <a:cubicBezTo>
                    <a:pt x="3981" y="13784"/>
                    <a:pt x="4648" y="14101"/>
                    <a:pt x="5314" y="14101"/>
                  </a:cubicBezTo>
                  <a:cubicBezTo>
                    <a:pt x="6610" y="14101"/>
                    <a:pt x="7903" y="12901"/>
                    <a:pt x="7843" y="12138"/>
                  </a:cubicBezTo>
                  <a:cubicBezTo>
                    <a:pt x="7751" y="11013"/>
                    <a:pt x="6687" y="11195"/>
                    <a:pt x="6292" y="9980"/>
                  </a:cubicBezTo>
                  <a:cubicBezTo>
                    <a:pt x="5897" y="8764"/>
                    <a:pt x="7174" y="7122"/>
                    <a:pt x="7387" y="4691"/>
                  </a:cubicBezTo>
                  <a:cubicBezTo>
                    <a:pt x="7613" y="2425"/>
                    <a:pt x="5411" y="0"/>
                    <a:pt x="3093"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76"/>
            <p:cNvSpPr/>
            <p:nvPr/>
          </p:nvSpPr>
          <p:spPr>
            <a:xfrm>
              <a:off x="3082902" y="2119773"/>
              <a:ext cx="171749" cy="105870"/>
            </a:xfrm>
            <a:custGeom>
              <a:avLst/>
              <a:gdLst/>
              <a:ahLst/>
              <a:cxnLst/>
              <a:rect l="l" t="t" r="r" b="b"/>
              <a:pathLst>
                <a:path w="4591" h="2830" extrusionOk="0">
                  <a:moveTo>
                    <a:pt x="1108" y="1"/>
                  </a:moveTo>
                  <a:cubicBezTo>
                    <a:pt x="258" y="1"/>
                    <a:pt x="0" y="456"/>
                    <a:pt x="0" y="456"/>
                  </a:cubicBezTo>
                  <a:cubicBezTo>
                    <a:pt x="0" y="456"/>
                    <a:pt x="3012" y="2829"/>
                    <a:pt x="3913" y="2829"/>
                  </a:cubicBezTo>
                  <a:cubicBezTo>
                    <a:pt x="3996" y="2829"/>
                    <a:pt x="4061" y="2809"/>
                    <a:pt x="4104" y="2766"/>
                  </a:cubicBezTo>
                  <a:cubicBezTo>
                    <a:pt x="4590" y="2280"/>
                    <a:pt x="3283" y="426"/>
                    <a:pt x="1824" y="91"/>
                  </a:cubicBezTo>
                  <a:cubicBezTo>
                    <a:pt x="1548" y="27"/>
                    <a:pt x="1311" y="1"/>
                    <a:pt x="110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76"/>
            <p:cNvSpPr/>
            <p:nvPr/>
          </p:nvSpPr>
          <p:spPr>
            <a:xfrm>
              <a:off x="2899817" y="2137019"/>
              <a:ext cx="376419" cy="385809"/>
            </a:xfrm>
            <a:custGeom>
              <a:avLst/>
              <a:gdLst/>
              <a:ahLst/>
              <a:cxnLst/>
              <a:rect l="l" t="t" r="r" b="b"/>
              <a:pathLst>
                <a:path w="10062" h="10313" extrusionOk="0">
                  <a:moveTo>
                    <a:pt x="4772" y="1"/>
                  </a:moveTo>
                  <a:cubicBezTo>
                    <a:pt x="2625" y="1"/>
                    <a:pt x="1551" y="2123"/>
                    <a:pt x="1551" y="2123"/>
                  </a:cubicBezTo>
                  <a:cubicBezTo>
                    <a:pt x="1551" y="2123"/>
                    <a:pt x="852" y="2214"/>
                    <a:pt x="426" y="3612"/>
                  </a:cubicBezTo>
                  <a:cubicBezTo>
                    <a:pt x="1" y="4980"/>
                    <a:pt x="1460" y="6560"/>
                    <a:pt x="1460" y="6560"/>
                  </a:cubicBezTo>
                  <a:cubicBezTo>
                    <a:pt x="1460" y="6560"/>
                    <a:pt x="6820" y="10313"/>
                    <a:pt x="7986" y="10313"/>
                  </a:cubicBezTo>
                  <a:cubicBezTo>
                    <a:pt x="8122" y="10313"/>
                    <a:pt x="8201" y="10262"/>
                    <a:pt x="8208" y="10147"/>
                  </a:cubicBezTo>
                  <a:cubicBezTo>
                    <a:pt x="8238" y="9022"/>
                    <a:pt x="10062" y="7320"/>
                    <a:pt x="9758" y="4706"/>
                  </a:cubicBezTo>
                  <a:cubicBezTo>
                    <a:pt x="9484" y="2092"/>
                    <a:pt x="7904" y="481"/>
                    <a:pt x="5381" y="56"/>
                  </a:cubicBezTo>
                  <a:cubicBezTo>
                    <a:pt x="5169" y="18"/>
                    <a:pt x="4966" y="1"/>
                    <a:pt x="477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76"/>
            <p:cNvSpPr/>
            <p:nvPr/>
          </p:nvSpPr>
          <p:spPr>
            <a:xfrm>
              <a:off x="3053348" y="2429042"/>
              <a:ext cx="275188" cy="278630"/>
            </a:xfrm>
            <a:custGeom>
              <a:avLst/>
              <a:gdLst/>
              <a:ahLst/>
              <a:cxnLst/>
              <a:rect l="l" t="t" r="r" b="b"/>
              <a:pathLst>
                <a:path w="7356" h="7448" extrusionOk="0">
                  <a:moveTo>
                    <a:pt x="3192" y="1"/>
                  </a:moveTo>
                  <a:cubicBezTo>
                    <a:pt x="3192" y="1"/>
                    <a:pt x="2949" y="274"/>
                    <a:pt x="2553" y="669"/>
                  </a:cubicBezTo>
                  <a:cubicBezTo>
                    <a:pt x="1733" y="1612"/>
                    <a:pt x="395" y="3253"/>
                    <a:pt x="213" y="4286"/>
                  </a:cubicBezTo>
                  <a:cubicBezTo>
                    <a:pt x="0" y="5654"/>
                    <a:pt x="365" y="7448"/>
                    <a:pt x="2158" y="7448"/>
                  </a:cubicBezTo>
                  <a:cubicBezTo>
                    <a:pt x="2371" y="7448"/>
                    <a:pt x="2584" y="7417"/>
                    <a:pt x="2827" y="7356"/>
                  </a:cubicBezTo>
                  <a:cubicBezTo>
                    <a:pt x="5198" y="6840"/>
                    <a:pt x="7356" y="3800"/>
                    <a:pt x="7356" y="3800"/>
                  </a:cubicBezTo>
                  <a:cubicBezTo>
                    <a:pt x="7356" y="3800"/>
                    <a:pt x="5836" y="3618"/>
                    <a:pt x="5137" y="3314"/>
                  </a:cubicBezTo>
                  <a:cubicBezTo>
                    <a:pt x="4681" y="3071"/>
                    <a:pt x="3921" y="1581"/>
                    <a:pt x="3496" y="669"/>
                  </a:cubicBezTo>
                  <a:cubicBezTo>
                    <a:pt x="3465" y="578"/>
                    <a:pt x="3404" y="487"/>
                    <a:pt x="3374" y="396"/>
                  </a:cubicBezTo>
                  <a:cubicBezTo>
                    <a:pt x="3252" y="153"/>
                    <a:pt x="3192" y="1"/>
                    <a:pt x="3192"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76"/>
            <p:cNvSpPr/>
            <p:nvPr/>
          </p:nvSpPr>
          <p:spPr>
            <a:xfrm>
              <a:off x="2939621" y="2255908"/>
              <a:ext cx="287720" cy="311625"/>
            </a:xfrm>
            <a:custGeom>
              <a:avLst/>
              <a:gdLst/>
              <a:ahLst/>
              <a:cxnLst/>
              <a:rect l="l" t="t" r="r" b="b"/>
              <a:pathLst>
                <a:path w="7691" h="8330" extrusionOk="0">
                  <a:moveTo>
                    <a:pt x="845" y="1"/>
                  </a:moveTo>
                  <a:cubicBezTo>
                    <a:pt x="809" y="1"/>
                    <a:pt x="791" y="8"/>
                    <a:pt x="791" y="8"/>
                  </a:cubicBezTo>
                  <a:cubicBezTo>
                    <a:pt x="791" y="8"/>
                    <a:pt x="1" y="1954"/>
                    <a:pt x="517" y="4021"/>
                  </a:cubicBezTo>
                  <a:cubicBezTo>
                    <a:pt x="1004" y="6057"/>
                    <a:pt x="1824" y="7455"/>
                    <a:pt x="2219" y="8033"/>
                  </a:cubicBezTo>
                  <a:cubicBezTo>
                    <a:pt x="2344" y="8215"/>
                    <a:pt x="2685" y="8330"/>
                    <a:pt x="3125" y="8330"/>
                  </a:cubicBezTo>
                  <a:cubicBezTo>
                    <a:pt x="4300" y="8330"/>
                    <a:pt x="6182" y="7514"/>
                    <a:pt x="6536" y="4993"/>
                  </a:cubicBezTo>
                  <a:cubicBezTo>
                    <a:pt x="6536" y="4993"/>
                    <a:pt x="7691" y="4537"/>
                    <a:pt x="7600" y="3595"/>
                  </a:cubicBezTo>
                  <a:cubicBezTo>
                    <a:pt x="7556" y="3157"/>
                    <a:pt x="7274" y="2895"/>
                    <a:pt x="6969" y="2895"/>
                  </a:cubicBezTo>
                  <a:cubicBezTo>
                    <a:pt x="6639" y="2895"/>
                    <a:pt x="6282" y="3203"/>
                    <a:pt x="6171" y="3929"/>
                  </a:cubicBezTo>
                  <a:cubicBezTo>
                    <a:pt x="6171" y="3929"/>
                    <a:pt x="4773" y="3717"/>
                    <a:pt x="5289" y="2227"/>
                  </a:cubicBezTo>
                  <a:lnTo>
                    <a:pt x="5289" y="2227"/>
                  </a:lnTo>
                  <a:cubicBezTo>
                    <a:pt x="5289" y="2227"/>
                    <a:pt x="4530" y="2637"/>
                    <a:pt x="3721" y="2637"/>
                  </a:cubicBezTo>
                  <a:cubicBezTo>
                    <a:pt x="3120" y="2637"/>
                    <a:pt x="2491" y="2410"/>
                    <a:pt x="2128" y="1619"/>
                  </a:cubicBezTo>
                  <a:cubicBezTo>
                    <a:pt x="1463" y="141"/>
                    <a:pt x="997" y="1"/>
                    <a:pt x="845"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76"/>
            <p:cNvSpPr/>
            <p:nvPr/>
          </p:nvSpPr>
          <p:spPr>
            <a:xfrm>
              <a:off x="2656502" y="3235302"/>
              <a:ext cx="761892" cy="457674"/>
            </a:xfrm>
            <a:custGeom>
              <a:avLst/>
              <a:gdLst/>
              <a:ahLst/>
              <a:cxnLst/>
              <a:rect l="l" t="t" r="r" b="b"/>
              <a:pathLst>
                <a:path w="20366" h="12234" extrusionOk="0">
                  <a:moveTo>
                    <a:pt x="3838" y="1"/>
                  </a:moveTo>
                  <a:cubicBezTo>
                    <a:pt x="2459" y="1"/>
                    <a:pt x="1194" y="832"/>
                    <a:pt x="669" y="2157"/>
                  </a:cubicBezTo>
                  <a:cubicBezTo>
                    <a:pt x="0" y="3798"/>
                    <a:pt x="730" y="5683"/>
                    <a:pt x="2310" y="6473"/>
                  </a:cubicBezTo>
                  <a:lnTo>
                    <a:pt x="12584" y="11641"/>
                  </a:lnTo>
                  <a:cubicBezTo>
                    <a:pt x="13372" y="12035"/>
                    <a:pt x="14232" y="12233"/>
                    <a:pt x="15088" y="12233"/>
                  </a:cubicBezTo>
                  <a:cubicBezTo>
                    <a:pt x="16081" y="12233"/>
                    <a:pt x="17069" y="11966"/>
                    <a:pt x="17934" y="11428"/>
                  </a:cubicBezTo>
                  <a:cubicBezTo>
                    <a:pt x="19271" y="10577"/>
                    <a:pt x="20365" y="9057"/>
                    <a:pt x="19940" y="6261"/>
                  </a:cubicBezTo>
                  <a:cubicBezTo>
                    <a:pt x="19757" y="5014"/>
                    <a:pt x="18845" y="3981"/>
                    <a:pt x="17630" y="3647"/>
                  </a:cubicBezTo>
                  <a:lnTo>
                    <a:pt x="4742" y="121"/>
                  </a:lnTo>
                  <a:cubicBezTo>
                    <a:pt x="4439" y="40"/>
                    <a:pt x="4136" y="1"/>
                    <a:pt x="383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76"/>
            <p:cNvSpPr/>
            <p:nvPr/>
          </p:nvSpPr>
          <p:spPr>
            <a:xfrm>
              <a:off x="2195948" y="3553399"/>
              <a:ext cx="315030" cy="155064"/>
            </a:xfrm>
            <a:custGeom>
              <a:avLst/>
              <a:gdLst/>
              <a:ahLst/>
              <a:cxnLst/>
              <a:rect l="l" t="t" r="r" b="b"/>
              <a:pathLst>
                <a:path w="8421" h="4145" extrusionOk="0">
                  <a:moveTo>
                    <a:pt x="4395" y="0"/>
                  </a:moveTo>
                  <a:cubicBezTo>
                    <a:pt x="3344" y="0"/>
                    <a:pt x="1259" y="357"/>
                    <a:pt x="639" y="949"/>
                  </a:cubicBezTo>
                  <a:cubicBezTo>
                    <a:pt x="1" y="1587"/>
                    <a:pt x="92" y="3107"/>
                    <a:pt x="882" y="3715"/>
                  </a:cubicBezTo>
                  <a:cubicBezTo>
                    <a:pt x="1269" y="4040"/>
                    <a:pt x="2200" y="4145"/>
                    <a:pt x="3206" y="4145"/>
                  </a:cubicBezTo>
                  <a:cubicBezTo>
                    <a:pt x="4174" y="4145"/>
                    <a:pt x="5212" y="4048"/>
                    <a:pt x="5898" y="3958"/>
                  </a:cubicBezTo>
                  <a:cubicBezTo>
                    <a:pt x="7265" y="3745"/>
                    <a:pt x="8420" y="2925"/>
                    <a:pt x="8420" y="2925"/>
                  </a:cubicBezTo>
                  <a:cubicBezTo>
                    <a:pt x="7144" y="2590"/>
                    <a:pt x="6779" y="1618"/>
                    <a:pt x="6961" y="250"/>
                  </a:cubicBezTo>
                  <a:cubicBezTo>
                    <a:pt x="6961" y="250"/>
                    <a:pt x="5563" y="37"/>
                    <a:pt x="4621" y="7"/>
                  </a:cubicBezTo>
                  <a:cubicBezTo>
                    <a:pt x="4553" y="2"/>
                    <a:pt x="4477" y="0"/>
                    <a:pt x="4395"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76"/>
            <p:cNvSpPr/>
            <p:nvPr/>
          </p:nvSpPr>
          <p:spPr>
            <a:xfrm>
              <a:off x="2664807" y="3059624"/>
              <a:ext cx="298719" cy="158544"/>
            </a:xfrm>
            <a:custGeom>
              <a:avLst/>
              <a:gdLst/>
              <a:ahLst/>
              <a:cxnLst/>
              <a:rect l="l" t="t" r="r" b="b"/>
              <a:pathLst>
                <a:path w="7985" h="4238" extrusionOk="0">
                  <a:moveTo>
                    <a:pt x="5977" y="0"/>
                  </a:moveTo>
                  <a:cubicBezTo>
                    <a:pt x="4607" y="0"/>
                    <a:pt x="3092" y="1971"/>
                    <a:pt x="2149" y="2294"/>
                  </a:cubicBezTo>
                  <a:cubicBezTo>
                    <a:pt x="1115" y="2659"/>
                    <a:pt x="52" y="3570"/>
                    <a:pt x="21" y="3814"/>
                  </a:cubicBezTo>
                  <a:cubicBezTo>
                    <a:pt x="0" y="3982"/>
                    <a:pt x="402" y="4238"/>
                    <a:pt x="1116" y="4238"/>
                  </a:cubicBezTo>
                  <a:cubicBezTo>
                    <a:pt x="1432" y="4238"/>
                    <a:pt x="1810" y="4188"/>
                    <a:pt x="2240" y="4057"/>
                  </a:cubicBezTo>
                  <a:cubicBezTo>
                    <a:pt x="3638" y="3662"/>
                    <a:pt x="4398" y="3236"/>
                    <a:pt x="4459" y="2871"/>
                  </a:cubicBezTo>
                  <a:cubicBezTo>
                    <a:pt x="4459" y="2871"/>
                    <a:pt x="5979" y="2871"/>
                    <a:pt x="7559" y="2203"/>
                  </a:cubicBezTo>
                  <a:cubicBezTo>
                    <a:pt x="7559" y="2203"/>
                    <a:pt x="7985" y="744"/>
                    <a:pt x="6495" y="105"/>
                  </a:cubicBezTo>
                  <a:cubicBezTo>
                    <a:pt x="6326" y="33"/>
                    <a:pt x="6153" y="0"/>
                    <a:pt x="597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76"/>
            <p:cNvSpPr/>
            <p:nvPr/>
          </p:nvSpPr>
          <p:spPr>
            <a:xfrm>
              <a:off x="2717892" y="2606402"/>
              <a:ext cx="778951" cy="669564"/>
            </a:xfrm>
            <a:custGeom>
              <a:avLst/>
              <a:gdLst/>
              <a:ahLst/>
              <a:cxnLst/>
              <a:rect l="l" t="t" r="r" b="b"/>
              <a:pathLst>
                <a:path w="20822" h="17898" extrusionOk="0">
                  <a:moveTo>
                    <a:pt x="18731" y="1"/>
                  </a:moveTo>
                  <a:cubicBezTo>
                    <a:pt x="17700" y="1"/>
                    <a:pt x="16291" y="3952"/>
                    <a:pt x="16110" y="7813"/>
                  </a:cubicBezTo>
                  <a:cubicBezTo>
                    <a:pt x="15928" y="11704"/>
                    <a:pt x="15685" y="13801"/>
                    <a:pt x="15685" y="13922"/>
                  </a:cubicBezTo>
                  <a:cubicBezTo>
                    <a:pt x="15685" y="13922"/>
                    <a:pt x="15320" y="13862"/>
                    <a:pt x="14165" y="13862"/>
                  </a:cubicBezTo>
                  <a:cubicBezTo>
                    <a:pt x="13982" y="13862"/>
                    <a:pt x="13709" y="13831"/>
                    <a:pt x="13314" y="13801"/>
                  </a:cubicBezTo>
                  <a:cubicBezTo>
                    <a:pt x="11259" y="13713"/>
                    <a:pt x="6625" y="13313"/>
                    <a:pt x="6227" y="13313"/>
                  </a:cubicBezTo>
                  <a:cubicBezTo>
                    <a:pt x="6213" y="13313"/>
                    <a:pt x="6204" y="13314"/>
                    <a:pt x="6201" y="13315"/>
                  </a:cubicBezTo>
                  <a:cubicBezTo>
                    <a:pt x="6110" y="13345"/>
                    <a:pt x="3557" y="13467"/>
                    <a:pt x="2979" y="13740"/>
                  </a:cubicBezTo>
                  <a:cubicBezTo>
                    <a:pt x="2402" y="14014"/>
                    <a:pt x="1034" y="15047"/>
                    <a:pt x="517" y="15442"/>
                  </a:cubicBezTo>
                  <a:cubicBezTo>
                    <a:pt x="0" y="15837"/>
                    <a:pt x="213" y="15898"/>
                    <a:pt x="213" y="15898"/>
                  </a:cubicBezTo>
                  <a:cubicBezTo>
                    <a:pt x="244" y="16172"/>
                    <a:pt x="578" y="16293"/>
                    <a:pt x="578" y="16293"/>
                  </a:cubicBezTo>
                  <a:cubicBezTo>
                    <a:pt x="691" y="16438"/>
                    <a:pt x="871" y="16472"/>
                    <a:pt x="1017" y="16472"/>
                  </a:cubicBezTo>
                  <a:cubicBezTo>
                    <a:pt x="1146" y="16472"/>
                    <a:pt x="1247" y="16445"/>
                    <a:pt x="1247" y="16445"/>
                  </a:cubicBezTo>
                  <a:cubicBezTo>
                    <a:pt x="1287" y="16453"/>
                    <a:pt x="1330" y="16456"/>
                    <a:pt x="1375" y="16456"/>
                  </a:cubicBezTo>
                  <a:cubicBezTo>
                    <a:pt x="2020" y="16456"/>
                    <a:pt x="3185" y="15740"/>
                    <a:pt x="4057" y="15740"/>
                  </a:cubicBezTo>
                  <a:cubicBezTo>
                    <a:pt x="4104" y="15740"/>
                    <a:pt x="4150" y="15742"/>
                    <a:pt x="4195" y="15746"/>
                  </a:cubicBezTo>
                  <a:cubicBezTo>
                    <a:pt x="4257" y="15752"/>
                    <a:pt x="4317" y="15755"/>
                    <a:pt x="4375" y="15755"/>
                  </a:cubicBezTo>
                  <a:cubicBezTo>
                    <a:pt x="5220" y="15755"/>
                    <a:pt x="5593" y="15169"/>
                    <a:pt x="5593" y="15169"/>
                  </a:cubicBezTo>
                  <a:cubicBezTo>
                    <a:pt x="5593" y="15169"/>
                    <a:pt x="5613" y="15162"/>
                    <a:pt x="5673" y="15162"/>
                  </a:cubicBezTo>
                  <a:cubicBezTo>
                    <a:pt x="5938" y="15162"/>
                    <a:pt x="6990" y="15284"/>
                    <a:pt x="10609" y="16597"/>
                  </a:cubicBezTo>
                  <a:cubicBezTo>
                    <a:pt x="11368" y="16871"/>
                    <a:pt x="12128" y="17114"/>
                    <a:pt x="12858" y="17296"/>
                  </a:cubicBezTo>
                  <a:cubicBezTo>
                    <a:pt x="14388" y="17703"/>
                    <a:pt x="15786" y="17898"/>
                    <a:pt x="16884" y="17898"/>
                  </a:cubicBezTo>
                  <a:cubicBezTo>
                    <a:pt x="18251" y="17898"/>
                    <a:pt x="19153" y="17596"/>
                    <a:pt x="19271" y="17023"/>
                  </a:cubicBezTo>
                  <a:cubicBezTo>
                    <a:pt x="19514" y="15777"/>
                    <a:pt x="20457" y="10093"/>
                    <a:pt x="20639" y="7418"/>
                  </a:cubicBezTo>
                  <a:cubicBezTo>
                    <a:pt x="20821" y="4713"/>
                    <a:pt x="19788" y="92"/>
                    <a:pt x="18755" y="1"/>
                  </a:cubicBezTo>
                  <a:cubicBezTo>
                    <a:pt x="18747" y="1"/>
                    <a:pt x="18739" y="1"/>
                    <a:pt x="18731"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76"/>
            <p:cNvSpPr/>
            <p:nvPr/>
          </p:nvSpPr>
          <p:spPr>
            <a:xfrm>
              <a:off x="2717892" y="3104442"/>
              <a:ext cx="512854" cy="149041"/>
            </a:xfrm>
            <a:custGeom>
              <a:avLst/>
              <a:gdLst/>
              <a:ahLst/>
              <a:cxnLst/>
              <a:rect l="l" t="t" r="r" b="b"/>
              <a:pathLst>
                <a:path w="13709" h="3984" extrusionOk="0">
                  <a:moveTo>
                    <a:pt x="6227" y="0"/>
                  </a:moveTo>
                  <a:cubicBezTo>
                    <a:pt x="6213" y="0"/>
                    <a:pt x="6204" y="1"/>
                    <a:pt x="6201" y="2"/>
                  </a:cubicBezTo>
                  <a:cubicBezTo>
                    <a:pt x="6110" y="32"/>
                    <a:pt x="3557" y="154"/>
                    <a:pt x="2979" y="427"/>
                  </a:cubicBezTo>
                  <a:cubicBezTo>
                    <a:pt x="2402" y="701"/>
                    <a:pt x="1034" y="1734"/>
                    <a:pt x="517" y="2129"/>
                  </a:cubicBezTo>
                  <a:cubicBezTo>
                    <a:pt x="0" y="2524"/>
                    <a:pt x="213" y="2585"/>
                    <a:pt x="213" y="2585"/>
                  </a:cubicBezTo>
                  <a:cubicBezTo>
                    <a:pt x="244" y="2859"/>
                    <a:pt x="578" y="2980"/>
                    <a:pt x="578" y="2980"/>
                  </a:cubicBezTo>
                  <a:cubicBezTo>
                    <a:pt x="691" y="3125"/>
                    <a:pt x="871" y="3159"/>
                    <a:pt x="1017" y="3159"/>
                  </a:cubicBezTo>
                  <a:cubicBezTo>
                    <a:pt x="1146" y="3159"/>
                    <a:pt x="1247" y="3132"/>
                    <a:pt x="1247" y="3132"/>
                  </a:cubicBezTo>
                  <a:cubicBezTo>
                    <a:pt x="1287" y="3140"/>
                    <a:pt x="1330" y="3143"/>
                    <a:pt x="1375" y="3143"/>
                  </a:cubicBezTo>
                  <a:cubicBezTo>
                    <a:pt x="2020" y="3143"/>
                    <a:pt x="3185" y="2427"/>
                    <a:pt x="4057" y="2427"/>
                  </a:cubicBezTo>
                  <a:cubicBezTo>
                    <a:pt x="4104" y="2427"/>
                    <a:pt x="4150" y="2429"/>
                    <a:pt x="4195" y="2433"/>
                  </a:cubicBezTo>
                  <a:cubicBezTo>
                    <a:pt x="4278" y="2441"/>
                    <a:pt x="4358" y="2445"/>
                    <a:pt x="4434" y="2445"/>
                  </a:cubicBezTo>
                  <a:cubicBezTo>
                    <a:pt x="5247" y="2445"/>
                    <a:pt x="5654" y="2038"/>
                    <a:pt x="5654" y="2038"/>
                  </a:cubicBezTo>
                  <a:cubicBezTo>
                    <a:pt x="5654" y="2038"/>
                    <a:pt x="5661" y="2038"/>
                    <a:pt x="5675" y="2038"/>
                  </a:cubicBezTo>
                  <a:cubicBezTo>
                    <a:pt x="5832" y="2038"/>
                    <a:pt x="6910" y="2089"/>
                    <a:pt x="10609" y="3284"/>
                  </a:cubicBezTo>
                  <a:cubicBezTo>
                    <a:pt x="11368" y="3527"/>
                    <a:pt x="12128" y="3801"/>
                    <a:pt x="12858" y="3983"/>
                  </a:cubicBezTo>
                  <a:cubicBezTo>
                    <a:pt x="13283" y="3801"/>
                    <a:pt x="13527" y="2616"/>
                    <a:pt x="13618" y="1613"/>
                  </a:cubicBezTo>
                  <a:cubicBezTo>
                    <a:pt x="13709" y="579"/>
                    <a:pt x="13314" y="488"/>
                    <a:pt x="13314" y="488"/>
                  </a:cubicBezTo>
                  <a:cubicBezTo>
                    <a:pt x="11230" y="400"/>
                    <a:pt x="6623" y="0"/>
                    <a:pt x="6227"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76"/>
            <p:cNvSpPr/>
            <p:nvPr/>
          </p:nvSpPr>
          <p:spPr>
            <a:xfrm>
              <a:off x="1302244" y="3323926"/>
              <a:ext cx="659576" cy="266135"/>
            </a:xfrm>
            <a:custGeom>
              <a:avLst/>
              <a:gdLst/>
              <a:ahLst/>
              <a:cxnLst/>
              <a:rect l="l" t="t" r="r" b="b"/>
              <a:pathLst>
                <a:path w="17631" h="7114" extrusionOk="0">
                  <a:moveTo>
                    <a:pt x="8572" y="1"/>
                  </a:moveTo>
                  <a:cubicBezTo>
                    <a:pt x="5198" y="2129"/>
                    <a:pt x="487" y="4743"/>
                    <a:pt x="183" y="5746"/>
                  </a:cubicBezTo>
                  <a:lnTo>
                    <a:pt x="1" y="6536"/>
                  </a:lnTo>
                  <a:lnTo>
                    <a:pt x="7843" y="7113"/>
                  </a:lnTo>
                  <a:cubicBezTo>
                    <a:pt x="7843" y="7113"/>
                    <a:pt x="16293" y="6749"/>
                    <a:pt x="16962" y="4378"/>
                  </a:cubicBezTo>
                  <a:cubicBezTo>
                    <a:pt x="17630" y="2007"/>
                    <a:pt x="15989" y="31"/>
                    <a:pt x="15989" y="31"/>
                  </a:cubicBezTo>
                  <a:lnTo>
                    <a:pt x="8572"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76"/>
            <p:cNvSpPr/>
            <p:nvPr/>
          </p:nvSpPr>
          <p:spPr>
            <a:xfrm>
              <a:off x="1154437" y="2618374"/>
              <a:ext cx="582212" cy="681722"/>
            </a:xfrm>
            <a:custGeom>
              <a:avLst/>
              <a:gdLst/>
              <a:ahLst/>
              <a:cxnLst/>
              <a:rect l="l" t="t" r="r" b="b"/>
              <a:pathLst>
                <a:path w="15563" h="18223" extrusionOk="0">
                  <a:moveTo>
                    <a:pt x="1391" y="0"/>
                  </a:moveTo>
                  <a:cubicBezTo>
                    <a:pt x="56" y="0"/>
                    <a:pt x="0" y="11931"/>
                    <a:pt x="0" y="11931"/>
                  </a:cubicBezTo>
                  <a:lnTo>
                    <a:pt x="6475" y="16703"/>
                  </a:lnTo>
                  <a:lnTo>
                    <a:pt x="12797" y="18223"/>
                  </a:lnTo>
                  <a:lnTo>
                    <a:pt x="15563" y="17797"/>
                  </a:lnTo>
                  <a:cubicBezTo>
                    <a:pt x="15563" y="17797"/>
                    <a:pt x="14499" y="16794"/>
                    <a:pt x="13010" y="16429"/>
                  </a:cubicBezTo>
                  <a:cubicBezTo>
                    <a:pt x="13010" y="16429"/>
                    <a:pt x="8389" y="13815"/>
                    <a:pt x="6870" y="12843"/>
                  </a:cubicBezTo>
                  <a:cubicBezTo>
                    <a:pt x="5350" y="11870"/>
                    <a:pt x="4590" y="11688"/>
                    <a:pt x="4590" y="11688"/>
                  </a:cubicBezTo>
                  <a:cubicBezTo>
                    <a:pt x="4590" y="11688"/>
                    <a:pt x="4225" y="9165"/>
                    <a:pt x="4134" y="6551"/>
                  </a:cubicBezTo>
                  <a:cubicBezTo>
                    <a:pt x="4073" y="3937"/>
                    <a:pt x="3101" y="1262"/>
                    <a:pt x="1581" y="76"/>
                  </a:cubicBezTo>
                  <a:cubicBezTo>
                    <a:pt x="1515" y="25"/>
                    <a:pt x="1451" y="0"/>
                    <a:pt x="1391"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76"/>
            <p:cNvSpPr/>
            <p:nvPr/>
          </p:nvSpPr>
          <p:spPr>
            <a:xfrm>
              <a:off x="1051073" y="2614969"/>
              <a:ext cx="281922" cy="389027"/>
            </a:xfrm>
            <a:custGeom>
              <a:avLst/>
              <a:gdLst/>
              <a:ahLst/>
              <a:cxnLst/>
              <a:rect l="l" t="t" r="r" b="b"/>
              <a:pathLst>
                <a:path w="7536" h="10399" extrusionOk="0">
                  <a:moveTo>
                    <a:pt x="3970" y="1"/>
                  </a:moveTo>
                  <a:cubicBezTo>
                    <a:pt x="2246" y="1"/>
                    <a:pt x="0" y="9580"/>
                    <a:pt x="3310" y="10259"/>
                  </a:cubicBezTo>
                  <a:cubicBezTo>
                    <a:pt x="3785" y="10356"/>
                    <a:pt x="4207" y="10398"/>
                    <a:pt x="4584" y="10398"/>
                  </a:cubicBezTo>
                  <a:cubicBezTo>
                    <a:pt x="7033" y="10398"/>
                    <a:pt x="7535" y="8617"/>
                    <a:pt x="7535" y="8617"/>
                  </a:cubicBezTo>
                  <a:cubicBezTo>
                    <a:pt x="7535" y="8617"/>
                    <a:pt x="7201" y="6429"/>
                    <a:pt x="6472" y="3754"/>
                  </a:cubicBezTo>
                  <a:cubicBezTo>
                    <a:pt x="5712" y="1049"/>
                    <a:pt x="4344" y="167"/>
                    <a:pt x="4344" y="167"/>
                  </a:cubicBezTo>
                  <a:cubicBezTo>
                    <a:pt x="4224" y="54"/>
                    <a:pt x="4098" y="1"/>
                    <a:pt x="3970"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76"/>
            <p:cNvSpPr/>
            <p:nvPr/>
          </p:nvSpPr>
          <p:spPr>
            <a:xfrm>
              <a:off x="713223" y="2538204"/>
              <a:ext cx="645921" cy="973820"/>
            </a:xfrm>
            <a:custGeom>
              <a:avLst/>
              <a:gdLst/>
              <a:ahLst/>
              <a:cxnLst/>
              <a:rect l="l" t="t" r="r" b="b"/>
              <a:pathLst>
                <a:path w="17266" h="26031" extrusionOk="0">
                  <a:moveTo>
                    <a:pt x="8025" y="1"/>
                  </a:moveTo>
                  <a:cubicBezTo>
                    <a:pt x="8025" y="1"/>
                    <a:pt x="4378" y="426"/>
                    <a:pt x="2493" y="2463"/>
                  </a:cubicBezTo>
                  <a:cubicBezTo>
                    <a:pt x="609" y="4499"/>
                    <a:pt x="639" y="9241"/>
                    <a:pt x="244" y="13739"/>
                  </a:cubicBezTo>
                  <a:cubicBezTo>
                    <a:pt x="1" y="16414"/>
                    <a:pt x="669" y="19788"/>
                    <a:pt x="973" y="22250"/>
                  </a:cubicBezTo>
                  <a:cubicBezTo>
                    <a:pt x="1095" y="23192"/>
                    <a:pt x="1095" y="24013"/>
                    <a:pt x="1095" y="24591"/>
                  </a:cubicBezTo>
                  <a:cubicBezTo>
                    <a:pt x="1095" y="24986"/>
                    <a:pt x="1095" y="25290"/>
                    <a:pt x="1186" y="25411"/>
                  </a:cubicBezTo>
                  <a:cubicBezTo>
                    <a:pt x="1519" y="25929"/>
                    <a:pt x="1954" y="26031"/>
                    <a:pt x="2243" y="26031"/>
                  </a:cubicBezTo>
                  <a:cubicBezTo>
                    <a:pt x="2428" y="26031"/>
                    <a:pt x="2554" y="25989"/>
                    <a:pt x="2554" y="25989"/>
                  </a:cubicBezTo>
                  <a:lnTo>
                    <a:pt x="17053" y="17782"/>
                  </a:lnTo>
                  <a:lnTo>
                    <a:pt x="17266" y="17630"/>
                  </a:lnTo>
                  <a:lnTo>
                    <a:pt x="17205" y="17539"/>
                  </a:lnTo>
                  <a:cubicBezTo>
                    <a:pt x="16840" y="17144"/>
                    <a:pt x="15351" y="15563"/>
                    <a:pt x="13618" y="14226"/>
                  </a:cubicBezTo>
                  <a:cubicBezTo>
                    <a:pt x="13618" y="14226"/>
                    <a:pt x="13740" y="10639"/>
                    <a:pt x="14287" y="8116"/>
                  </a:cubicBezTo>
                  <a:cubicBezTo>
                    <a:pt x="14378" y="7599"/>
                    <a:pt x="14530" y="7144"/>
                    <a:pt x="14651" y="6748"/>
                  </a:cubicBezTo>
                  <a:cubicBezTo>
                    <a:pt x="15533" y="4499"/>
                    <a:pt x="13405" y="2219"/>
                    <a:pt x="13405" y="2219"/>
                  </a:cubicBezTo>
                  <a:lnTo>
                    <a:pt x="8025"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76"/>
            <p:cNvSpPr/>
            <p:nvPr/>
          </p:nvSpPr>
          <p:spPr>
            <a:xfrm>
              <a:off x="1583118" y="3243195"/>
              <a:ext cx="250198" cy="107067"/>
            </a:xfrm>
            <a:custGeom>
              <a:avLst/>
              <a:gdLst/>
              <a:ahLst/>
              <a:cxnLst/>
              <a:rect l="l" t="t" r="r" b="b"/>
              <a:pathLst>
                <a:path w="6688" h="2862" extrusionOk="0">
                  <a:moveTo>
                    <a:pt x="6688" y="1"/>
                  </a:moveTo>
                  <a:lnTo>
                    <a:pt x="0" y="1308"/>
                  </a:lnTo>
                  <a:lnTo>
                    <a:pt x="1064" y="2159"/>
                  </a:lnTo>
                  <a:cubicBezTo>
                    <a:pt x="1064" y="2159"/>
                    <a:pt x="5168" y="2736"/>
                    <a:pt x="5289" y="2858"/>
                  </a:cubicBezTo>
                  <a:cubicBezTo>
                    <a:pt x="5292" y="2860"/>
                    <a:pt x="5296" y="2862"/>
                    <a:pt x="5300" y="2862"/>
                  </a:cubicBezTo>
                  <a:cubicBezTo>
                    <a:pt x="5491" y="2862"/>
                    <a:pt x="6687" y="1"/>
                    <a:pt x="6688"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76"/>
            <p:cNvSpPr/>
            <p:nvPr/>
          </p:nvSpPr>
          <p:spPr>
            <a:xfrm>
              <a:off x="1688876" y="2944140"/>
              <a:ext cx="578808" cy="446713"/>
            </a:xfrm>
            <a:custGeom>
              <a:avLst/>
              <a:gdLst/>
              <a:ahLst/>
              <a:cxnLst/>
              <a:rect l="l" t="t" r="r" b="b"/>
              <a:pathLst>
                <a:path w="15472" h="11941" extrusionOk="0">
                  <a:moveTo>
                    <a:pt x="7812" y="1"/>
                  </a:moveTo>
                  <a:lnTo>
                    <a:pt x="0" y="10852"/>
                  </a:lnTo>
                  <a:lnTo>
                    <a:pt x="6505" y="11916"/>
                  </a:lnTo>
                  <a:cubicBezTo>
                    <a:pt x="6620" y="11932"/>
                    <a:pt x="6734" y="11940"/>
                    <a:pt x="6848" y="11940"/>
                  </a:cubicBezTo>
                  <a:cubicBezTo>
                    <a:pt x="7572" y="11940"/>
                    <a:pt x="8242" y="11609"/>
                    <a:pt x="8663" y="11004"/>
                  </a:cubicBezTo>
                  <a:lnTo>
                    <a:pt x="15259" y="1825"/>
                  </a:lnTo>
                  <a:cubicBezTo>
                    <a:pt x="15472" y="1551"/>
                    <a:pt x="15320" y="1156"/>
                    <a:pt x="14955" y="1095"/>
                  </a:cubicBezTo>
                  <a:lnTo>
                    <a:pt x="781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76"/>
            <p:cNvSpPr/>
            <p:nvPr/>
          </p:nvSpPr>
          <p:spPr>
            <a:xfrm>
              <a:off x="1553564" y="2942830"/>
              <a:ext cx="426437" cy="406871"/>
            </a:xfrm>
            <a:custGeom>
              <a:avLst/>
              <a:gdLst/>
              <a:ahLst/>
              <a:cxnLst/>
              <a:rect l="l" t="t" r="r" b="b"/>
              <a:pathLst>
                <a:path w="11399" h="10876" extrusionOk="0">
                  <a:moveTo>
                    <a:pt x="11149" y="1"/>
                  </a:moveTo>
                  <a:cubicBezTo>
                    <a:pt x="10954" y="1"/>
                    <a:pt x="10745" y="115"/>
                    <a:pt x="10608" y="279"/>
                  </a:cubicBezTo>
                  <a:lnTo>
                    <a:pt x="4560" y="9519"/>
                  </a:lnTo>
                  <a:cubicBezTo>
                    <a:pt x="4404" y="9726"/>
                    <a:pt x="4161" y="9867"/>
                    <a:pt x="3905" y="9867"/>
                  </a:cubicBezTo>
                  <a:cubicBezTo>
                    <a:pt x="3860" y="9867"/>
                    <a:pt x="3815" y="9863"/>
                    <a:pt x="3769" y="9854"/>
                  </a:cubicBezTo>
                  <a:lnTo>
                    <a:pt x="790" y="9337"/>
                  </a:lnTo>
                  <a:lnTo>
                    <a:pt x="0" y="10309"/>
                  </a:lnTo>
                  <a:lnTo>
                    <a:pt x="3374" y="10857"/>
                  </a:lnTo>
                  <a:cubicBezTo>
                    <a:pt x="3454" y="10869"/>
                    <a:pt x="3534" y="10875"/>
                    <a:pt x="3613" y="10875"/>
                  </a:cubicBezTo>
                  <a:cubicBezTo>
                    <a:pt x="4099" y="10875"/>
                    <a:pt x="4541" y="10637"/>
                    <a:pt x="4803" y="10218"/>
                  </a:cubicBezTo>
                  <a:lnTo>
                    <a:pt x="11399" y="36"/>
                  </a:lnTo>
                  <a:lnTo>
                    <a:pt x="11216" y="5"/>
                  </a:lnTo>
                  <a:cubicBezTo>
                    <a:pt x="11194" y="2"/>
                    <a:pt x="11172" y="1"/>
                    <a:pt x="11149"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76"/>
            <p:cNvSpPr/>
            <p:nvPr/>
          </p:nvSpPr>
          <p:spPr>
            <a:xfrm>
              <a:off x="757591" y="2996102"/>
              <a:ext cx="224946" cy="87053"/>
            </a:xfrm>
            <a:custGeom>
              <a:avLst/>
              <a:gdLst/>
              <a:ahLst/>
              <a:cxnLst/>
              <a:rect l="l" t="t" r="r" b="b"/>
              <a:pathLst>
                <a:path w="6013" h="2327" extrusionOk="0">
                  <a:moveTo>
                    <a:pt x="3847" y="1"/>
                  </a:moveTo>
                  <a:cubicBezTo>
                    <a:pt x="3730" y="1"/>
                    <a:pt x="3612" y="4"/>
                    <a:pt x="3496" y="10"/>
                  </a:cubicBezTo>
                  <a:cubicBezTo>
                    <a:pt x="2341" y="40"/>
                    <a:pt x="0" y="618"/>
                    <a:pt x="395" y="2016"/>
                  </a:cubicBezTo>
                  <a:cubicBezTo>
                    <a:pt x="395" y="2016"/>
                    <a:pt x="551" y="2327"/>
                    <a:pt x="2009" y="2327"/>
                  </a:cubicBezTo>
                  <a:cubicBezTo>
                    <a:pt x="2131" y="2327"/>
                    <a:pt x="2261" y="2325"/>
                    <a:pt x="2401" y="2320"/>
                  </a:cubicBezTo>
                  <a:cubicBezTo>
                    <a:pt x="4225" y="2229"/>
                    <a:pt x="5867" y="1499"/>
                    <a:pt x="5958" y="861"/>
                  </a:cubicBezTo>
                  <a:cubicBezTo>
                    <a:pt x="6013" y="258"/>
                    <a:pt x="4930" y="1"/>
                    <a:pt x="3847"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76"/>
            <p:cNvSpPr/>
            <p:nvPr/>
          </p:nvSpPr>
          <p:spPr>
            <a:xfrm>
              <a:off x="786023" y="2989630"/>
              <a:ext cx="857400" cy="315965"/>
            </a:xfrm>
            <a:custGeom>
              <a:avLst/>
              <a:gdLst/>
              <a:ahLst/>
              <a:cxnLst/>
              <a:rect l="l" t="t" r="r" b="b"/>
              <a:pathLst>
                <a:path w="22919" h="8446" extrusionOk="0">
                  <a:moveTo>
                    <a:pt x="2460" y="0"/>
                  </a:moveTo>
                  <a:cubicBezTo>
                    <a:pt x="643" y="0"/>
                    <a:pt x="0" y="1642"/>
                    <a:pt x="0" y="1642"/>
                  </a:cubicBezTo>
                  <a:cubicBezTo>
                    <a:pt x="0" y="1642"/>
                    <a:pt x="213" y="4682"/>
                    <a:pt x="547" y="5745"/>
                  </a:cubicBezTo>
                  <a:cubicBezTo>
                    <a:pt x="882" y="6840"/>
                    <a:pt x="1641" y="7296"/>
                    <a:pt x="4468" y="7569"/>
                  </a:cubicBezTo>
                  <a:cubicBezTo>
                    <a:pt x="5298" y="7649"/>
                    <a:pt x="6591" y="7677"/>
                    <a:pt x="8009" y="7677"/>
                  </a:cubicBezTo>
                  <a:cubicBezTo>
                    <a:pt x="11474" y="7677"/>
                    <a:pt x="15684" y="7508"/>
                    <a:pt x="15684" y="7508"/>
                  </a:cubicBezTo>
                  <a:cubicBezTo>
                    <a:pt x="16050" y="7665"/>
                    <a:pt x="16359" y="7722"/>
                    <a:pt x="16627" y="7722"/>
                  </a:cubicBezTo>
                  <a:cubicBezTo>
                    <a:pt x="17294" y="7722"/>
                    <a:pt x="17713" y="7369"/>
                    <a:pt x="18146" y="7326"/>
                  </a:cubicBezTo>
                  <a:cubicBezTo>
                    <a:pt x="18169" y="7324"/>
                    <a:pt x="18191" y="7323"/>
                    <a:pt x="18214" y="7323"/>
                  </a:cubicBezTo>
                  <a:cubicBezTo>
                    <a:pt x="18810" y="7323"/>
                    <a:pt x="19534" y="8066"/>
                    <a:pt x="20061" y="8329"/>
                  </a:cubicBezTo>
                  <a:cubicBezTo>
                    <a:pt x="20260" y="8417"/>
                    <a:pt x="20483" y="8446"/>
                    <a:pt x="20687" y="8446"/>
                  </a:cubicBezTo>
                  <a:cubicBezTo>
                    <a:pt x="21042" y="8446"/>
                    <a:pt x="21338" y="8359"/>
                    <a:pt x="21338" y="8359"/>
                  </a:cubicBezTo>
                  <a:cubicBezTo>
                    <a:pt x="21460" y="8405"/>
                    <a:pt x="21576" y="8422"/>
                    <a:pt x="21682" y="8422"/>
                  </a:cubicBezTo>
                  <a:cubicBezTo>
                    <a:pt x="22077" y="8422"/>
                    <a:pt x="22341" y="8177"/>
                    <a:pt x="22341" y="8177"/>
                  </a:cubicBezTo>
                  <a:cubicBezTo>
                    <a:pt x="22341" y="8177"/>
                    <a:pt x="22376" y="8182"/>
                    <a:pt x="22427" y="8182"/>
                  </a:cubicBezTo>
                  <a:cubicBezTo>
                    <a:pt x="22557" y="8182"/>
                    <a:pt x="22793" y="8151"/>
                    <a:pt x="22858" y="7934"/>
                  </a:cubicBezTo>
                  <a:cubicBezTo>
                    <a:pt x="22918" y="7630"/>
                    <a:pt x="20456" y="5077"/>
                    <a:pt x="19727" y="5016"/>
                  </a:cubicBezTo>
                  <a:cubicBezTo>
                    <a:pt x="19707" y="5015"/>
                    <a:pt x="19686" y="5015"/>
                    <a:pt x="19663" y="5015"/>
                  </a:cubicBezTo>
                  <a:cubicBezTo>
                    <a:pt x="18853" y="5015"/>
                    <a:pt x="16292" y="5533"/>
                    <a:pt x="16292" y="5533"/>
                  </a:cubicBezTo>
                  <a:cubicBezTo>
                    <a:pt x="16292" y="5533"/>
                    <a:pt x="4863" y="3435"/>
                    <a:pt x="4742" y="3162"/>
                  </a:cubicBezTo>
                  <a:cubicBezTo>
                    <a:pt x="4620" y="2858"/>
                    <a:pt x="4742" y="700"/>
                    <a:pt x="4742" y="700"/>
                  </a:cubicBezTo>
                  <a:cubicBezTo>
                    <a:pt x="3831" y="190"/>
                    <a:pt x="3078" y="0"/>
                    <a:pt x="2460"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76"/>
            <p:cNvSpPr/>
            <p:nvPr/>
          </p:nvSpPr>
          <p:spPr>
            <a:xfrm>
              <a:off x="748501" y="2627427"/>
              <a:ext cx="239948" cy="452324"/>
            </a:xfrm>
            <a:custGeom>
              <a:avLst/>
              <a:gdLst/>
              <a:ahLst/>
              <a:cxnLst/>
              <a:rect l="l" t="t" r="r" b="b"/>
              <a:pathLst>
                <a:path w="6414" h="12091" extrusionOk="0">
                  <a:moveTo>
                    <a:pt x="3597" y="0"/>
                  </a:moveTo>
                  <a:cubicBezTo>
                    <a:pt x="3294" y="0"/>
                    <a:pt x="2949" y="54"/>
                    <a:pt x="2553" y="169"/>
                  </a:cubicBezTo>
                  <a:cubicBezTo>
                    <a:pt x="152" y="898"/>
                    <a:pt x="0" y="10655"/>
                    <a:pt x="243" y="11446"/>
                  </a:cubicBezTo>
                  <a:cubicBezTo>
                    <a:pt x="404" y="12021"/>
                    <a:pt x="757" y="12091"/>
                    <a:pt x="919" y="12091"/>
                  </a:cubicBezTo>
                  <a:cubicBezTo>
                    <a:pt x="971" y="12091"/>
                    <a:pt x="1003" y="12084"/>
                    <a:pt x="1003" y="12084"/>
                  </a:cubicBezTo>
                  <a:cubicBezTo>
                    <a:pt x="1003" y="12084"/>
                    <a:pt x="152" y="11810"/>
                    <a:pt x="1216" y="11172"/>
                  </a:cubicBezTo>
                  <a:cubicBezTo>
                    <a:pt x="2020" y="10676"/>
                    <a:pt x="4055" y="10363"/>
                    <a:pt x="5178" y="10363"/>
                  </a:cubicBezTo>
                  <a:cubicBezTo>
                    <a:pt x="5499" y="10363"/>
                    <a:pt x="5745" y="10388"/>
                    <a:pt x="5866" y="10442"/>
                  </a:cubicBezTo>
                  <a:cubicBezTo>
                    <a:pt x="6414" y="10686"/>
                    <a:pt x="5866" y="11202"/>
                    <a:pt x="5866" y="11202"/>
                  </a:cubicBezTo>
                  <a:cubicBezTo>
                    <a:pt x="5866" y="11202"/>
                    <a:pt x="6383" y="11020"/>
                    <a:pt x="6383" y="10169"/>
                  </a:cubicBezTo>
                  <a:cubicBezTo>
                    <a:pt x="6383" y="9348"/>
                    <a:pt x="6262" y="4941"/>
                    <a:pt x="5897" y="2996"/>
                  </a:cubicBezTo>
                  <a:cubicBezTo>
                    <a:pt x="5567" y="1371"/>
                    <a:pt x="5131" y="0"/>
                    <a:pt x="3597"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76"/>
            <p:cNvSpPr/>
            <p:nvPr/>
          </p:nvSpPr>
          <p:spPr>
            <a:xfrm>
              <a:off x="1759356" y="3568363"/>
              <a:ext cx="274103" cy="155177"/>
            </a:xfrm>
            <a:custGeom>
              <a:avLst/>
              <a:gdLst/>
              <a:ahLst/>
              <a:cxnLst/>
              <a:rect l="l" t="t" r="r" b="b"/>
              <a:pathLst>
                <a:path w="7327" h="4148" extrusionOk="0">
                  <a:moveTo>
                    <a:pt x="3827" y="1"/>
                  </a:moveTo>
                  <a:cubicBezTo>
                    <a:pt x="3640" y="1"/>
                    <a:pt x="3458" y="11"/>
                    <a:pt x="3284" y="32"/>
                  </a:cubicBezTo>
                  <a:cubicBezTo>
                    <a:pt x="2144" y="169"/>
                    <a:pt x="1329" y="186"/>
                    <a:pt x="992" y="186"/>
                  </a:cubicBezTo>
                  <a:cubicBezTo>
                    <a:pt x="880" y="186"/>
                    <a:pt x="821" y="184"/>
                    <a:pt x="821" y="184"/>
                  </a:cubicBezTo>
                  <a:lnTo>
                    <a:pt x="1" y="3254"/>
                  </a:lnTo>
                  <a:cubicBezTo>
                    <a:pt x="1083" y="3726"/>
                    <a:pt x="3611" y="4147"/>
                    <a:pt x="4736" y="4147"/>
                  </a:cubicBezTo>
                  <a:cubicBezTo>
                    <a:pt x="4843" y="4147"/>
                    <a:pt x="4937" y="4144"/>
                    <a:pt x="5016" y="4136"/>
                  </a:cubicBezTo>
                  <a:cubicBezTo>
                    <a:pt x="5898" y="4014"/>
                    <a:pt x="7326" y="3406"/>
                    <a:pt x="7144" y="1947"/>
                  </a:cubicBezTo>
                  <a:cubicBezTo>
                    <a:pt x="6982" y="629"/>
                    <a:pt x="5272" y="1"/>
                    <a:pt x="3827" y="1"/>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76"/>
            <p:cNvSpPr/>
            <p:nvPr/>
          </p:nvSpPr>
          <p:spPr>
            <a:xfrm>
              <a:off x="806486" y="3177167"/>
              <a:ext cx="1033638" cy="523179"/>
            </a:xfrm>
            <a:custGeom>
              <a:avLst/>
              <a:gdLst/>
              <a:ahLst/>
              <a:cxnLst/>
              <a:rect l="l" t="t" r="r" b="b"/>
              <a:pathLst>
                <a:path w="27630" h="13985" extrusionOk="0">
                  <a:moveTo>
                    <a:pt x="15182" y="1"/>
                  </a:moveTo>
                  <a:cubicBezTo>
                    <a:pt x="12079" y="1"/>
                    <a:pt x="6140" y="4289"/>
                    <a:pt x="6140" y="4289"/>
                  </a:cubicBezTo>
                  <a:cubicBezTo>
                    <a:pt x="4164" y="4623"/>
                    <a:pt x="2097" y="6295"/>
                    <a:pt x="942" y="7389"/>
                  </a:cubicBezTo>
                  <a:cubicBezTo>
                    <a:pt x="456" y="7815"/>
                    <a:pt x="152" y="8149"/>
                    <a:pt x="31" y="8270"/>
                  </a:cubicBezTo>
                  <a:cubicBezTo>
                    <a:pt x="31" y="8270"/>
                    <a:pt x="0" y="8301"/>
                    <a:pt x="0" y="8301"/>
                  </a:cubicBezTo>
                  <a:cubicBezTo>
                    <a:pt x="226" y="12395"/>
                    <a:pt x="2777" y="13936"/>
                    <a:pt x="5337" y="13936"/>
                  </a:cubicBezTo>
                  <a:cubicBezTo>
                    <a:pt x="5875" y="13936"/>
                    <a:pt x="6413" y="13868"/>
                    <a:pt x="6930" y="13742"/>
                  </a:cubicBezTo>
                  <a:cubicBezTo>
                    <a:pt x="9028" y="13255"/>
                    <a:pt x="11642" y="11006"/>
                    <a:pt x="13040" y="9669"/>
                  </a:cubicBezTo>
                  <a:cubicBezTo>
                    <a:pt x="13648" y="9091"/>
                    <a:pt x="14043" y="8696"/>
                    <a:pt x="14043" y="8696"/>
                  </a:cubicBezTo>
                  <a:cubicBezTo>
                    <a:pt x="14043" y="8696"/>
                    <a:pt x="16414" y="10368"/>
                    <a:pt x="19757" y="11796"/>
                  </a:cubicBezTo>
                  <a:cubicBezTo>
                    <a:pt x="23101" y="13225"/>
                    <a:pt x="25350" y="13985"/>
                    <a:pt x="25350" y="13985"/>
                  </a:cubicBezTo>
                  <a:cubicBezTo>
                    <a:pt x="27630" y="12860"/>
                    <a:pt x="27448" y="10216"/>
                    <a:pt x="27448" y="10216"/>
                  </a:cubicBezTo>
                  <a:cubicBezTo>
                    <a:pt x="27448" y="10216"/>
                    <a:pt x="18602" y="732"/>
                    <a:pt x="15776" y="64"/>
                  </a:cubicBezTo>
                  <a:cubicBezTo>
                    <a:pt x="15593" y="21"/>
                    <a:pt x="15394" y="1"/>
                    <a:pt x="15182"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76"/>
            <p:cNvSpPr/>
            <p:nvPr/>
          </p:nvSpPr>
          <p:spPr>
            <a:xfrm>
              <a:off x="1252227" y="3525304"/>
              <a:ext cx="335493" cy="208037"/>
            </a:xfrm>
            <a:custGeom>
              <a:avLst/>
              <a:gdLst/>
              <a:ahLst/>
              <a:cxnLst/>
              <a:rect l="l" t="t" r="r" b="b"/>
              <a:pathLst>
                <a:path w="8968" h="5561" extrusionOk="0">
                  <a:moveTo>
                    <a:pt x="2742" y="0"/>
                  </a:moveTo>
                  <a:cubicBezTo>
                    <a:pt x="1924" y="0"/>
                    <a:pt x="743" y="394"/>
                    <a:pt x="395" y="1214"/>
                  </a:cubicBezTo>
                  <a:cubicBezTo>
                    <a:pt x="0" y="2186"/>
                    <a:pt x="851" y="3524"/>
                    <a:pt x="851" y="3524"/>
                  </a:cubicBezTo>
                  <a:lnTo>
                    <a:pt x="7964" y="5560"/>
                  </a:lnTo>
                  <a:cubicBezTo>
                    <a:pt x="7964" y="5560"/>
                    <a:pt x="8967" y="5348"/>
                    <a:pt x="8602" y="3433"/>
                  </a:cubicBezTo>
                  <a:cubicBezTo>
                    <a:pt x="8238" y="1518"/>
                    <a:pt x="6444" y="1062"/>
                    <a:pt x="5715" y="940"/>
                  </a:cubicBezTo>
                  <a:cubicBezTo>
                    <a:pt x="5016" y="819"/>
                    <a:pt x="3952" y="271"/>
                    <a:pt x="3222" y="59"/>
                  </a:cubicBezTo>
                  <a:cubicBezTo>
                    <a:pt x="3089" y="20"/>
                    <a:pt x="2925" y="0"/>
                    <a:pt x="2742"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76"/>
            <p:cNvSpPr/>
            <p:nvPr/>
          </p:nvSpPr>
          <p:spPr>
            <a:xfrm>
              <a:off x="1244258" y="3570308"/>
              <a:ext cx="313870" cy="169205"/>
            </a:xfrm>
            <a:custGeom>
              <a:avLst/>
              <a:gdLst/>
              <a:ahLst/>
              <a:cxnLst/>
              <a:rect l="l" t="t" r="r" b="b"/>
              <a:pathLst>
                <a:path w="8390" h="4523" extrusionOk="0">
                  <a:moveTo>
                    <a:pt x="1683" y="0"/>
                  </a:moveTo>
                  <a:cubicBezTo>
                    <a:pt x="1227" y="0"/>
                    <a:pt x="920" y="62"/>
                    <a:pt x="791" y="224"/>
                  </a:cubicBezTo>
                  <a:cubicBezTo>
                    <a:pt x="1" y="1196"/>
                    <a:pt x="1186" y="3141"/>
                    <a:pt x="2949" y="3476"/>
                  </a:cubicBezTo>
                  <a:cubicBezTo>
                    <a:pt x="4160" y="3727"/>
                    <a:pt x="6262" y="4523"/>
                    <a:pt x="7468" y="4523"/>
                  </a:cubicBezTo>
                  <a:cubicBezTo>
                    <a:pt x="8017" y="4523"/>
                    <a:pt x="8380" y="4358"/>
                    <a:pt x="8390" y="3901"/>
                  </a:cubicBezTo>
                  <a:cubicBezTo>
                    <a:pt x="8390" y="2412"/>
                    <a:pt x="8025" y="740"/>
                    <a:pt x="5502" y="406"/>
                  </a:cubicBezTo>
                  <a:cubicBezTo>
                    <a:pt x="3851" y="209"/>
                    <a:pt x="2517" y="0"/>
                    <a:pt x="1683"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76"/>
            <p:cNvSpPr/>
            <p:nvPr/>
          </p:nvSpPr>
          <p:spPr>
            <a:xfrm>
              <a:off x="1045274" y="2127928"/>
              <a:ext cx="448060" cy="340955"/>
            </a:xfrm>
            <a:custGeom>
              <a:avLst/>
              <a:gdLst/>
              <a:ahLst/>
              <a:cxnLst/>
              <a:rect l="l" t="t" r="r" b="b"/>
              <a:pathLst>
                <a:path w="11977" h="9114" extrusionOk="0">
                  <a:moveTo>
                    <a:pt x="5640" y="0"/>
                  </a:moveTo>
                  <a:cubicBezTo>
                    <a:pt x="5382" y="0"/>
                    <a:pt x="5131" y="21"/>
                    <a:pt x="4894" y="56"/>
                  </a:cubicBezTo>
                  <a:cubicBezTo>
                    <a:pt x="3617" y="208"/>
                    <a:pt x="3283" y="1332"/>
                    <a:pt x="3283" y="1332"/>
                  </a:cubicBezTo>
                  <a:cubicBezTo>
                    <a:pt x="3283" y="1332"/>
                    <a:pt x="3262" y="1330"/>
                    <a:pt x="3224" y="1330"/>
                  </a:cubicBezTo>
                  <a:cubicBezTo>
                    <a:pt x="2936" y="1330"/>
                    <a:pt x="1646" y="1472"/>
                    <a:pt x="760" y="3916"/>
                  </a:cubicBezTo>
                  <a:cubicBezTo>
                    <a:pt x="0" y="6135"/>
                    <a:pt x="821" y="9113"/>
                    <a:pt x="821" y="9113"/>
                  </a:cubicBezTo>
                  <a:cubicBezTo>
                    <a:pt x="821" y="9113"/>
                    <a:pt x="5684" y="8779"/>
                    <a:pt x="8086" y="8445"/>
                  </a:cubicBezTo>
                  <a:cubicBezTo>
                    <a:pt x="10487" y="8110"/>
                    <a:pt x="10152" y="5557"/>
                    <a:pt x="10152" y="5557"/>
                  </a:cubicBezTo>
                  <a:cubicBezTo>
                    <a:pt x="10152" y="5557"/>
                    <a:pt x="11247" y="5436"/>
                    <a:pt x="11429" y="4736"/>
                  </a:cubicBezTo>
                  <a:cubicBezTo>
                    <a:pt x="11611" y="4068"/>
                    <a:pt x="11976" y="3582"/>
                    <a:pt x="11976" y="3581"/>
                  </a:cubicBezTo>
                  <a:lnTo>
                    <a:pt x="11976" y="3581"/>
                  </a:lnTo>
                  <a:cubicBezTo>
                    <a:pt x="11877" y="3615"/>
                    <a:pt x="11781" y="3629"/>
                    <a:pt x="11689" y="3629"/>
                  </a:cubicBezTo>
                  <a:cubicBezTo>
                    <a:pt x="11190" y="3629"/>
                    <a:pt x="10821" y="3217"/>
                    <a:pt x="10821" y="3217"/>
                  </a:cubicBezTo>
                  <a:cubicBezTo>
                    <a:pt x="11338" y="3126"/>
                    <a:pt x="11611" y="2639"/>
                    <a:pt x="11611" y="2639"/>
                  </a:cubicBezTo>
                  <a:lnTo>
                    <a:pt x="11611" y="2639"/>
                  </a:lnTo>
                  <a:cubicBezTo>
                    <a:pt x="11611" y="2639"/>
                    <a:pt x="11423" y="2703"/>
                    <a:pt x="11123" y="2703"/>
                  </a:cubicBezTo>
                  <a:cubicBezTo>
                    <a:pt x="10621" y="2703"/>
                    <a:pt x="9807" y="2525"/>
                    <a:pt x="9028" y="1575"/>
                  </a:cubicBezTo>
                  <a:cubicBezTo>
                    <a:pt x="7994" y="369"/>
                    <a:pt x="6741" y="0"/>
                    <a:pt x="564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76"/>
            <p:cNvSpPr/>
            <p:nvPr/>
          </p:nvSpPr>
          <p:spPr>
            <a:xfrm>
              <a:off x="1013438" y="2417669"/>
              <a:ext cx="259289" cy="302273"/>
            </a:xfrm>
            <a:custGeom>
              <a:avLst/>
              <a:gdLst/>
              <a:ahLst/>
              <a:cxnLst/>
              <a:rect l="l" t="t" r="r" b="b"/>
              <a:pathLst>
                <a:path w="6931" h="8080" extrusionOk="0">
                  <a:moveTo>
                    <a:pt x="2553" y="1"/>
                  </a:moveTo>
                  <a:lnTo>
                    <a:pt x="0" y="3223"/>
                  </a:lnTo>
                  <a:cubicBezTo>
                    <a:pt x="0" y="3223"/>
                    <a:pt x="2614" y="7752"/>
                    <a:pt x="4043" y="8055"/>
                  </a:cubicBezTo>
                  <a:cubicBezTo>
                    <a:pt x="4115" y="8072"/>
                    <a:pt x="4183" y="8080"/>
                    <a:pt x="4247" y="8080"/>
                  </a:cubicBezTo>
                  <a:cubicBezTo>
                    <a:pt x="5243" y="8080"/>
                    <a:pt x="5352" y="6193"/>
                    <a:pt x="5380" y="5593"/>
                  </a:cubicBezTo>
                  <a:cubicBezTo>
                    <a:pt x="5380" y="5502"/>
                    <a:pt x="5380" y="5411"/>
                    <a:pt x="5380" y="5411"/>
                  </a:cubicBezTo>
                  <a:lnTo>
                    <a:pt x="6930" y="4165"/>
                  </a:lnTo>
                  <a:lnTo>
                    <a:pt x="2553" y="1"/>
                  </a:ln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76"/>
            <p:cNvSpPr/>
            <p:nvPr/>
          </p:nvSpPr>
          <p:spPr>
            <a:xfrm>
              <a:off x="1082797" y="2264176"/>
              <a:ext cx="304779" cy="339571"/>
            </a:xfrm>
            <a:custGeom>
              <a:avLst/>
              <a:gdLst/>
              <a:ahLst/>
              <a:cxnLst/>
              <a:rect l="l" t="t" r="r" b="b"/>
              <a:pathLst>
                <a:path w="8147" h="9077" extrusionOk="0">
                  <a:moveTo>
                    <a:pt x="5076" y="0"/>
                  </a:moveTo>
                  <a:cubicBezTo>
                    <a:pt x="5076" y="0"/>
                    <a:pt x="4590" y="1064"/>
                    <a:pt x="3921" y="1094"/>
                  </a:cubicBezTo>
                  <a:cubicBezTo>
                    <a:pt x="3283" y="1125"/>
                    <a:pt x="3405" y="2250"/>
                    <a:pt x="3040" y="2523"/>
                  </a:cubicBezTo>
                  <a:cubicBezTo>
                    <a:pt x="2847" y="2668"/>
                    <a:pt x="2569" y="2702"/>
                    <a:pt x="2349" y="2702"/>
                  </a:cubicBezTo>
                  <a:cubicBezTo>
                    <a:pt x="2155" y="2702"/>
                    <a:pt x="2006" y="2675"/>
                    <a:pt x="2006" y="2675"/>
                  </a:cubicBezTo>
                  <a:cubicBezTo>
                    <a:pt x="2174" y="2004"/>
                    <a:pt x="1879" y="1304"/>
                    <a:pt x="1430" y="1304"/>
                  </a:cubicBezTo>
                  <a:cubicBezTo>
                    <a:pt x="1228" y="1304"/>
                    <a:pt x="996" y="1445"/>
                    <a:pt x="760" y="1794"/>
                  </a:cubicBezTo>
                  <a:cubicBezTo>
                    <a:pt x="0" y="2888"/>
                    <a:pt x="669" y="3982"/>
                    <a:pt x="669" y="3982"/>
                  </a:cubicBezTo>
                  <a:cubicBezTo>
                    <a:pt x="61" y="6566"/>
                    <a:pt x="2645" y="8906"/>
                    <a:pt x="4377" y="9058"/>
                  </a:cubicBezTo>
                  <a:cubicBezTo>
                    <a:pt x="4514" y="9070"/>
                    <a:pt x="4640" y="9076"/>
                    <a:pt x="4756" y="9076"/>
                  </a:cubicBezTo>
                  <a:cubicBezTo>
                    <a:pt x="6103" y="9076"/>
                    <a:pt x="6103" y="8247"/>
                    <a:pt x="7083" y="6231"/>
                  </a:cubicBezTo>
                  <a:cubicBezTo>
                    <a:pt x="8146" y="4073"/>
                    <a:pt x="7934" y="1459"/>
                    <a:pt x="7934" y="1459"/>
                  </a:cubicBezTo>
                  <a:lnTo>
                    <a:pt x="7934" y="1459"/>
                  </a:lnTo>
                  <a:cubicBezTo>
                    <a:pt x="7826" y="1475"/>
                    <a:pt x="7720" y="1483"/>
                    <a:pt x="7617" y="1483"/>
                  </a:cubicBezTo>
                  <a:cubicBezTo>
                    <a:pt x="6162" y="1483"/>
                    <a:pt x="5076" y="0"/>
                    <a:pt x="5076" y="0"/>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rogramming Language Master's Degree by Slidesgo">
  <a:themeElements>
    <a:clrScheme name="Simple Light">
      <a:dk1>
        <a:srgbClr val="000000"/>
      </a:dk1>
      <a:lt1>
        <a:srgbClr val="FFFFFF"/>
      </a:lt1>
      <a:dk2>
        <a:srgbClr val="E5E1EE"/>
      </a:dk2>
      <a:lt2>
        <a:srgbClr val="8E7CC3"/>
      </a:lt2>
      <a:accent1>
        <a:srgbClr val="FF5946"/>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1114</TotalTime>
  <Words>5792</Words>
  <Application>Microsoft Macintosh PowerPoint</Application>
  <PresentationFormat>On-screen Show (16:9)</PresentationFormat>
  <Paragraphs>553</Paragraphs>
  <Slides>62</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Baloo 2</vt:lpstr>
      <vt:lpstr>Roboto Condensed Light</vt:lpstr>
      <vt:lpstr>Actor</vt:lpstr>
      <vt:lpstr>Arial</vt:lpstr>
      <vt:lpstr>El Messiri</vt:lpstr>
      <vt:lpstr>Nunito</vt:lpstr>
      <vt:lpstr>Programming Language Master's Degree by Slidesgo</vt:lpstr>
      <vt:lpstr>Python Music Player</vt:lpstr>
      <vt:lpstr>Index</vt:lpstr>
      <vt:lpstr>Index</vt:lpstr>
      <vt:lpstr>Index</vt:lpstr>
      <vt:lpstr>Modules Used</vt:lpstr>
      <vt:lpstr>Modules Used</vt:lpstr>
      <vt:lpstr>Continued:-</vt:lpstr>
      <vt:lpstr>Setting up basic app</vt:lpstr>
      <vt:lpstr>Creating main app window</vt:lpstr>
      <vt:lpstr>Basic Functions </vt:lpstr>
      <vt:lpstr>Adding Songs </vt:lpstr>
      <vt:lpstr>Adding Multiple Songs </vt:lpstr>
      <vt:lpstr>Deleting Songs </vt:lpstr>
      <vt:lpstr>Deleting Multiple Songs </vt:lpstr>
      <vt:lpstr>Save and delete songs from file</vt:lpstr>
      <vt:lpstr>Load songs logic</vt:lpstr>
      <vt:lpstr>Deleting all songs with save logic</vt:lpstr>
      <vt:lpstr>Play time function</vt:lpstr>
      <vt:lpstr>Play time function </vt:lpstr>
      <vt:lpstr>Continued..</vt:lpstr>
      <vt:lpstr>Continued..</vt:lpstr>
      <vt:lpstr>05</vt:lpstr>
      <vt:lpstr>Function to Get &amp; Remove Album Cover</vt:lpstr>
      <vt:lpstr>Continued..</vt:lpstr>
      <vt:lpstr>Playing &amp; Stopping Function</vt:lpstr>
      <vt:lpstr>Playing the Selected Song</vt:lpstr>
      <vt:lpstr>Stopping the Selected Song</vt:lpstr>
      <vt:lpstr>07</vt:lpstr>
      <vt:lpstr>Playing the Next Song</vt:lpstr>
      <vt:lpstr>Continued..</vt:lpstr>
      <vt:lpstr>Playing the Previous Song</vt:lpstr>
      <vt:lpstr>Continued..</vt:lpstr>
      <vt:lpstr>08</vt:lpstr>
      <vt:lpstr>Slider &amp; Volume Function</vt:lpstr>
      <vt:lpstr>Continued..</vt:lpstr>
      <vt:lpstr>09 </vt:lpstr>
      <vt:lpstr>List Box &amp; Frames</vt:lpstr>
      <vt:lpstr>10</vt:lpstr>
      <vt:lpstr>CTk Images</vt:lpstr>
      <vt:lpstr>Buttons</vt:lpstr>
      <vt:lpstr>11</vt:lpstr>
      <vt:lpstr>CTk Switch</vt:lpstr>
      <vt:lpstr>Menu</vt:lpstr>
      <vt:lpstr>12</vt:lpstr>
      <vt:lpstr>Tkinter Label &amp; CTk Sliders</vt:lpstr>
      <vt:lpstr>Continued..</vt:lpstr>
      <vt:lpstr>Images</vt:lpstr>
      <vt:lpstr>Light Mode set same as the system</vt:lpstr>
      <vt:lpstr>Dark Mode set same as the system</vt:lpstr>
      <vt:lpstr>Adding Song</vt:lpstr>
      <vt:lpstr>Playing the song</vt:lpstr>
      <vt:lpstr>Skipping song ahead</vt:lpstr>
      <vt:lpstr>Pause/Unpause song</vt:lpstr>
      <vt:lpstr>Next song</vt:lpstr>
      <vt:lpstr>Previous song</vt:lpstr>
      <vt:lpstr>Stop song</vt:lpstr>
      <vt:lpstr>Autoplay</vt:lpstr>
      <vt:lpstr>Saving  Songs</vt:lpstr>
      <vt:lpstr>Shortcut SHIFT+ESC</vt:lpstr>
      <vt:lpstr>Menubar Add Songs command</vt:lpstr>
      <vt:lpstr>Menubar Delete Songs command</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Music Player</dc:title>
  <dc:creator>RAJ PATEL</dc:creator>
  <cp:lastModifiedBy>manitrachh@hotmail.com</cp:lastModifiedBy>
  <cp:revision>14</cp:revision>
  <dcterms:modified xsi:type="dcterms:W3CDTF">2023-12-21T20:37:05Z</dcterms:modified>
</cp:coreProperties>
</file>